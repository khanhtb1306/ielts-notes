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Nunito Black" pitchFamily="2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YNI7jX+Ciyv2x2dkQxUDIgHAJ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c496cf1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0c496cf1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fffc6b9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cfffc6b9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e477aaf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36e477aaf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e477aaf6a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36e477aaf6a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c4cb6a6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6c4cb6a6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" name="Google Shape;6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" name="Google Shape;7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6c4cb6a6d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6c4cb6a6d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6c758175e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6c758175e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8894c9baf_1_16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g388894c9baf_1_16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g388894c9baf_1_1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8894c9baf_1_1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88894c9baf_1_1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88894c9baf_1_1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8894c9baf_1_1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88894c9baf_1_1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g388894c9baf_1_17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g388894c9baf_1_1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8894c9baf_1_1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88894c9baf_1_1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8894c9baf_1_18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g388894c9baf_1_18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388894c9baf_1_1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8894c9baf_1_18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g388894c9baf_1_1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8894c9baf_1_18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88894c9baf_1_18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g388894c9baf_1_18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g388894c9baf_1_18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88894c9baf_1_1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8894c9baf_1_19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88894c9baf_1_1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8894c9baf_1_19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88894c9baf_1_19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88894c9baf_1_1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8894c9baf_1_2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rgbClr val="0093F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8894c9baf_1_204"/>
          <p:cNvSpPr txBox="1">
            <a:spLocks noGrp="1"/>
          </p:cNvSpPr>
          <p:nvPr>
            <p:ph type="title"/>
          </p:nvPr>
        </p:nvSpPr>
        <p:spPr>
          <a:xfrm>
            <a:off x="1938600" y="1283297"/>
            <a:ext cx="5266800" cy="20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500"/>
              <a:buFont typeface="Nunito Black"/>
              <a:buNone/>
              <a:defRPr sz="2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2" name="Google Shape;52;g388894c9baf_1_204"/>
          <p:cNvSpPr txBox="1">
            <a:spLocks noGrp="1"/>
          </p:cNvSpPr>
          <p:nvPr>
            <p:ph type="title" idx="2"/>
          </p:nvPr>
        </p:nvSpPr>
        <p:spPr>
          <a:xfrm>
            <a:off x="2587800" y="3239350"/>
            <a:ext cx="3968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unito"/>
              <a:buNone/>
              <a:defRPr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grpSp>
        <p:nvGrpSpPr>
          <p:cNvPr id="53" name="Google Shape;53;g388894c9baf_1_204"/>
          <p:cNvGrpSpPr/>
          <p:nvPr/>
        </p:nvGrpSpPr>
        <p:grpSpPr>
          <a:xfrm>
            <a:off x="-17075" y="-281937"/>
            <a:ext cx="9178240" cy="5585715"/>
            <a:chOff x="-17075" y="-281937"/>
            <a:chExt cx="9178240" cy="5585715"/>
          </a:xfrm>
        </p:grpSpPr>
        <p:sp>
          <p:nvSpPr>
            <p:cNvPr id="54" name="Google Shape;54;g388894c9baf_1_204"/>
            <p:cNvSpPr/>
            <p:nvPr/>
          </p:nvSpPr>
          <p:spPr>
            <a:xfrm rot="-723590">
              <a:off x="294284" y="568963"/>
              <a:ext cx="8555523" cy="3883914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88894c9baf_1_204"/>
            <p:cNvSpPr/>
            <p:nvPr/>
          </p:nvSpPr>
          <p:spPr>
            <a:xfrm rot="10628834">
              <a:off x="681460" y="604828"/>
              <a:ext cx="8072887" cy="3933863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88894c9baf_1_204"/>
            <p:cNvSpPr/>
            <p:nvPr/>
          </p:nvSpPr>
          <p:spPr>
            <a:xfrm rot="10496737">
              <a:off x="681562" y="754326"/>
              <a:ext cx="8072695" cy="3933770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0047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g388894c9baf_1_211"/>
          <p:cNvGrpSpPr/>
          <p:nvPr/>
        </p:nvGrpSpPr>
        <p:grpSpPr>
          <a:xfrm>
            <a:off x="-3859135" y="-5206937"/>
            <a:ext cx="8731621" cy="8144618"/>
            <a:chOff x="-3859135" y="-5206937"/>
            <a:chExt cx="8731621" cy="8144618"/>
          </a:xfrm>
        </p:grpSpPr>
        <p:sp>
          <p:nvSpPr>
            <p:cNvPr id="59" name="Google Shape;59;g388894c9baf_1_211"/>
            <p:cNvSpPr/>
            <p:nvPr/>
          </p:nvSpPr>
          <p:spPr>
            <a:xfrm rot="956485">
              <a:off x="-3025773" y="-4353474"/>
              <a:ext cx="7064862" cy="6071741"/>
            </a:xfrm>
            <a:custGeom>
              <a:avLst/>
              <a:gdLst/>
              <a:ahLst/>
              <a:cxnLst/>
              <a:rect l="l" t="t" r="r" b="b"/>
              <a:pathLst>
                <a:path w="158756" h="136432" extrusionOk="0">
                  <a:moveTo>
                    <a:pt x="94128" y="0"/>
                  </a:moveTo>
                  <a:cubicBezTo>
                    <a:pt x="89863" y="0"/>
                    <a:pt x="85754" y="469"/>
                    <a:pt x="82099" y="1371"/>
                  </a:cubicBezTo>
                  <a:cubicBezTo>
                    <a:pt x="61878" y="6356"/>
                    <a:pt x="55779" y="30626"/>
                    <a:pt x="33457" y="31867"/>
                  </a:cubicBezTo>
                  <a:cubicBezTo>
                    <a:pt x="13110" y="32955"/>
                    <a:pt x="0" y="47507"/>
                    <a:pt x="11642" y="69094"/>
                  </a:cubicBezTo>
                  <a:cubicBezTo>
                    <a:pt x="24473" y="92807"/>
                    <a:pt x="3265" y="108245"/>
                    <a:pt x="17817" y="129352"/>
                  </a:cubicBezTo>
                  <a:cubicBezTo>
                    <a:pt x="21157" y="134197"/>
                    <a:pt x="28379" y="136431"/>
                    <a:pt x="37163" y="136431"/>
                  </a:cubicBezTo>
                  <a:cubicBezTo>
                    <a:pt x="53337" y="136431"/>
                    <a:pt x="74809" y="128857"/>
                    <a:pt x="87110" y="116065"/>
                  </a:cubicBezTo>
                  <a:cubicBezTo>
                    <a:pt x="90511" y="112524"/>
                    <a:pt x="94864" y="111582"/>
                    <a:pt x="99712" y="111582"/>
                  </a:cubicBezTo>
                  <a:cubicBezTo>
                    <a:pt x="105219" y="111582"/>
                    <a:pt x="111366" y="112798"/>
                    <a:pt x="117483" y="112798"/>
                  </a:cubicBezTo>
                  <a:cubicBezTo>
                    <a:pt x="122528" y="112798"/>
                    <a:pt x="127553" y="111971"/>
                    <a:pt x="132183" y="108954"/>
                  </a:cubicBezTo>
                  <a:cubicBezTo>
                    <a:pt x="143090" y="101842"/>
                    <a:pt x="132942" y="88429"/>
                    <a:pt x="136384" y="80862"/>
                  </a:cubicBezTo>
                  <a:cubicBezTo>
                    <a:pt x="139573" y="73877"/>
                    <a:pt x="152303" y="70360"/>
                    <a:pt x="154428" y="63400"/>
                  </a:cubicBezTo>
                  <a:cubicBezTo>
                    <a:pt x="158756" y="49152"/>
                    <a:pt x="136207" y="46089"/>
                    <a:pt x="134106" y="26679"/>
                  </a:cubicBezTo>
                  <a:cubicBezTo>
                    <a:pt x="132109" y="8029"/>
                    <a:pt x="111777" y="0"/>
                    <a:pt x="94128" y="0"/>
                  </a:cubicBezTo>
                  <a:close/>
                </a:path>
              </a:pathLst>
            </a:custGeom>
            <a:solidFill>
              <a:srgbClr val="0093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88894c9baf_1_211"/>
            <p:cNvSpPr/>
            <p:nvPr/>
          </p:nvSpPr>
          <p:spPr>
            <a:xfrm rot="1217269">
              <a:off x="-3025702" y="-4170448"/>
              <a:ext cx="7064753" cy="6071640"/>
            </a:xfrm>
            <a:custGeom>
              <a:avLst/>
              <a:gdLst/>
              <a:ahLst/>
              <a:cxnLst/>
              <a:rect l="l" t="t" r="r" b="b"/>
              <a:pathLst>
                <a:path w="158756" h="136432" extrusionOk="0">
                  <a:moveTo>
                    <a:pt x="94128" y="0"/>
                  </a:moveTo>
                  <a:cubicBezTo>
                    <a:pt x="89863" y="0"/>
                    <a:pt x="85754" y="469"/>
                    <a:pt x="82099" y="1371"/>
                  </a:cubicBezTo>
                  <a:cubicBezTo>
                    <a:pt x="61878" y="6356"/>
                    <a:pt x="55779" y="30626"/>
                    <a:pt x="33457" y="31867"/>
                  </a:cubicBezTo>
                  <a:cubicBezTo>
                    <a:pt x="13110" y="32955"/>
                    <a:pt x="0" y="47507"/>
                    <a:pt x="11642" y="69094"/>
                  </a:cubicBezTo>
                  <a:cubicBezTo>
                    <a:pt x="24473" y="92807"/>
                    <a:pt x="3265" y="108245"/>
                    <a:pt x="17817" y="129352"/>
                  </a:cubicBezTo>
                  <a:cubicBezTo>
                    <a:pt x="21157" y="134197"/>
                    <a:pt x="28379" y="136431"/>
                    <a:pt x="37163" y="136431"/>
                  </a:cubicBezTo>
                  <a:cubicBezTo>
                    <a:pt x="53337" y="136431"/>
                    <a:pt x="74809" y="128857"/>
                    <a:pt x="87110" y="116065"/>
                  </a:cubicBezTo>
                  <a:cubicBezTo>
                    <a:pt x="90511" y="112524"/>
                    <a:pt x="94864" y="111582"/>
                    <a:pt x="99712" y="111582"/>
                  </a:cubicBezTo>
                  <a:cubicBezTo>
                    <a:pt x="105219" y="111582"/>
                    <a:pt x="111366" y="112798"/>
                    <a:pt x="117483" y="112798"/>
                  </a:cubicBezTo>
                  <a:cubicBezTo>
                    <a:pt x="122528" y="112798"/>
                    <a:pt x="127553" y="111971"/>
                    <a:pt x="132183" y="108954"/>
                  </a:cubicBezTo>
                  <a:cubicBezTo>
                    <a:pt x="143090" y="101842"/>
                    <a:pt x="132942" y="88429"/>
                    <a:pt x="136384" y="80862"/>
                  </a:cubicBezTo>
                  <a:cubicBezTo>
                    <a:pt x="139573" y="73877"/>
                    <a:pt x="152303" y="70360"/>
                    <a:pt x="154428" y="63400"/>
                  </a:cubicBezTo>
                  <a:cubicBezTo>
                    <a:pt x="158756" y="49152"/>
                    <a:pt x="136207" y="46089"/>
                    <a:pt x="134106" y="26679"/>
                  </a:cubicBezTo>
                  <a:cubicBezTo>
                    <a:pt x="132109" y="8029"/>
                    <a:pt x="111777" y="0"/>
                    <a:pt x="94128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0047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g388894c9baf_1_211"/>
          <p:cNvSpPr txBox="1">
            <a:spLocks noGrp="1"/>
          </p:cNvSpPr>
          <p:nvPr>
            <p:ph type="ctrTitle"/>
          </p:nvPr>
        </p:nvSpPr>
        <p:spPr>
          <a:xfrm>
            <a:off x="4355692" y="54000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2" name="Google Shape;62;g388894c9baf_1_211"/>
          <p:cNvSpPr txBox="1">
            <a:spLocks noGrp="1"/>
          </p:cNvSpPr>
          <p:nvPr>
            <p:ph type="subTitle" idx="1"/>
          </p:nvPr>
        </p:nvSpPr>
        <p:spPr>
          <a:xfrm>
            <a:off x="4355692" y="146880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g388894c9baf_1_211"/>
          <p:cNvSpPr txBox="1">
            <a:spLocks noGrp="1"/>
          </p:cNvSpPr>
          <p:nvPr>
            <p:ph type="ctrTitle" idx="2"/>
          </p:nvPr>
        </p:nvSpPr>
        <p:spPr>
          <a:xfrm>
            <a:off x="6611072" y="54000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" name="Google Shape;64;g388894c9baf_1_211"/>
          <p:cNvSpPr txBox="1">
            <a:spLocks noGrp="1"/>
          </p:cNvSpPr>
          <p:nvPr>
            <p:ph type="subTitle" idx="3"/>
          </p:nvPr>
        </p:nvSpPr>
        <p:spPr>
          <a:xfrm>
            <a:off x="6611072" y="146880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g388894c9baf_1_211"/>
          <p:cNvSpPr txBox="1">
            <a:spLocks noGrp="1"/>
          </p:cNvSpPr>
          <p:nvPr>
            <p:ph type="ctrTitle" idx="4"/>
          </p:nvPr>
        </p:nvSpPr>
        <p:spPr>
          <a:xfrm>
            <a:off x="4355692" y="257175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" name="Google Shape;66;g388894c9baf_1_211"/>
          <p:cNvSpPr txBox="1">
            <a:spLocks noGrp="1"/>
          </p:cNvSpPr>
          <p:nvPr>
            <p:ph type="subTitle" idx="5"/>
          </p:nvPr>
        </p:nvSpPr>
        <p:spPr>
          <a:xfrm>
            <a:off x="4355692" y="350055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g388894c9baf_1_211"/>
          <p:cNvSpPr txBox="1">
            <a:spLocks noGrp="1"/>
          </p:cNvSpPr>
          <p:nvPr>
            <p:ph type="ctrTitle" idx="6"/>
          </p:nvPr>
        </p:nvSpPr>
        <p:spPr>
          <a:xfrm>
            <a:off x="6611072" y="257175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8" name="Google Shape;68;g388894c9baf_1_211"/>
          <p:cNvSpPr txBox="1">
            <a:spLocks noGrp="1"/>
          </p:cNvSpPr>
          <p:nvPr>
            <p:ph type="subTitle" idx="7"/>
          </p:nvPr>
        </p:nvSpPr>
        <p:spPr>
          <a:xfrm>
            <a:off x="6611072" y="350055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9" name="Google Shape;69;g388894c9baf_1_211"/>
          <p:cNvSpPr txBox="1">
            <a:spLocks noGrp="1"/>
          </p:cNvSpPr>
          <p:nvPr>
            <p:ph type="ctrTitle" idx="8"/>
          </p:nvPr>
        </p:nvSpPr>
        <p:spPr>
          <a:xfrm>
            <a:off x="720000" y="2727093"/>
            <a:ext cx="3060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70" name="Google Shape;70;g388894c9baf_1_211"/>
          <p:cNvSpPr txBox="1">
            <a:spLocks noGrp="1"/>
          </p:cNvSpPr>
          <p:nvPr>
            <p:ph type="title" idx="9"/>
          </p:nvPr>
        </p:nvSpPr>
        <p:spPr>
          <a:xfrm>
            <a:off x="3426275" y="1078620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Nunito Black"/>
              <a:buNone/>
              <a:defRPr sz="1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g388894c9baf_1_211"/>
          <p:cNvSpPr txBox="1">
            <a:spLocks noGrp="1"/>
          </p:cNvSpPr>
          <p:nvPr>
            <p:ph type="title" idx="13"/>
          </p:nvPr>
        </p:nvSpPr>
        <p:spPr>
          <a:xfrm>
            <a:off x="6009696" y="1078620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Nunito Black"/>
              <a:buNone/>
              <a:defRPr sz="1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g388894c9baf_1_211"/>
          <p:cNvSpPr txBox="1">
            <a:spLocks noGrp="1"/>
          </p:cNvSpPr>
          <p:nvPr>
            <p:ph type="title" idx="14"/>
          </p:nvPr>
        </p:nvSpPr>
        <p:spPr>
          <a:xfrm>
            <a:off x="3426275" y="2913753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Nunito Black"/>
              <a:buNone/>
              <a:defRPr sz="1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g388894c9baf_1_211"/>
          <p:cNvSpPr txBox="1">
            <a:spLocks noGrp="1"/>
          </p:cNvSpPr>
          <p:nvPr>
            <p:ph type="title" idx="15"/>
          </p:nvPr>
        </p:nvSpPr>
        <p:spPr>
          <a:xfrm>
            <a:off x="6009696" y="2913753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Nunito Black"/>
              <a:buNone/>
              <a:defRPr sz="1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g388894c9baf_1_228"/>
          <p:cNvGrpSpPr/>
          <p:nvPr/>
        </p:nvGrpSpPr>
        <p:grpSpPr>
          <a:xfrm rot="9505138">
            <a:off x="-3652509" y="-6270947"/>
            <a:ext cx="10508627" cy="13394957"/>
            <a:chOff x="-1879753" y="82122"/>
            <a:chExt cx="6063135" cy="9165399"/>
          </a:xfrm>
        </p:grpSpPr>
        <p:sp>
          <p:nvSpPr>
            <p:cNvPr id="76" name="Google Shape;76;g388894c9baf_1_228"/>
            <p:cNvSpPr/>
            <p:nvPr/>
          </p:nvSpPr>
          <p:spPr>
            <a:xfrm rot="-6323906">
              <a:off x="-3215632" y="2816963"/>
              <a:ext cx="8488880" cy="3695716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88894c9baf_1_228"/>
            <p:cNvSpPr/>
            <p:nvPr/>
          </p:nvSpPr>
          <p:spPr>
            <a:xfrm rot="5028599">
              <a:off x="-2623280" y="2290037"/>
              <a:ext cx="8072834" cy="4150026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88894c9baf_1_228"/>
            <p:cNvSpPr/>
            <p:nvPr/>
          </p:nvSpPr>
          <p:spPr>
            <a:xfrm rot="4896579">
              <a:off x="-2618377" y="2561471"/>
              <a:ext cx="8411416" cy="4007641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0047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g388894c9baf_1_228"/>
          <p:cNvSpPr txBox="1">
            <a:spLocks noGrp="1"/>
          </p:cNvSpPr>
          <p:nvPr>
            <p:ph type="title"/>
          </p:nvPr>
        </p:nvSpPr>
        <p:spPr>
          <a:xfrm>
            <a:off x="720000" y="1602000"/>
            <a:ext cx="4867200" cy="1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6000"/>
              <a:buFont typeface="Nunito Black"/>
              <a:buNone/>
              <a:defRPr sz="6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g388894c9baf_1_228"/>
          <p:cNvSpPr txBox="1">
            <a:spLocks noGrp="1"/>
          </p:cNvSpPr>
          <p:nvPr>
            <p:ph type="title" idx="2"/>
          </p:nvPr>
        </p:nvSpPr>
        <p:spPr>
          <a:xfrm>
            <a:off x="719825" y="3542400"/>
            <a:ext cx="3531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None/>
              <a:defRPr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None/>
              <a:defRPr sz="16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1" name="Google Shape;81;g388894c9baf_1_228"/>
          <p:cNvSpPr txBox="1">
            <a:spLocks noGrp="1"/>
          </p:cNvSpPr>
          <p:nvPr>
            <p:ph type="title" idx="3"/>
          </p:nvPr>
        </p:nvSpPr>
        <p:spPr>
          <a:xfrm>
            <a:off x="720000" y="500400"/>
            <a:ext cx="6927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Black"/>
              <a:buNone/>
              <a:defRPr sz="20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g388894c9baf_1_236"/>
          <p:cNvGrpSpPr/>
          <p:nvPr/>
        </p:nvGrpSpPr>
        <p:grpSpPr>
          <a:xfrm rot="492070">
            <a:off x="1691148" y="4051425"/>
            <a:ext cx="5555415" cy="3219332"/>
            <a:chOff x="1047841" y="3717858"/>
            <a:chExt cx="6167117" cy="3573810"/>
          </a:xfrm>
        </p:grpSpPr>
        <p:sp>
          <p:nvSpPr>
            <p:cNvPr id="84" name="Google Shape;84;g388894c9baf_1_236"/>
            <p:cNvSpPr/>
            <p:nvPr/>
          </p:nvSpPr>
          <p:spPr>
            <a:xfrm rot="-541946">
              <a:off x="1223298" y="4168913"/>
              <a:ext cx="5738696" cy="2688951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solidFill>
              <a:srgbClr val="0093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88894c9baf_1_236"/>
            <p:cNvSpPr/>
            <p:nvPr/>
          </p:nvSpPr>
          <p:spPr>
            <a:xfrm rot="-10736965" flipH="1">
              <a:off x="1516793" y="3769653"/>
              <a:ext cx="5674267" cy="2660647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0047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88894c9baf_1_236"/>
          <p:cNvSpPr txBox="1">
            <a:spLocks noGrp="1"/>
          </p:cNvSpPr>
          <p:nvPr>
            <p:ph type="ctrTitle"/>
          </p:nvPr>
        </p:nvSpPr>
        <p:spPr>
          <a:xfrm>
            <a:off x="3546442" y="2153575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7" name="Google Shape;87;g388894c9baf_1_236"/>
          <p:cNvSpPr txBox="1">
            <a:spLocks noGrp="1"/>
          </p:cNvSpPr>
          <p:nvPr>
            <p:ph type="ctrTitle" idx="2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88" name="Google Shape;88;g388894c9baf_1_236"/>
          <p:cNvSpPr txBox="1">
            <a:spLocks noGrp="1"/>
          </p:cNvSpPr>
          <p:nvPr>
            <p:ph type="ctrTitle" idx="3"/>
          </p:nvPr>
        </p:nvSpPr>
        <p:spPr>
          <a:xfrm>
            <a:off x="6147217" y="2153575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9" name="Google Shape;89;g388894c9baf_1_236"/>
          <p:cNvSpPr txBox="1">
            <a:spLocks noGrp="1"/>
          </p:cNvSpPr>
          <p:nvPr>
            <p:ph type="ctrTitle" idx="4"/>
          </p:nvPr>
        </p:nvSpPr>
        <p:spPr>
          <a:xfrm>
            <a:off x="945667" y="2153575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_AND_BODY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g388894c9baf_1_244"/>
          <p:cNvGrpSpPr/>
          <p:nvPr/>
        </p:nvGrpSpPr>
        <p:grpSpPr>
          <a:xfrm>
            <a:off x="-1576183" y="1861739"/>
            <a:ext cx="10394413" cy="7679688"/>
            <a:chOff x="-2235939" y="641281"/>
            <a:chExt cx="13210998" cy="9760661"/>
          </a:xfrm>
        </p:grpSpPr>
        <p:sp>
          <p:nvSpPr>
            <p:cNvPr id="92" name="Google Shape;92;g388894c9baf_1_244"/>
            <p:cNvSpPr/>
            <p:nvPr/>
          </p:nvSpPr>
          <p:spPr>
            <a:xfrm rot="-1125119">
              <a:off x="-515725" y="2671805"/>
              <a:ext cx="10821707" cy="5949441"/>
            </a:xfrm>
            <a:custGeom>
              <a:avLst/>
              <a:gdLst/>
              <a:ahLst/>
              <a:cxnLst/>
              <a:rect l="l" t="t" r="r" b="b"/>
              <a:pathLst>
                <a:path w="131266" h="72166" extrusionOk="0">
                  <a:moveTo>
                    <a:pt x="12095" y="1"/>
                  </a:moveTo>
                  <a:cubicBezTo>
                    <a:pt x="11144" y="1"/>
                    <a:pt x="10156" y="123"/>
                    <a:pt x="9114" y="398"/>
                  </a:cubicBezTo>
                  <a:cubicBezTo>
                    <a:pt x="1" y="2976"/>
                    <a:pt x="360" y="18625"/>
                    <a:pt x="5097" y="24860"/>
                  </a:cubicBezTo>
                  <a:cubicBezTo>
                    <a:pt x="15589" y="38711"/>
                    <a:pt x="33696" y="35413"/>
                    <a:pt x="47067" y="43567"/>
                  </a:cubicBezTo>
                  <a:cubicBezTo>
                    <a:pt x="61996" y="52741"/>
                    <a:pt x="66313" y="70068"/>
                    <a:pt x="86039" y="71987"/>
                  </a:cubicBezTo>
                  <a:cubicBezTo>
                    <a:pt x="87215" y="72106"/>
                    <a:pt x="88444" y="72165"/>
                    <a:pt x="89712" y="72165"/>
                  </a:cubicBezTo>
                  <a:cubicBezTo>
                    <a:pt x="106935" y="72165"/>
                    <a:pt x="131265" y="61246"/>
                    <a:pt x="125011" y="41589"/>
                  </a:cubicBezTo>
                  <a:cubicBezTo>
                    <a:pt x="121596" y="30846"/>
                    <a:pt x="114129" y="28862"/>
                    <a:pt x="105803" y="28862"/>
                  </a:cubicBezTo>
                  <a:cubicBezTo>
                    <a:pt x="100925" y="28862"/>
                    <a:pt x="95751" y="29543"/>
                    <a:pt x="90924" y="29543"/>
                  </a:cubicBezTo>
                  <a:cubicBezTo>
                    <a:pt x="90104" y="29543"/>
                    <a:pt x="89294" y="29523"/>
                    <a:pt x="88497" y="29477"/>
                  </a:cubicBezTo>
                  <a:cubicBezTo>
                    <a:pt x="64857" y="28129"/>
                    <a:pt x="72191" y="4414"/>
                    <a:pt x="51394" y="4414"/>
                  </a:cubicBezTo>
                  <a:cubicBezTo>
                    <a:pt x="48138" y="4414"/>
                    <a:pt x="44193" y="4995"/>
                    <a:pt x="39332" y="6334"/>
                  </a:cubicBezTo>
                  <a:cubicBezTo>
                    <a:pt x="37315" y="6877"/>
                    <a:pt x="35479" y="7107"/>
                    <a:pt x="33785" y="7107"/>
                  </a:cubicBezTo>
                  <a:cubicBezTo>
                    <a:pt x="24375" y="7107"/>
                    <a:pt x="19353" y="1"/>
                    <a:pt x="12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88894c9baf_1_244"/>
            <p:cNvSpPr/>
            <p:nvPr/>
          </p:nvSpPr>
          <p:spPr>
            <a:xfrm rot="-1328841">
              <a:off x="-1530381" y="2546828"/>
              <a:ext cx="11273684" cy="5949567"/>
            </a:xfrm>
            <a:custGeom>
              <a:avLst/>
              <a:gdLst/>
              <a:ahLst/>
              <a:cxnLst/>
              <a:rect l="l" t="t" r="r" b="b"/>
              <a:pathLst>
                <a:path w="131266" h="72166" extrusionOk="0">
                  <a:moveTo>
                    <a:pt x="12095" y="1"/>
                  </a:moveTo>
                  <a:cubicBezTo>
                    <a:pt x="11144" y="1"/>
                    <a:pt x="10156" y="123"/>
                    <a:pt x="9114" y="398"/>
                  </a:cubicBezTo>
                  <a:cubicBezTo>
                    <a:pt x="1" y="2976"/>
                    <a:pt x="360" y="18625"/>
                    <a:pt x="5097" y="24860"/>
                  </a:cubicBezTo>
                  <a:cubicBezTo>
                    <a:pt x="15589" y="38711"/>
                    <a:pt x="33696" y="35413"/>
                    <a:pt x="47067" y="43567"/>
                  </a:cubicBezTo>
                  <a:cubicBezTo>
                    <a:pt x="61996" y="52741"/>
                    <a:pt x="66313" y="70068"/>
                    <a:pt x="86039" y="71987"/>
                  </a:cubicBezTo>
                  <a:cubicBezTo>
                    <a:pt x="87215" y="72106"/>
                    <a:pt x="88444" y="72165"/>
                    <a:pt x="89712" y="72165"/>
                  </a:cubicBezTo>
                  <a:cubicBezTo>
                    <a:pt x="106935" y="72165"/>
                    <a:pt x="131265" y="61246"/>
                    <a:pt x="125011" y="41589"/>
                  </a:cubicBezTo>
                  <a:cubicBezTo>
                    <a:pt x="121596" y="30846"/>
                    <a:pt x="114129" y="28862"/>
                    <a:pt x="105803" y="28862"/>
                  </a:cubicBezTo>
                  <a:cubicBezTo>
                    <a:pt x="100925" y="28862"/>
                    <a:pt x="95751" y="29543"/>
                    <a:pt x="90924" y="29543"/>
                  </a:cubicBezTo>
                  <a:cubicBezTo>
                    <a:pt x="90104" y="29543"/>
                    <a:pt x="89294" y="29523"/>
                    <a:pt x="88497" y="29477"/>
                  </a:cubicBezTo>
                  <a:cubicBezTo>
                    <a:pt x="64857" y="28129"/>
                    <a:pt x="72191" y="4414"/>
                    <a:pt x="51394" y="4414"/>
                  </a:cubicBezTo>
                  <a:cubicBezTo>
                    <a:pt x="48138" y="4414"/>
                    <a:pt x="44193" y="4995"/>
                    <a:pt x="39332" y="6334"/>
                  </a:cubicBezTo>
                  <a:cubicBezTo>
                    <a:pt x="37315" y="6877"/>
                    <a:pt x="35479" y="7107"/>
                    <a:pt x="33785" y="7107"/>
                  </a:cubicBezTo>
                  <a:cubicBezTo>
                    <a:pt x="24375" y="7107"/>
                    <a:pt x="19353" y="1"/>
                    <a:pt x="12095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g388894c9baf_1_244"/>
          <p:cNvSpPr txBox="1">
            <a:spLocks noGrp="1"/>
          </p:cNvSpPr>
          <p:nvPr>
            <p:ph type="ctrTitle"/>
          </p:nvPr>
        </p:nvSpPr>
        <p:spPr>
          <a:xfrm>
            <a:off x="792825" y="2156194"/>
            <a:ext cx="1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5" name="Google Shape;95;g388894c9baf_1_244"/>
          <p:cNvSpPr txBox="1">
            <a:spLocks noGrp="1"/>
          </p:cNvSpPr>
          <p:nvPr>
            <p:ph type="ctrTitle" idx="2"/>
          </p:nvPr>
        </p:nvSpPr>
        <p:spPr>
          <a:xfrm>
            <a:off x="4634970" y="2156194"/>
            <a:ext cx="1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" name="Google Shape;96;g388894c9baf_1_244"/>
          <p:cNvSpPr txBox="1">
            <a:spLocks noGrp="1"/>
          </p:cNvSpPr>
          <p:nvPr>
            <p:ph type="ctrTitle" idx="3"/>
          </p:nvPr>
        </p:nvSpPr>
        <p:spPr>
          <a:xfrm>
            <a:off x="2725200" y="2156194"/>
            <a:ext cx="1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7" name="Google Shape;97;g388894c9baf_1_244"/>
          <p:cNvSpPr txBox="1">
            <a:spLocks noGrp="1"/>
          </p:cNvSpPr>
          <p:nvPr>
            <p:ph type="ctrTitle" idx="4"/>
          </p:nvPr>
        </p:nvSpPr>
        <p:spPr>
          <a:xfrm>
            <a:off x="6552000" y="2156194"/>
            <a:ext cx="1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8" name="Google Shape;98;g388894c9baf_1_244"/>
          <p:cNvSpPr txBox="1">
            <a:spLocks noGrp="1"/>
          </p:cNvSpPr>
          <p:nvPr>
            <p:ph type="subTitle" idx="1"/>
          </p:nvPr>
        </p:nvSpPr>
        <p:spPr>
          <a:xfrm>
            <a:off x="774825" y="2782397"/>
            <a:ext cx="18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g388894c9baf_1_244"/>
          <p:cNvSpPr txBox="1">
            <a:spLocks noGrp="1"/>
          </p:cNvSpPr>
          <p:nvPr>
            <p:ph type="subTitle" idx="5"/>
          </p:nvPr>
        </p:nvSpPr>
        <p:spPr>
          <a:xfrm>
            <a:off x="4616970" y="2782397"/>
            <a:ext cx="18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0" name="Google Shape;100;g388894c9baf_1_244"/>
          <p:cNvSpPr txBox="1">
            <a:spLocks noGrp="1"/>
          </p:cNvSpPr>
          <p:nvPr>
            <p:ph type="subTitle" idx="6"/>
          </p:nvPr>
        </p:nvSpPr>
        <p:spPr>
          <a:xfrm>
            <a:off x="2703024" y="2782397"/>
            <a:ext cx="18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g388894c9baf_1_244"/>
          <p:cNvSpPr txBox="1">
            <a:spLocks noGrp="1"/>
          </p:cNvSpPr>
          <p:nvPr>
            <p:ph type="subTitle" idx="7"/>
          </p:nvPr>
        </p:nvSpPr>
        <p:spPr>
          <a:xfrm>
            <a:off x="6534000" y="2782397"/>
            <a:ext cx="18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g388894c9baf_1_244"/>
          <p:cNvSpPr txBox="1">
            <a:spLocks noGrp="1"/>
          </p:cNvSpPr>
          <p:nvPr>
            <p:ph type="ctrTitle" idx="8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8894c9baf_1_257"/>
          <p:cNvSpPr txBox="1">
            <a:spLocks noGrp="1"/>
          </p:cNvSpPr>
          <p:nvPr>
            <p:ph type="ctrTitle"/>
          </p:nvPr>
        </p:nvSpPr>
        <p:spPr>
          <a:xfrm>
            <a:off x="5706000" y="2281850"/>
            <a:ext cx="1692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5" name="Google Shape;105;g388894c9baf_1_257"/>
          <p:cNvSpPr txBox="1">
            <a:spLocks noGrp="1"/>
          </p:cNvSpPr>
          <p:nvPr>
            <p:ph type="subTitle" idx="1"/>
          </p:nvPr>
        </p:nvSpPr>
        <p:spPr>
          <a:xfrm>
            <a:off x="5299050" y="2752350"/>
            <a:ext cx="2505900" cy="17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6" name="Google Shape;106;g388894c9baf_1_257"/>
          <p:cNvSpPr txBox="1">
            <a:spLocks noGrp="1"/>
          </p:cNvSpPr>
          <p:nvPr>
            <p:ph type="ctrTitle" idx="2"/>
          </p:nvPr>
        </p:nvSpPr>
        <p:spPr>
          <a:xfrm>
            <a:off x="1746000" y="2281850"/>
            <a:ext cx="1692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7" name="Google Shape;107;g388894c9baf_1_257"/>
          <p:cNvSpPr txBox="1">
            <a:spLocks noGrp="1"/>
          </p:cNvSpPr>
          <p:nvPr>
            <p:ph type="subTitle" idx="3"/>
          </p:nvPr>
        </p:nvSpPr>
        <p:spPr>
          <a:xfrm>
            <a:off x="1339050" y="2752350"/>
            <a:ext cx="2505900" cy="17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8" name="Google Shape;108;g388894c9baf_1_257"/>
          <p:cNvGrpSpPr/>
          <p:nvPr/>
        </p:nvGrpSpPr>
        <p:grpSpPr>
          <a:xfrm rot="-486688">
            <a:off x="-7966927" y="-2718857"/>
            <a:ext cx="10294422" cy="8667001"/>
            <a:chOff x="-7185686" y="-2252697"/>
            <a:chExt cx="10294374" cy="8666961"/>
          </a:xfrm>
        </p:grpSpPr>
        <p:sp>
          <p:nvSpPr>
            <p:cNvPr id="109" name="Google Shape;109;g388894c9baf_1_257"/>
            <p:cNvSpPr/>
            <p:nvPr/>
          </p:nvSpPr>
          <p:spPr>
            <a:xfrm rot="-731812">
              <a:off x="-5602296" y="-1421611"/>
              <a:ext cx="8338946" cy="4412925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88894c9baf_1_257"/>
            <p:cNvSpPr/>
            <p:nvPr/>
          </p:nvSpPr>
          <p:spPr>
            <a:xfrm rot="9255169">
              <a:off x="-6722231" y="541866"/>
              <a:ext cx="8850589" cy="4156385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g388894c9baf_1_257"/>
          <p:cNvGrpSpPr/>
          <p:nvPr/>
        </p:nvGrpSpPr>
        <p:grpSpPr>
          <a:xfrm>
            <a:off x="7398096" y="-1846584"/>
            <a:ext cx="9776029" cy="7398261"/>
            <a:chOff x="6845021" y="-1723684"/>
            <a:chExt cx="9776029" cy="7398261"/>
          </a:xfrm>
        </p:grpSpPr>
        <p:sp>
          <p:nvSpPr>
            <p:cNvPr id="112" name="Google Shape;112;g388894c9baf_1_257"/>
            <p:cNvSpPr/>
            <p:nvPr/>
          </p:nvSpPr>
          <p:spPr>
            <a:xfrm rot="-731812">
              <a:off x="7563554" y="-230974"/>
              <a:ext cx="8338946" cy="4412925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88894c9baf_1_257"/>
            <p:cNvSpPr/>
            <p:nvPr/>
          </p:nvSpPr>
          <p:spPr>
            <a:xfrm rot="-1440741">
              <a:off x="7307758" y="-102752"/>
              <a:ext cx="8850554" cy="4156397"/>
            </a:xfrm>
            <a:custGeom>
              <a:avLst/>
              <a:gdLst/>
              <a:ahLst/>
              <a:cxnLst/>
              <a:rect l="l" t="t" r="r" b="b"/>
              <a:pathLst>
                <a:path w="144497" h="73309" extrusionOk="0">
                  <a:moveTo>
                    <a:pt x="108482" y="1"/>
                  </a:moveTo>
                  <a:cubicBezTo>
                    <a:pt x="107338" y="1"/>
                    <a:pt x="106209" y="129"/>
                    <a:pt x="105105" y="400"/>
                  </a:cubicBezTo>
                  <a:cubicBezTo>
                    <a:pt x="90832" y="3862"/>
                    <a:pt x="85689" y="17967"/>
                    <a:pt x="65810" y="17967"/>
                  </a:cubicBezTo>
                  <a:cubicBezTo>
                    <a:pt x="63309" y="17967"/>
                    <a:pt x="60574" y="17744"/>
                    <a:pt x="57559" y="17248"/>
                  </a:cubicBezTo>
                  <a:cubicBezTo>
                    <a:pt x="45660" y="15238"/>
                    <a:pt x="30615" y="6852"/>
                    <a:pt x="19997" y="6852"/>
                  </a:cubicBezTo>
                  <a:cubicBezTo>
                    <a:pt x="15100" y="6852"/>
                    <a:pt x="11145" y="8636"/>
                    <a:pt x="8874" y="13651"/>
                  </a:cubicBezTo>
                  <a:cubicBezTo>
                    <a:pt x="1" y="32957"/>
                    <a:pt x="18288" y="47886"/>
                    <a:pt x="29020" y="49086"/>
                  </a:cubicBezTo>
                  <a:cubicBezTo>
                    <a:pt x="29588" y="49151"/>
                    <a:pt x="30202" y="49182"/>
                    <a:pt x="30859" y="49182"/>
                  </a:cubicBezTo>
                  <a:cubicBezTo>
                    <a:pt x="39889" y="49182"/>
                    <a:pt x="56810" y="43389"/>
                    <a:pt x="68473" y="43389"/>
                  </a:cubicBezTo>
                  <a:cubicBezTo>
                    <a:pt x="71445" y="43389"/>
                    <a:pt x="74075" y="43765"/>
                    <a:pt x="76146" y="44709"/>
                  </a:cubicBezTo>
                  <a:cubicBezTo>
                    <a:pt x="95212" y="53283"/>
                    <a:pt x="96112" y="73308"/>
                    <a:pt x="110921" y="73308"/>
                  </a:cubicBezTo>
                  <a:cubicBezTo>
                    <a:pt x="125131" y="73248"/>
                    <a:pt x="144497" y="49265"/>
                    <a:pt x="144137" y="36854"/>
                  </a:cubicBezTo>
                  <a:cubicBezTo>
                    <a:pt x="143745" y="25324"/>
                    <a:pt x="124544" y="1"/>
                    <a:pt x="108482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g388894c9baf_1_257"/>
          <p:cNvSpPr txBox="1">
            <a:spLocks noGrp="1"/>
          </p:cNvSpPr>
          <p:nvPr>
            <p:ph type="ctrTitle" idx="4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bg>
      <p:bgPr>
        <a:solidFill>
          <a:schemeClr val="dk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8894c9baf_1_269"/>
          <p:cNvSpPr txBox="1">
            <a:spLocks noGrp="1"/>
          </p:cNvSpPr>
          <p:nvPr>
            <p:ph type="ctrTitle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8894c9baf_1_271"/>
          <p:cNvSpPr/>
          <p:nvPr/>
        </p:nvSpPr>
        <p:spPr>
          <a:xfrm rot="-1528643">
            <a:off x="-4218067" y="-1198177"/>
            <a:ext cx="8639864" cy="7426012"/>
          </a:xfrm>
          <a:custGeom>
            <a:avLst/>
            <a:gdLst/>
            <a:ahLst/>
            <a:cxnLst/>
            <a:rect l="l" t="t" r="r" b="b"/>
            <a:pathLst>
              <a:path w="158756" h="136432" extrusionOk="0">
                <a:moveTo>
                  <a:pt x="94128" y="0"/>
                </a:moveTo>
                <a:cubicBezTo>
                  <a:pt x="89863" y="0"/>
                  <a:pt x="85754" y="469"/>
                  <a:pt x="82099" y="1371"/>
                </a:cubicBezTo>
                <a:cubicBezTo>
                  <a:pt x="61878" y="6356"/>
                  <a:pt x="55779" y="30626"/>
                  <a:pt x="33457" y="31867"/>
                </a:cubicBezTo>
                <a:cubicBezTo>
                  <a:pt x="13110" y="32955"/>
                  <a:pt x="0" y="47507"/>
                  <a:pt x="11642" y="69094"/>
                </a:cubicBezTo>
                <a:cubicBezTo>
                  <a:pt x="24473" y="92807"/>
                  <a:pt x="3265" y="108245"/>
                  <a:pt x="17817" y="129352"/>
                </a:cubicBezTo>
                <a:cubicBezTo>
                  <a:pt x="21157" y="134197"/>
                  <a:pt x="28379" y="136431"/>
                  <a:pt x="37163" y="136431"/>
                </a:cubicBezTo>
                <a:cubicBezTo>
                  <a:pt x="53337" y="136431"/>
                  <a:pt x="74809" y="128857"/>
                  <a:pt x="87110" y="116065"/>
                </a:cubicBezTo>
                <a:cubicBezTo>
                  <a:pt x="90511" y="112524"/>
                  <a:pt x="94864" y="111582"/>
                  <a:pt x="99712" y="111582"/>
                </a:cubicBezTo>
                <a:cubicBezTo>
                  <a:pt x="105219" y="111582"/>
                  <a:pt x="111366" y="112798"/>
                  <a:pt x="117483" y="112798"/>
                </a:cubicBezTo>
                <a:cubicBezTo>
                  <a:pt x="122528" y="112798"/>
                  <a:pt x="127553" y="111971"/>
                  <a:pt x="132183" y="108954"/>
                </a:cubicBezTo>
                <a:cubicBezTo>
                  <a:pt x="143090" y="101842"/>
                  <a:pt x="132942" y="88429"/>
                  <a:pt x="136384" y="80862"/>
                </a:cubicBezTo>
                <a:cubicBezTo>
                  <a:pt x="139573" y="73877"/>
                  <a:pt x="152303" y="70360"/>
                  <a:pt x="154428" y="63400"/>
                </a:cubicBezTo>
                <a:cubicBezTo>
                  <a:pt x="158756" y="49152"/>
                  <a:pt x="136207" y="46089"/>
                  <a:pt x="134106" y="26679"/>
                </a:cubicBezTo>
                <a:cubicBezTo>
                  <a:pt x="132109" y="8029"/>
                  <a:pt x="111777" y="0"/>
                  <a:pt x="94128" y="0"/>
                </a:cubicBezTo>
                <a:close/>
              </a:path>
            </a:pathLst>
          </a:custGeom>
          <a:solidFill>
            <a:srgbClr val="0093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88894c9baf_1_271"/>
          <p:cNvSpPr/>
          <p:nvPr/>
        </p:nvSpPr>
        <p:spPr>
          <a:xfrm rot="-918285">
            <a:off x="-4389954" y="-945824"/>
            <a:ext cx="8639909" cy="7426057"/>
          </a:xfrm>
          <a:custGeom>
            <a:avLst/>
            <a:gdLst/>
            <a:ahLst/>
            <a:cxnLst/>
            <a:rect l="l" t="t" r="r" b="b"/>
            <a:pathLst>
              <a:path w="158756" h="136432" extrusionOk="0">
                <a:moveTo>
                  <a:pt x="94128" y="0"/>
                </a:moveTo>
                <a:cubicBezTo>
                  <a:pt x="89863" y="0"/>
                  <a:pt x="85754" y="469"/>
                  <a:pt x="82099" y="1371"/>
                </a:cubicBezTo>
                <a:cubicBezTo>
                  <a:pt x="61878" y="6356"/>
                  <a:pt x="55779" y="30626"/>
                  <a:pt x="33457" y="31867"/>
                </a:cubicBezTo>
                <a:cubicBezTo>
                  <a:pt x="13110" y="32955"/>
                  <a:pt x="0" y="47507"/>
                  <a:pt x="11642" y="69094"/>
                </a:cubicBezTo>
                <a:cubicBezTo>
                  <a:pt x="24473" y="92807"/>
                  <a:pt x="3265" y="108245"/>
                  <a:pt x="17817" y="129352"/>
                </a:cubicBezTo>
                <a:cubicBezTo>
                  <a:pt x="21157" y="134197"/>
                  <a:pt x="28379" y="136431"/>
                  <a:pt x="37163" y="136431"/>
                </a:cubicBezTo>
                <a:cubicBezTo>
                  <a:pt x="53337" y="136431"/>
                  <a:pt x="74809" y="128857"/>
                  <a:pt x="87110" y="116065"/>
                </a:cubicBezTo>
                <a:cubicBezTo>
                  <a:pt x="90511" y="112524"/>
                  <a:pt x="94864" y="111582"/>
                  <a:pt x="99712" y="111582"/>
                </a:cubicBezTo>
                <a:cubicBezTo>
                  <a:pt x="105219" y="111582"/>
                  <a:pt x="111366" y="112798"/>
                  <a:pt x="117483" y="112798"/>
                </a:cubicBezTo>
                <a:cubicBezTo>
                  <a:pt x="122528" y="112798"/>
                  <a:pt x="127553" y="111971"/>
                  <a:pt x="132183" y="108954"/>
                </a:cubicBezTo>
                <a:cubicBezTo>
                  <a:pt x="143090" y="101842"/>
                  <a:pt x="132942" y="88429"/>
                  <a:pt x="136384" y="80862"/>
                </a:cubicBezTo>
                <a:cubicBezTo>
                  <a:pt x="139573" y="73877"/>
                  <a:pt x="152303" y="70360"/>
                  <a:pt x="154428" y="63400"/>
                </a:cubicBezTo>
                <a:cubicBezTo>
                  <a:pt x="158756" y="49152"/>
                  <a:pt x="136207" y="46089"/>
                  <a:pt x="134106" y="26679"/>
                </a:cubicBezTo>
                <a:cubicBezTo>
                  <a:pt x="132109" y="8029"/>
                  <a:pt x="111777" y="0"/>
                  <a:pt x="94128" y="0"/>
                </a:cubicBezTo>
                <a:close/>
              </a:path>
            </a:pathLst>
          </a:custGeom>
          <a:noFill/>
          <a:ln w="28575" cap="flat" cmpd="sng">
            <a:solidFill>
              <a:srgbClr val="0047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88894c9baf_1_271"/>
          <p:cNvSpPr txBox="1">
            <a:spLocks noGrp="1"/>
          </p:cNvSpPr>
          <p:nvPr>
            <p:ph type="subTitle" idx="1"/>
          </p:nvPr>
        </p:nvSpPr>
        <p:spPr>
          <a:xfrm>
            <a:off x="4467800" y="2620350"/>
            <a:ext cx="3675300" cy="23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3FC"/>
              </a:buClr>
              <a:buSzPts val="1600"/>
              <a:buFont typeface="Nunito"/>
              <a:buNone/>
              <a:defRPr sz="1600">
                <a:solidFill>
                  <a:srgbClr val="0093FC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g388894c9baf_1_271"/>
          <p:cNvSpPr txBox="1">
            <a:spLocks noGrp="1"/>
          </p:cNvSpPr>
          <p:nvPr>
            <p:ph type="title"/>
          </p:nvPr>
        </p:nvSpPr>
        <p:spPr>
          <a:xfrm>
            <a:off x="4572000" y="1816050"/>
            <a:ext cx="3852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400"/>
              <a:buNone/>
              <a:defRPr sz="2400">
                <a:solidFill>
                  <a:srgbClr val="00477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3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8894c9baf_1_276"/>
          <p:cNvSpPr/>
          <p:nvPr/>
        </p:nvSpPr>
        <p:spPr>
          <a:xfrm rot="-2507374">
            <a:off x="9130926" y="-2242501"/>
            <a:ext cx="4744620" cy="6460290"/>
          </a:xfrm>
          <a:custGeom>
            <a:avLst/>
            <a:gdLst/>
            <a:ahLst/>
            <a:cxnLst/>
            <a:rect l="l" t="t" r="r" b="b"/>
            <a:pathLst>
              <a:path w="102531" h="127139" extrusionOk="0">
                <a:moveTo>
                  <a:pt x="28704" y="1"/>
                </a:moveTo>
                <a:cubicBezTo>
                  <a:pt x="16874" y="1"/>
                  <a:pt x="4566" y="5481"/>
                  <a:pt x="2283" y="19984"/>
                </a:cubicBezTo>
                <a:cubicBezTo>
                  <a:pt x="1" y="34517"/>
                  <a:pt x="9328" y="36809"/>
                  <a:pt x="20429" y="36809"/>
                </a:cubicBezTo>
                <a:cubicBezTo>
                  <a:pt x="25544" y="36809"/>
                  <a:pt x="31036" y="36323"/>
                  <a:pt x="35942" y="36323"/>
                </a:cubicBezTo>
                <a:cubicBezTo>
                  <a:pt x="41648" y="36323"/>
                  <a:pt x="46562" y="36981"/>
                  <a:pt x="49169" y="39830"/>
                </a:cubicBezTo>
                <a:cubicBezTo>
                  <a:pt x="58882" y="50322"/>
                  <a:pt x="38917" y="62553"/>
                  <a:pt x="42274" y="75444"/>
                </a:cubicBezTo>
                <a:cubicBezTo>
                  <a:pt x="43293" y="79221"/>
                  <a:pt x="57203" y="77603"/>
                  <a:pt x="59901" y="85337"/>
                </a:cubicBezTo>
                <a:cubicBezTo>
                  <a:pt x="61760" y="90913"/>
                  <a:pt x="48989" y="120292"/>
                  <a:pt x="65238" y="126168"/>
                </a:cubicBezTo>
                <a:cubicBezTo>
                  <a:pt x="67077" y="126837"/>
                  <a:pt x="68889" y="127139"/>
                  <a:pt x="70652" y="127139"/>
                </a:cubicBezTo>
                <a:cubicBezTo>
                  <a:pt x="78374" y="127139"/>
                  <a:pt x="85158" y="121346"/>
                  <a:pt x="89160" y="115196"/>
                </a:cubicBezTo>
                <a:cubicBezTo>
                  <a:pt x="102531" y="94031"/>
                  <a:pt x="78248" y="85817"/>
                  <a:pt x="73931" y="69748"/>
                </a:cubicBezTo>
                <a:cubicBezTo>
                  <a:pt x="69435" y="53020"/>
                  <a:pt x="90120" y="42288"/>
                  <a:pt x="81126" y="25740"/>
                </a:cubicBezTo>
                <a:cubicBezTo>
                  <a:pt x="75490" y="15427"/>
                  <a:pt x="69195" y="20583"/>
                  <a:pt x="60861" y="15727"/>
                </a:cubicBezTo>
                <a:cubicBezTo>
                  <a:pt x="54445" y="11950"/>
                  <a:pt x="46891" y="3795"/>
                  <a:pt x="40176" y="1757"/>
                </a:cubicBezTo>
                <a:cubicBezTo>
                  <a:pt x="36681" y="632"/>
                  <a:pt x="32720" y="1"/>
                  <a:pt x="28704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g388894c9baf_1_276"/>
          <p:cNvGrpSpPr/>
          <p:nvPr/>
        </p:nvGrpSpPr>
        <p:grpSpPr>
          <a:xfrm rot="-332955">
            <a:off x="-5670670" y="400921"/>
            <a:ext cx="10850560" cy="9489488"/>
            <a:chOff x="-5661936" y="79197"/>
            <a:chExt cx="10850707" cy="9489616"/>
          </a:xfrm>
        </p:grpSpPr>
        <p:sp>
          <p:nvSpPr>
            <p:cNvPr id="125" name="Google Shape;125;g388894c9baf_1_276"/>
            <p:cNvSpPr/>
            <p:nvPr/>
          </p:nvSpPr>
          <p:spPr>
            <a:xfrm rot="8119849">
              <a:off x="-3960280" y="544892"/>
              <a:ext cx="3986680" cy="6478812"/>
            </a:xfrm>
            <a:custGeom>
              <a:avLst/>
              <a:gdLst/>
              <a:ahLst/>
              <a:cxnLst/>
              <a:rect l="l" t="t" r="r" b="b"/>
              <a:pathLst>
                <a:path w="102531" h="127139" extrusionOk="0">
                  <a:moveTo>
                    <a:pt x="28704" y="1"/>
                  </a:moveTo>
                  <a:cubicBezTo>
                    <a:pt x="16874" y="1"/>
                    <a:pt x="4566" y="5481"/>
                    <a:pt x="2283" y="19984"/>
                  </a:cubicBezTo>
                  <a:cubicBezTo>
                    <a:pt x="1" y="34517"/>
                    <a:pt x="9328" y="36809"/>
                    <a:pt x="20429" y="36809"/>
                  </a:cubicBezTo>
                  <a:cubicBezTo>
                    <a:pt x="25544" y="36809"/>
                    <a:pt x="31036" y="36323"/>
                    <a:pt x="35942" y="36323"/>
                  </a:cubicBezTo>
                  <a:cubicBezTo>
                    <a:pt x="41648" y="36323"/>
                    <a:pt x="46562" y="36981"/>
                    <a:pt x="49169" y="39830"/>
                  </a:cubicBezTo>
                  <a:cubicBezTo>
                    <a:pt x="58882" y="50322"/>
                    <a:pt x="38917" y="62553"/>
                    <a:pt x="42274" y="75444"/>
                  </a:cubicBezTo>
                  <a:cubicBezTo>
                    <a:pt x="43293" y="79221"/>
                    <a:pt x="57203" y="77603"/>
                    <a:pt x="59901" y="85337"/>
                  </a:cubicBezTo>
                  <a:cubicBezTo>
                    <a:pt x="61760" y="90913"/>
                    <a:pt x="48989" y="120292"/>
                    <a:pt x="65238" y="126168"/>
                  </a:cubicBezTo>
                  <a:cubicBezTo>
                    <a:pt x="67077" y="126837"/>
                    <a:pt x="68889" y="127139"/>
                    <a:pt x="70652" y="127139"/>
                  </a:cubicBezTo>
                  <a:cubicBezTo>
                    <a:pt x="78374" y="127139"/>
                    <a:pt x="85158" y="121346"/>
                    <a:pt x="89160" y="115196"/>
                  </a:cubicBezTo>
                  <a:cubicBezTo>
                    <a:pt x="102531" y="94031"/>
                    <a:pt x="78248" y="85817"/>
                    <a:pt x="73931" y="69748"/>
                  </a:cubicBezTo>
                  <a:cubicBezTo>
                    <a:pt x="69435" y="53020"/>
                    <a:pt x="90120" y="42288"/>
                    <a:pt x="81126" y="25740"/>
                  </a:cubicBezTo>
                  <a:cubicBezTo>
                    <a:pt x="75490" y="15427"/>
                    <a:pt x="69195" y="20583"/>
                    <a:pt x="60861" y="15727"/>
                  </a:cubicBezTo>
                  <a:cubicBezTo>
                    <a:pt x="54445" y="11950"/>
                    <a:pt x="46891" y="3795"/>
                    <a:pt x="40176" y="1757"/>
                  </a:cubicBezTo>
                  <a:cubicBezTo>
                    <a:pt x="36681" y="632"/>
                    <a:pt x="32720" y="1"/>
                    <a:pt x="28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88894c9baf_1_276"/>
            <p:cNvSpPr/>
            <p:nvPr/>
          </p:nvSpPr>
          <p:spPr>
            <a:xfrm rot="9613791">
              <a:off x="331741" y="3206185"/>
              <a:ext cx="3983049" cy="5861755"/>
            </a:xfrm>
            <a:custGeom>
              <a:avLst/>
              <a:gdLst/>
              <a:ahLst/>
              <a:cxnLst/>
              <a:rect l="l" t="t" r="r" b="b"/>
              <a:pathLst>
                <a:path w="102531" h="127139" extrusionOk="0">
                  <a:moveTo>
                    <a:pt x="28704" y="1"/>
                  </a:moveTo>
                  <a:cubicBezTo>
                    <a:pt x="16874" y="1"/>
                    <a:pt x="4566" y="5481"/>
                    <a:pt x="2283" y="19984"/>
                  </a:cubicBezTo>
                  <a:cubicBezTo>
                    <a:pt x="1" y="34517"/>
                    <a:pt x="9328" y="36809"/>
                    <a:pt x="20429" y="36809"/>
                  </a:cubicBezTo>
                  <a:cubicBezTo>
                    <a:pt x="25544" y="36809"/>
                    <a:pt x="31036" y="36323"/>
                    <a:pt x="35942" y="36323"/>
                  </a:cubicBezTo>
                  <a:cubicBezTo>
                    <a:pt x="41648" y="36323"/>
                    <a:pt x="46562" y="36981"/>
                    <a:pt x="49169" y="39830"/>
                  </a:cubicBezTo>
                  <a:cubicBezTo>
                    <a:pt x="58882" y="50322"/>
                    <a:pt x="38917" y="62553"/>
                    <a:pt x="42274" y="75444"/>
                  </a:cubicBezTo>
                  <a:cubicBezTo>
                    <a:pt x="43293" y="79221"/>
                    <a:pt x="57203" y="77603"/>
                    <a:pt x="59901" y="85337"/>
                  </a:cubicBezTo>
                  <a:cubicBezTo>
                    <a:pt x="61760" y="90913"/>
                    <a:pt x="48989" y="120292"/>
                    <a:pt x="65238" y="126168"/>
                  </a:cubicBezTo>
                  <a:cubicBezTo>
                    <a:pt x="67077" y="126837"/>
                    <a:pt x="68889" y="127139"/>
                    <a:pt x="70652" y="127139"/>
                  </a:cubicBezTo>
                  <a:cubicBezTo>
                    <a:pt x="78374" y="127139"/>
                    <a:pt x="85158" y="121346"/>
                    <a:pt x="89160" y="115196"/>
                  </a:cubicBezTo>
                  <a:cubicBezTo>
                    <a:pt x="102531" y="94031"/>
                    <a:pt x="78248" y="85817"/>
                    <a:pt x="73931" y="69748"/>
                  </a:cubicBezTo>
                  <a:cubicBezTo>
                    <a:pt x="69435" y="53020"/>
                    <a:pt x="90120" y="42288"/>
                    <a:pt x="81126" y="25740"/>
                  </a:cubicBezTo>
                  <a:cubicBezTo>
                    <a:pt x="75490" y="15427"/>
                    <a:pt x="69195" y="20583"/>
                    <a:pt x="60861" y="15727"/>
                  </a:cubicBezTo>
                  <a:cubicBezTo>
                    <a:pt x="54445" y="11950"/>
                    <a:pt x="46891" y="3795"/>
                    <a:pt x="40176" y="1757"/>
                  </a:cubicBezTo>
                  <a:cubicBezTo>
                    <a:pt x="36681" y="632"/>
                    <a:pt x="32720" y="1"/>
                    <a:pt x="28704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g388894c9baf_1_276"/>
          <p:cNvSpPr txBox="1">
            <a:spLocks noGrp="1"/>
          </p:cNvSpPr>
          <p:nvPr>
            <p:ph type="ctrTitle"/>
          </p:nvPr>
        </p:nvSpPr>
        <p:spPr>
          <a:xfrm>
            <a:off x="2286450" y="3319371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8" name="Google Shape;128;g388894c9baf_1_276"/>
          <p:cNvSpPr txBox="1">
            <a:spLocks noGrp="1"/>
          </p:cNvSpPr>
          <p:nvPr>
            <p:ph type="subTitle" idx="1"/>
          </p:nvPr>
        </p:nvSpPr>
        <p:spPr>
          <a:xfrm>
            <a:off x="2286442" y="4043206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g388894c9baf_1_276"/>
          <p:cNvSpPr txBox="1">
            <a:spLocks noGrp="1"/>
          </p:cNvSpPr>
          <p:nvPr>
            <p:ph type="ctrTitle" idx="2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30" name="Google Shape;130;g388894c9baf_1_276"/>
          <p:cNvSpPr txBox="1">
            <a:spLocks noGrp="1"/>
          </p:cNvSpPr>
          <p:nvPr>
            <p:ph type="ctrTitle" idx="3"/>
          </p:nvPr>
        </p:nvSpPr>
        <p:spPr>
          <a:xfrm>
            <a:off x="6246450" y="118575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1" name="Google Shape;131;g388894c9baf_1_276"/>
          <p:cNvSpPr txBox="1">
            <a:spLocks noGrp="1"/>
          </p:cNvSpPr>
          <p:nvPr>
            <p:ph type="subTitle" idx="4"/>
          </p:nvPr>
        </p:nvSpPr>
        <p:spPr>
          <a:xfrm>
            <a:off x="6246450" y="199575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g388894c9baf_1_276"/>
          <p:cNvSpPr txBox="1">
            <a:spLocks noGrp="1"/>
          </p:cNvSpPr>
          <p:nvPr>
            <p:ph type="ctrTitle" idx="5"/>
          </p:nvPr>
        </p:nvSpPr>
        <p:spPr>
          <a:xfrm>
            <a:off x="846450" y="1185750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3" name="Google Shape;133;g388894c9baf_1_276"/>
          <p:cNvSpPr txBox="1">
            <a:spLocks noGrp="1"/>
          </p:cNvSpPr>
          <p:nvPr>
            <p:ph type="subTitle" idx="6"/>
          </p:nvPr>
        </p:nvSpPr>
        <p:spPr>
          <a:xfrm>
            <a:off x="846450" y="1995750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g388894c9baf_1_276"/>
          <p:cNvSpPr txBox="1">
            <a:spLocks noGrp="1"/>
          </p:cNvSpPr>
          <p:nvPr>
            <p:ph type="ctrTitle" idx="7"/>
          </p:nvPr>
        </p:nvSpPr>
        <p:spPr>
          <a:xfrm>
            <a:off x="4806450" y="3319371"/>
            <a:ext cx="20511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5" name="Google Shape;135;g388894c9baf_1_276"/>
          <p:cNvSpPr txBox="1">
            <a:spLocks noGrp="1"/>
          </p:cNvSpPr>
          <p:nvPr>
            <p:ph type="subTitle" idx="8"/>
          </p:nvPr>
        </p:nvSpPr>
        <p:spPr>
          <a:xfrm>
            <a:off x="4806450" y="4043206"/>
            <a:ext cx="20511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894c9baf_1_290"/>
          <p:cNvSpPr/>
          <p:nvPr/>
        </p:nvSpPr>
        <p:spPr>
          <a:xfrm rot="3958649">
            <a:off x="-3642175" y="3633821"/>
            <a:ext cx="4744407" cy="6460059"/>
          </a:xfrm>
          <a:custGeom>
            <a:avLst/>
            <a:gdLst/>
            <a:ahLst/>
            <a:cxnLst/>
            <a:rect l="l" t="t" r="r" b="b"/>
            <a:pathLst>
              <a:path w="102531" h="127139" extrusionOk="0">
                <a:moveTo>
                  <a:pt x="28704" y="1"/>
                </a:moveTo>
                <a:cubicBezTo>
                  <a:pt x="16874" y="1"/>
                  <a:pt x="4566" y="5481"/>
                  <a:pt x="2283" y="19984"/>
                </a:cubicBezTo>
                <a:cubicBezTo>
                  <a:pt x="1" y="34517"/>
                  <a:pt x="9328" y="36809"/>
                  <a:pt x="20429" y="36809"/>
                </a:cubicBezTo>
                <a:cubicBezTo>
                  <a:pt x="25544" y="36809"/>
                  <a:pt x="31036" y="36323"/>
                  <a:pt x="35942" y="36323"/>
                </a:cubicBezTo>
                <a:cubicBezTo>
                  <a:pt x="41648" y="36323"/>
                  <a:pt x="46562" y="36981"/>
                  <a:pt x="49169" y="39830"/>
                </a:cubicBezTo>
                <a:cubicBezTo>
                  <a:pt x="58882" y="50322"/>
                  <a:pt x="38917" y="62553"/>
                  <a:pt x="42274" y="75444"/>
                </a:cubicBezTo>
                <a:cubicBezTo>
                  <a:pt x="43293" y="79221"/>
                  <a:pt x="57203" y="77603"/>
                  <a:pt x="59901" y="85337"/>
                </a:cubicBezTo>
                <a:cubicBezTo>
                  <a:pt x="61760" y="90913"/>
                  <a:pt x="48989" y="120292"/>
                  <a:pt x="65238" y="126168"/>
                </a:cubicBezTo>
                <a:cubicBezTo>
                  <a:pt x="67077" y="126837"/>
                  <a:pt x="68889" y="127139"/>
                  <a:pt x="70652" y="127139"/>
                </a:cubicBezTo>
                <a:cubicBezTo>
                  <a:pt x="78374" y="127139"/>
                  <a:pt x="85158" y="121346"/>
                  <a:pt x="89160" y="115196"/>
                </a:cubicBezTo>
                <a:cubicBezTo>
                  <a:pt x="102531" y="94031"/>
                  <a:pt x="78248" y="85817"/>
                  <a:pt x="73931" y="69748"/>
                </a:cubicBezTo>
                <a:cubicBezTo>
                  <a:pt x="69435" y="53020"/>
                  <a:pt x="90120" y="42288"/>
                  <a:pt x="81126" y="25740"/>
                </a:cubicBezTo>
                <a:cubicBezTo>
                  <a:pt x="75490" y="15427"/>
                  <a:pt x="69195" y="20583"/>
                  <a:pt x="60861" y="15727"/>
                </a:cubicBezTo>
                <a:cubicBezTo>
                  <a:pt x="54445" y="11950"/>
                  <a:pt x="46891" y="3795"/>
                  <a:pt x="40176" y="1757"/>
                </a:cubicBezTo>
                <a:cubicBezTo>
                  <a:pt x="36681" y="632"/>
                  <a:pt x="32720" y="1"/>
                  <a:pt x="287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88894c9baf_1_290"/>
          <p:cNvSpPr txBox="1">
            <a:spLocks noGrp="1"/>
          </p:cNvSpPr>
          <p:nvPr>
            <p:ph type="subTitle" idx="1"/>
          </p:nvPr>
        </p:nvSpPr>
        <p:spPr>
          <a:xfrm>
            <a:off x="3912950" y="1993943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39" name="Google Shape;139;g388894c9baf_1_290"/>
          <p:cNvSpPr txBox="1">
            <a:spLocks noGrp="1"/>
          </p:cNvSpPr>
          <p:nvPr>
            <p:ph type="subTitle" idx="2"/>
          </p:nvPr>
        </p:nvSpPr>
        <p:spPr>
          <a:xfrm>
            <a:off x="3912950" y="3288805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40" name="Google Shape;140;g388894c9baf_1_290"/>
          <p:cNvSpPr txBox="1">
            <a:spLocks noGrp="1"/>
          </p:cNvSpPr>
          <p:nvPr>
            <p:ph type="subTitle" idx="3"/>
          </p:nvPr>
        </p:nvSpPr>
        <p:spPr>
          <a:xfrm>
            <a:off x="3912950" y="699676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41" name="Google Shape;141;g388894c9baf_1_290"/>
          <p:cNvSpPr txBox="1">
            <a:spLocks noGrp="1"/>
          </p:cNvSpPr>
          <p:nvPr>
            <p:ph type="subTitle" idx="4"/>
          </p:nvPr>
        </p:nvSpPr>
        <p:spPr>
          <a:xfrm>
            <a:off x="6391115" y="699676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42" name="Google Shape;142;g388894c9baf_1_290"/>
          <p:cNvSpPr txBox="1">
            <a:spLocks noGrp="1"/>
          </p:cNvSpPr>
          <p:nvPr>
            <p:ph type="subTitle" idx="5"/>
          </p:nvPr>
        </p:nvSpPr>
        <p:spPr>
          <a:xfrm>
            <a:off x="6391115" y="1993943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43" name="Google Shape;143;g388894c9baf_1_290"/>
          <p:cNvSpPr txBox="1">
            <a:spLocks noGrp="1"/>
          </p:cNvSpPr>
          <p:nvPr>
            <p:ph type="subTitle" idx="6"/>
          </p:nvPr>
        </p:nvSpPr>
        <p:spPr>
          <a:xfrm>
            <a:off x="6391115" y="3288210"/>
            <a:ext cx="18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20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grpSp>
        <p:nvGrpSpPr>
          <p:cNvPr id="144" name="Google Shape;144;g388894c9baf_1_290"/>
          <p:cNvGrpSpPr/>
          <p:nvPr/>
        </p:nvGrpSpPr>
        <p:grpSpPr>
          <a:xfrm rot="879697">
            <a:off x="-3726461" y="-4056976"/>
            <a:ext cx="8008110" cy="8135162"/>
            <a:chOff x="-3911933" y="-2765266"/>
            <a:chExt cx="8008421" cy="8135477"/>
          </a:xfrm>
        </p:grpSpPr>
        <p:sp>
          <p:nvSpPr>
            <p:cNvPr id="145" name="Google Shape;145;g388894c9baf_1_290"/>
            <p:cNvSpPr/>
            <p:nvPr/>
          </p:nvSpPr>
          <p:spPr>
            <a:xfrm rot="1977002">
              <a:off x="-2460781" y="-1994517"/>
              <a:ext cx="4744751" cy="6460097"/>
            </a:xfrm>
            <a:custGeom>
              <a:avLst/>
              <a:gdLst/>
              <a:ahLst/>
              <a:cxnLst/>
              <a:rect l="l" t="t" r="r" b="b"/>
              <a:pathLst>
                <a:path w="102531" h="127139" extrusionOk="0">
                  <a:moveTo>
                    <a:pt x="28704" y="1"/>
                  </a:moveTo>
                  <a:cubicBezTo>
                    <a:pt x="16874" y="1"/>
                    <a:pt x="4566" y="5481"/>
                    <a:pt x="2283" y="19984"/>
                  </a:cubicBezTo>
                  <a:cubicBezTo>
                    <a:pt x="1" y="34517"/>
                    <a:pt x="9328" y="36809"/>
                    <a:pt x="20429" y="36809"/>
                  </a:cubicBezTo>
                  <a:cubicBezTo>
                    <a:pt x="25544" y="36809"/>
                    <a:pt x="31036" y="36323"/>
                    <a:pt x="35942" y="36323"/>
                  </a:cubicBezTo>
                  <a:cubicBezTo>
                    <a:pt x="41648" y="36323"/>
                    <a:pt x="46562" y="36981"/>
                    <a:pt x="49169" y="39830"/>
                  </a:cubicBezTo>
                  <a:cubicBezTo>
                    <a:pt x="58882" y="50322"/>
                    <a:pt x="38917" y="62553"/>
                    <a:pt x="42274" y="75444"/>
                  </a:cubicBezTo>
                  <a:cubicBezTo>
                    <a:pt x="43293" y="79221"/>
                    <a:pt x="57203" y="77603"/>
                    <a:pt x="59901" y="85337"/>
                  </a:cubicBezTo>
                  <a:cubicBezTo>
                    <a:pt x="61760" y="90913"/>
                    <a:pt x="48989" y="120292"/>
                    <a:pt x="65238" y="126168"/>
                  </a:cubicBezTo>
                  <a:cubicBezTo>
                    <a:pt x="67077" y="126837"/>
                    <a:pt x="68889" y="127139"/>
                    <a:pt x="70652" y="127139"/>
                  </a:cubicBezTo>
                  <a:cubicBezTo>
                    <a:pt x="78374" y="127139"/>
                    <a:pt x="85158" y="121346"/>
                    <a:pt x="89160" y="115196"/>
                  </a:cubicBezTo>
                  <a:cubicBezTo>
                    <a:pt x="102531" y="94031"/>
                    <a:pt x="78248" y="85817"/>
                    <a:pt x="73931" y="69748"/>
                  </a:cubicBezTo>
                  <a:cubicBezTo>
                    <a:pt x="69435" y="53020"/>
                    <a:pt x="90120" y="42288"/>
                    <a:pt x="81126" y="25740"/>
                  </a:cubicBezTo>
                  <a:cubicBezTo>
                    <a:pt x="75490" y="15427"/>
                    <a:pt x="69195" y="20583"/>
                    <a:pt x="60861" y="15727"/>
                  </a:cubicBezTo>
                  <a:cubicBezTo>
                    <a:pt x="54445" y="11950"/>
                    <a:pt x="46891" y="3795"/>
                    <a:pt x="40176" y="1757"/>
                  </a:cubicBezTo>
                  <a:cubicBezTo>
                    <a:pt x="36681" y="632"/>
                    <a:pt x="32720" y="1"/>
                    <a:pt x="28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88894c9baf_1_290"/>
            <p:cNvSpPr/>
            <p:nvPr/>
          </p:nvSpPr>
          <p:spPr>
            <a:xfrm rot="3078990">
              <a:off x="-2280017" y="-1730782"/>
              <a:ext cx="4744589" cy="6460375"/>
            </a:xfrm>
            <a:custGeom>
              <a:avLst/>
              <a:gdLst/>
              <a:ahLst/>
              <a:cxnLst/>
              <a:rect l="l" t="t" r="r" b="b"/>
              <a:pathLst>
                <a:path w="102531" h="127139" extrusionOk="0">
                  <a:moveTo>
                    <a:pt x="28704" y="1"/>
                  </a:moveTo>
                  <a:cubicBezTo>
                    <a:pt x="16874" y="1"/>
                    <a:pt x="4566" y="5481"/>
                    <a:pt x="2283" y="19984"/>
                  </a:cubicBezTo>
                  <a:cubicBezTo>
                    <a:pt x="1" y="34517"/>
                    <a:pt x="9328" y="36809"/>
                    <a:pt x="20429" y="36809"/>
                  </a:cubicBezTo>
                  <a:cubicBezTo>
                    <a:pt x="25544" y="36809"/>
                    <a:pt x="31036" y="36323"/>
                    <a:pt x="35942" y="36323"/>
                  </a:cubicBezTo>
                  <a:cubicBezTo>
                    <a:pt x="41648" y="36323"/>
                    <a:pt x="46562" y="36981"/>
                    <a:pt x="49169" y="39830"/>
                  </a:cubicBezTo>
                  <a:cubicBezTo>
                    <a:pt x="58882" y="50322"/>
                    <a:pt x="38917" y="62553"/>
                    <a:pt x="42274" y="75444"/>
                  </a:cubicBezTo>
                  <a:cubicBezTo>
                    <a:pt x="43293" y="79221"/>
                    <a:pt x="57203" y="77603"/>
                    <a:pt x="59901" y="85337"/>
                  </a:cubicBezTo>
                  <a:cubicBezTo>
                    <a:pt x="61760" y="90913"/>
                    <a:pt x="48989" y="120292"/>
                    <a:pt x="65238" y="126168"/>
                  </a:cubicBezTo>
                  <a:cubicBezTo>
                    <a:pt x="67077" y="126837"/>
                    <a:pt x="68889" y="127139"/>
                    <a:pt x="70652" y="127139"/>
                  </a:cubicBezTo>
                  <a:cubicBezTo>
                    <a:pt x="78374" y="127139"/>
                    <a:pt x="85158" y="121346"/>
                    <a:pt x="89160" y="115196"/>
                  </a:cubicBezTo>
                  <a:cubicBezTo>
                    <a:pt x="102531" y="94031"/>
                    <a:pt x="78248" y="85817"/>
                    <a:pt x="73931" y="69748"/>
                  </a:cubicBezTo>
                  <a:cubicBezTo>
                    <a:pt x="69435" y="53020"/>
                    <a:pt x="90120" y="42288"/>
                    <a:pt x="81126" y="25740"/>
                  </a:cubicBezTo>
                  <a:cubicBezTo>
                    <a:pt x="75490" y="15427"/>
                    <a:pt x="69195" y="20583"/>
                    <a:pt x="60861" y="15727"/>
                  </a:cubicBezTo>
                  <a:cubicBezTo>
                    <a:pt x="54445" y="11950"/>
                    <a:pt x="46891" y="3795"/>
                    <a:pt x="40176" y="1757"/>
                  </a:cubicBezTo>
                  <a:cubicBezTo>
                    <a:pt x="36681" y="632"/>
                    <a:pt x="32720" y="1"/>
                    <a:pt x="28704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388894c9baf_1_290"/>
          <p:cNvSpPr txBox="1">
            <a:spLocks noGrp="1"/>
          </p:cNvSpPr>
          <p:nvPr>
            <p:ph type="subTitle" idx="7"/>
          </p:nvPr>
        </p:nvSpPr>
        <p:spPr>
          <a:xfrm>
            <a:off x="3912950" y="2429034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48" name="Google Shape;148;g388894c9baf_1_290"/>
          <p:cNvSpPr txBox="1">
            <a:spLocks noGrp="1"/>
          </p:cNvSpPr>
          <p:nvPr>
            <p:ph type="subTitle" idx="8"/>
          </p:nvPr>
        </p:nvSpPr>
        <p:spPr>
          <a:xfrm>
            <a:off x="3912950" y="3723824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49" name="Google Shape;149;g388894c9baf_1_290"/>
          <p:cNvSpPr txBox="1">
            <a:spLocks noGrp="1"/>
          </p:cNvSpPr>
          <p:nvPr>
            <p:ph type="subTitle" idx="9"/>
          </p:nvPr>
        </p:nvSpPr>
        <p:spPr>
          <a:xfrm>
            <a:off x="3912950" y="1134840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0" name="Google Shape;150;g388894c9baf_1_290"/>
          <p:cNvSpPr txBox="1">
            <a:spLocks noGrp="1"/>
          </p:cNvSpPr>
          <p:nvPr>
            <p:ph type="title"/>
          </p:nvPr>
        </p:nvSpPr>
        <p:spPr>
          <a:xfrm>
            <a:off x="720000" y="1761750"/>
            <a:ext cx="3060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rgbClr val="002D4F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151" name="Google Shape;151;g388894c9baf_1_290"/>
          <p:cNvSpPr txBox="1">
            <a:spLocks noGrp="1"/>
          </p:cNvSpPr>
          <p:nvPr>
            <p:ph type="subTitle" idx="13"/>
          </p:nvPr>
        </p:nvSpPr>
        <p:spPr>
          <a:xfrm>
            <a:off x="6391115" y="1134840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2" name="Google Shape;152;g388894c9baf_1_290"/>
          <p:cNvSpPr txBox="1">
            <a:spLocks noGrp="1"/>
          </p:cNvSpPr>
          <p:nvPr>
            <p:ph type="subTitle" idx="14"/>
          </p:nvPr>
        </p:nvSpPr>
        <p:spPr>
          <a:xfrm>
            <a:off x="6391115" y="2428439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3" name="Google Shape;153;g388894c9baf_1_290"/>
          <p:cNvSpPr txBox="1">
            <a:spLocks noGrp="1"/>
          </p:cNvSpPr>
          <p:nvPr>
            <p:ph type="subTitle" idx="15"/>
          </p:nvPr>
        </p:nvSpPr>
        <p:spPr>
          <a:xfrm>
            <a:off x="6391115" y="3722038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s numbers">
  <p:cSld name="BIG_NUMBER_1">
    <p:bg>
      <p:bgPr>
        <a:solidFill>
          <a:srgbClr val="0093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8894c9baf_1_308"/>
          <p:cNvSpPr/>
          <p:nvPr/>
        </p:nvSpPr>
        <p:spPr>
          <a:xfrm rot="6624960">
            <a:off x="-1734435" y="1994756"/>
            <a:ext cx="6328238" cy="5438691"/>
          </a:xfrm>
          <a:custGeom>
            <a:avLst/>
            <a:gdLst/>
            <a:ahLst/>
            <a:cxnLst/>
            <a:rect l="l" t="t" r="r" b="b"/>
            <a:pathLst>
              <a:path w="158756" h="136432" extrusionOk="0">
                <a:moveTo>
                  <a:pt x="94128" y="0"/>
                </a:moveTo>
                <a:cubicBezTo>
                  <a:pt x="89863" y="0"/>
                  <a:pt x="85754" y="469"/>
                  <a:pt x="82099" y="1371"/>
                </a:cubicBezTo>
                <a:cubicBezTo>
                  <a:pt x="61878" y="6356"/>
                  <a:pt x="55779" y="30626"/>
                  <a:pt x="33457" y="31867"/>
                </a:cubicBezTo>
                <a:cubicBezTo>
                  <a:pt x="13110" y="32955"/>
                  <a:pt x="0" y="47507"/>
                  <a:pt x="11642" y="69094"/>
                </a:cubicBezTo>
                <a:cubicBezTo>
                  <a:pt x="24473" y="92807"/>
                  <a:pt x="3265" y="108245"/>
                  <a:pt x="17817" y="129352"/>
                </a:cubicBezTo>
                <a:cubicBezTo>
                  <a:pt x="21157" y="134197"/>
                  <a:pt x="28379" y="136431"/>
                  <a:pt x="37163" y="136431"/>
                </a:cubicBezTo>
                <a:cubicBezTo>
                  <a:pt x="53337" y="136431"/>
                  <a:pt x="74809" y="128857"/>
                  <a:pt x="87110" y="116065"/>
                </a:cubicBezTo>
                <a:cubicBezTo>
                  <a:pt x="90511" y="112524"/>
                  <a:pt x="94864" y="111582"/>
                  <a:pt x="99712" y="111582"/>
                </a:cubicBezTo>
                <a:cubicBezTo>
                  <a:pt x="105219" y="111582"/>
                  <a:pt x="111366" y="112798"/>
                  <a:pt x="117483" y="112798"/>
                </a:cubicBezTo>
                <a:cubicBezTo>
                  <a:pt x="122528" y="112798"/>
                  <a:pt x="127553" y="111971"/>
                  <a:pt x="132183" y="108954"/>
                </a:cubicBezTo>
                <a:cubicBezTo>
                  <a:pt x="143090" y="101842"/>
                  <a:pt x="132942" y="88429"/>
                  <a:pt x="136384" y="80862"/>
                </a:cubicBezTo>
                <a:cubicBezTo>
                  <a:pt x="139573" y="73877"/>
                  <a:pt x="152303" y="70360"/>
                  <a:pt x="154428" y="63400"/>
                </a:cubicBezTo>
                <a:cubicBezTo>
                  <a:pt x="158756" y="49152"/>
                  <a:pt x="136207" y="46089"/>
                  <a:pt x="134106" y="26679"/>
                </a:cubicBezTo>
                <a:cubicBezTo>
                  <a:pt x="132109" y="8029"/>
                  <a:pt x="111777" y="0"/>
                  <a:pt x="9412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88894c9baf_1_308"/>
          <p:cNvSpPr/>
          <p:nvPr/>
        </p:nvSpPr>
        <p:spPr>
          <a:xfrm rot="7040669">
            <a:off x="-1894325" y="2245138"/>
            <a:ext cx="6328268" cy="5439160"/>
          </a:xfrm>
          <a:custGeom>
            <a:avLst/>
            <a:gdLst/>
            <a:ahLst/>
            <a:cxnLst/>
            <a:rect l="l" t="t" r="r" b="b"/>
            <a:pathLst>
              <a:path w="158756" h="136432" extrusionOk="0">
                <a:moveTo>
                  <a:pt x="94128" y="0"/>
                </a:moveTo>
                <a:cubicBezTo>
                  <a:pt x="89863" y="0"/>
                  <a:pt x="85754" y="469"/>
                  <a:pt x="82099" y="1371"/>
                </a:cubicBezTo>
                <a:cubicBezTo>
                  <a:pt x="61878" y="6356"/>
                  <a:pt x="55779" y="30626"/>
                  <a:pt x="33457" y="31867"/>
                </a:cubicBezTo>
                <a:cubicBezTo>
                  <a:pt x="13110" y="32955"/>
                  <a:pt x="0" y="47507"/>
                  <a:pt x="11642" y="69094"/>
                </a:cubicBezTo>
                <a:cubicBezTo>
                  <a:pt x="24473" y="92807"/>
                  <a:pt x="3265" y="108245"/>
                  <a:pt x="17817" y="129352"/>
                </a:cubicBezTo>
                <a:cubicBezTo>
                  <a:pt x="21157" y="134197"/>
                  <a:pt x="28379" y="136431"/>
                  <a:pt x="37163" y="136431"/>
                </a:cubicBezTo>
                <a:cubicBezTo>
                  <a:pt x="53337" y="136431"/>
                  <a:pt x="74809" y="128857"/>
                  <a:pt x="87110" y="116065"/>
                </a:cubicBezTo>
                <a:cubicBezTo>
                  <a:pt x="90511" y="112524"/>
                  <a:pt x="94864" y="111582"/>
                  <a:pt x="99712" y="111582"/>
                </a:cubicBezTo>
                <a:cubicBezTo>
                  <a:pt x="105219" y="111582"/>
                  <a:pt x="111366" y="112798"/>
                  <a:pt x="117483" y="112798"/>
                </a:cubicBezTo>
                <a:cubicBezTo>
                  <a:pt x="122528" y="112798"/>
                  <a:pt x="127553" y="111971"/>
                  <a:pt x="132183" y="108954"/>
                </a:cubicBezTo>
                <a:cubicBezTo>
                  <a:pt x="143090" y="101842"/>
                  <a:pt x="132942" y="88429"/>
                  <a:pt x="136384" y="80862"/>
                </a:cubicBezTo>
                <a:cubicBezTo>
                  <a:pt x="139573" y="73877"/>
                  <a:pt x="152303" y="70360"/>
                  <a:pt x="154428" y="63400"/>
                </a:cubicBezTo>
                <a:cubicBezTo>
                  <a:pt x="158756" y="49152"/>
                  <a:pt x="136207" y="46089"/>
                  <a:pt x="134106" y="26679"/>
                </a:cubicBezTo>
                <a:cubicBezTo>
                  <a:pt x="132109" y="8029"/>
                  <a:pt x="111777" y="0"/>
                  <a:pt x="94128" y="0"/>
                </a:cubicBezTo>
                <a:close/>
              </a:path>
            </a:pathLst>
          </a:custGeom>
          <a:noFill/>
          <a:ln w="28575" cap="flat" cmpd="sng">
            <a:solidFill>
              <a:srgbClr val="0047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88894c9baf_1_308"/>
          <p:cNvSpPr txBox="1">
            <a:spLocks noGrp="1"/>
          </p:cNvSpPr>
          <p:nvPr>
            <p:ph type="title"/>
          </p:nvPr>
        </p:nvSpPr>
        <p:spPr>
          <a:xfrm>
            <a:off x="4572000" y="1225788"/>
            <a:ext cx="27411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58" name="Google Shape;158;g388894c9baf_1_308"/>
          <p:cNvSpPr txBox="1">
            <a:spLocks noGrp="1"/>
          </p:cNvSpPr>
          <p:nvPr>
            <p:ph type="subTitle" idx="1"/>
          </p:nvPr>
        </p:nvSpPr>
        <p:spPr>
          <a:xfrm>
            <a:off x="4572000" y="1831063"/>
            <a:ext cx="4068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g388894c9baf_1_308"/>
          <p:cNvSpPr txBox="1">
            <a:spLocks noGrp="1"/>
          </p:cNvSpPr>
          <p:nvPr>
            <p:ph type="title" idx="2"/>
          </p:nvPr>
        </p:nvSpPr>
        <p:spPr>
          <a:xfrm>
            <a:off x="4572000" y="2395163"/>
            <a:ext cx="27411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60" name="Google Shape;160;g388894c9baf_1_308"/>
          <p:cNvSpPr txBox="1">
            <a:spLocks noGrp="1"/>
          </p:cNvSpPr>
          <p:nvPr>
            <p:ph type="subTitle" idx="3"/>
          </p:nvPr>
        </p:nvSpPr>
        <p:spPr>
          <a:xfrm>
            <a:off x="4572000" y="3000438"/>
            <a:ext cx="4068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g388894c9baf_1_308"/>
          <p:cNvSpPr txBox="1">
            <a:spLocks noGrp="1"/>
          </p:cNvSpPr>
          <p:nvPr>
            <p:ph type="title" idx="4"/>
          </p:nvPr>
        </p:nvSpPr>
        <p:spPr>
          <a:xfrm>
            <a:off x="4572000" y="3564538"/>
            <a:ext cx="27411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62" name="Google Shape;162;g388894c9baf_1_308"/>
          <p:cNvSpPr txBox="1">
            <a:spLocks noGrp="1"/>
          </p:cNvSpPr>
          <p:nvPr>
            <p:ph type="subTitle" idx="5"/>
          </p:nvPr>
        </p:nvSpPr>
        <p:spPr>
          <a:xfrm>
            <a:off x="4572000" y="4168115"/>
            <a:ext cx="4068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g388894c9baf_1_308"/>
          <p:cNvSpPr txBox="1">
            <a:spLocks noGrp="1"/>
          </p:cNvSpPr>
          <p:nvPr>
            <p:ph type="ctrTitle" idx="6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  <a:defRPr sz="3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Nunito Black"/>
              <a:buNone/>
              <a:defRPr sz="35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8894c9baf_1_1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88894c9baf_1_1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88894c9baf_1_1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c496cf1b9_0_0"/>
          <p:cNvSpPr txBox="1">
            <a:spLocks noGrp="1"/>
          </p:cNvSpPr>
          <p:nvPr>
            <p:ph type="title"/>
          </p:nvPr>
        </p:nvSpPr>
        <p:spPr>
          <a:xfrm>
            <a:off x="1938600" y="1472025"/>
            <a:ext cx="5266800" cy="22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2700"/>
              <a:t>CLASSROOM RULES</a:t>
            </a:r>
            <a:endParaRPr sz="27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sz="2000" b="1">
              <a:solidFill>
                <a:srgbClr val="0E536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E5366"/>
                </a:solidFill>
                <a:latin typeface="Nunito"/>
                <a:ea typeface="Nunito"/>
                <a:cs typeface="Nunito"/>
                <a:sym typeface="Nunito"/>
              </a:rPr>
              <a:t>Be on time</a:t>
            </a:r>
            <a:endParaRPr sz="2000" b="1">
              <a:solidFill>
                <a:srgbClr val="0E536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E5366"/>
                </a:solidFill>
                <a:latin typeface="Nunito"/>
                <a:ea typeface="Nunito"/>
                <a:cs typeface="Nunito"/>
                <a:sym typeface="Nunito"/>
              </a:rPr>
              <a:t>Be interactive</a:t>
            </a:r>
            <a:endParaRPr sz="2000" b="1">
              <a:solidFill>
                <a:srgbClr val="0E536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E5366"/>
                </a:solidFill>
                <a:latin typeface="Nunito"/>
                <a:ea typeface="Nunito"/>
                <a:cs typeface="Nunito"/>
                <a:sym typeface="Nunito"/>
              </a:rPr>
              <a:t>100% or Nothing</a:t>
            </a:r>
            <a:endParaRPr sz="2000" b="1">
              <a:solidFill>
                <a:srgbClr val="0E536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E5366"/>
                </a:solidFill>
                <a:latin typeface="Nunito"/>
                <a:ea typeface="Nunito"/>
                <a:cs typeface="Nunito"/>
                <a:sym typeface="Nunito"/>
              </a:rPr>
              <a:t>Do all Daily Challenges</a:t>
            </a:r>
            <a:endParaRPr sz="1600" b="1">
              <a:solidFill>
                <a:srgbClr val="0E536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fffc6b9cc_1_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-GB" sz="6500"/>
              <a:t>REVIEW</a:t>
            </a:r>
            <a:endParaRPr sz="6500"/>
          </a:p>
        </p:txBody>
      </p:sp>
      <p:grpSp>
        <p:nvGrpSpPr>
          <p:cNvPr id="174" name="Google Shape;174;gcfffc6b9cc_1_0"/>
          <p:cNvGrpSpPr/>
          <p:nvPr/>
        </p:nvGrpSpPr>
        <p:grpSpPr>
          <a:xfrm>
            <a:off x="6839905" y="700489"/>
            <a:ext cx="1408824" cy="1556300"/>
            <a:chOff x="2326825" y="2952350"/>
            <a:chExt cx="1848850" cy="2042925"/>
          </a:xfrm>
        </p:grpSpPr>
        <p:sp>
          <p:nvSpPr>
            <p:cNvPr id="175" name="Google Shape;175;gcfffc6b9cc_1_0"/>
            <p:cNvSpPr/>
            <p:nvPr/>
          </p:nvSpPr>
          <p:spPr>
            <a:xfrm>
              <a:off x="3534350" y="4748850"/>
              <a:ext cx="233525" cy="242700"/>
            </a:xfrm>
            <a:custGeom>
              <a:avLst/>
              <a:gdLst/>
              <a:ahLst/>
              <a:cxnLst/>
              <a:rect l="l" t="t" r="r" b="b"/>
              <a:pathLst>
                <a:path w="9341" h="9708" extrusionOk="0">
                  <a:moveTo>
                    <a:pt x="4838" y="0"/>
                  </a:moveTo>
                  <a:lnTo>
                    <a:pt x="4971" y="367"/>
                  </a:lnTo>
                  <a:lnTo>
                    <a:pt x="1" y="9707"/>
                  </a:lnTo>
                  <a:lnTo>
                    <a:pt x="7606" y="5337"/>
                  </a:lnTo>
                  <a:cubicBezTo>
                    <a:pt x="7773" y="5304"/>
                    <a:pt x="7907" y="5171"/>
                    <a:pt x="7973" y="5004"/>
                  </a:cubicBezTo>
                  <a:lnTo>
                    <a:pt x="9341" y="2569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cfffc6b9cc_1_0"/>
            <p:cNvSpPr/>
            <p:nvPr/>
          </p:nvSpPr>
          <p:spPr>
            <a:xfrm>
              <a:off x="3366750" y="4582900"/>
              <a:ext cx="305225" cy="412375"/>
            </a:xfrm>
            <a:custGeom>
              <a:avLst/>
              <a:gdLst/>
              <a:ahLst/>
              <a:cxnLst/>
              <a:rect l="l" t="t" r="r" b="b"/>
              <a:pathLst>
                <a:path w="12209" h="16495" extrusionOk="0">
                  <a:moveTo>
                    <a:pt x="0" y="0"/>
                  </a:moveTo>
                  <a:lnTo>
                    <a:pt x="5537" y="15978"/>
                  </a:lnTo>
                  <a:cubicBezTo>
                    <a:pt x="5604" y="16145"/>
                    <a:pt x="5704" y="16312"/>
                    <a:pt x="5871" y="16378"/>
                  </a:cubicBezTo>
                  <a:cubicBezTo>
                    <a:pt x="6007" y="16458"/>
                    <a:pt x="6154" y="16495"/>
                    <a:pt x="6297" y="16495"/>
                  </a:cubicBezTo>
                  <a:cubicBezTo>
                    <a:pt x="6576" y="16495"/>
                    <a:pt x="6840" y="16354"/>
                    <a:pt x="6972" y="16112"/>
                  </a:cubicBezTo>
                  <a:lnTo>
                    <a:pt x="12209" y="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cfffc6b9cc_1_0"/>
            <p:cNvSpPr/>
            <p:nvPr/>
          </p:nvSpPr>
          <p:spPr>
            <a:xfrm>
              <a:off x="2326825" y="2954025"/>
              <a:ext cx="1848850" cy="1966000"/>
            </a:xfrm>
            <a:custGeom>
              <a:avLst/>
              <a:gdLst/>
              <a:ahLst/>
              <a:cxnLst/>
              <a:rect l="l" t="t" r="r" b="b"/>
              <a:pathLst>
                <a:path w="73954" h="78640" extrusionOk="0">
                  <a:moveTo>
                    <a:pt x="7314" y="0"/>
                  </a:moveTo>
                  <a:cubicBezTo>
                    <a:pt x="6055" y="0"/>
                    <a:pt x="4804" y="292"/>
                    <a:pt x="3670" y="876"/>
                  </a:cubicBezTo>
                  <a:cubicBezTo>
                    <a:pt x="1502" y="2277"/>
                    <a:pt x="101" y="4612"/>
                    <a:pt x="1" y="7214"/>
                  </a:cubicBezTo>
                  <a:lnTo>
                    <a:pt x="1" y="37202"/>
                  </a:lnTo>
                  <a:cubicBezTo>
                    <a:pt x="1" y="39570"/>
                    <a:pt x="34" y="41438"/>
                    <a:pt x="3337" y="43306"/>
                  </a:cubicBezTo>
                  <a:lnTo>
                    <a:pt x="62946" y="77764"/>
                  </a:lnTo>
                  <a:cubicBezTo>
                    <a:pt x="64113" y="78348"/>
                    <a:pt x="65372" y="78640"/>
                    <a:pt x="66628" y="78640"/>
                  </a:cubicBezTo>
                  <a:cubicBezTo>
                    <a:pt x="67883" y="78640"/>
                    <a:pt x="69134" y="78348"/>
                    <a:pt x="70284" y="77764"/>
                  </a:cubicBezTo>
                  <a:cubicBezTo>
                    <a:pt x="72453" y="76330"/>
                    <a:pt x="73820" y="73995"/>
                    <a:pt x="73954" y="71426"/>
                  </a:cubicBezTo>
                  <a:lnTo>
                    <a:pt x="73954" y="41405"/>
                  </a:lnTo>
                  <a:cubicBezTo>
                    <a:pt x="73787" y="38803"/>
                    <a:pt x="72453" y="36468"/>
                    <a:pt x="70284" y="35067"/>
                  </a:cubicBezTo>
                  <a:lnTo>
                    <a:pt x="11009" y="876"/>
                  </a:lnTo>
                  <a:cubicBezTo>
                    <a:pt x="9841" y="292"/>
                    <a:pt x="8574" y="0"/>
                    <a:pt x="7314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cfffc6b9cc_1_0"/>
            <p:cNvSpPr/>
            <p:nvPr/>
          </p:nvSpPr>
          <p:spPr>
            <a:xfrm>
              <a:off x="2567000" y="3613825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0"/>
                  </a:moveTo>
                  <a:cubicBezTo>
                    <a:pt x="414" y="0"/>
                    <a:pt x="1" y="383"/>
                    <a:pt x="1" y="1069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0"/>
                    <a:pt x="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cfffc6b9cc_1_0"/>
            <p:cNvSpPr/>
            <p:nvPr/>
          </p:nvSpPr>
          <p:spPr>
            <a:xfrm>
              <a:off x="2567000" y="3827300"/>
              <a:ext cx="848975" cy="546075"/>
            </a:xfrm>
            <a:custGeom>
              <a:avLst/>
              <a:gdLst/>
              <a:ahLst/>
              <a:cxnLst/>
              <a:rect l="l" t="t" r="r" b="b"/>
              <a:pathLst>
                <a:path w="33959" h="21843" extrusionOk="0">
                  <a:moveTo>
                    <a:pt x="1028" y="1"/>
                  </a:moveTo>
                  <a:cubicBezTo>
                    <a:pt x="414" y="1"/>
                    <a:pt x="1" y="384"/>
                    <a:pt x="1" y="1070"/>
                  </a:cubicBezTo>
                  <a:cubicBezTo>
                    <a:pt x="167" y="2471"/>
                    <a:pt x="1001" y="3672"/>
                    <a:pt x="2202" y="4372"/>
                  </a:cubicBezTo>
                  <a:lnTo>
                    <a:pt x="31757" y="21451"/>
                  </a:lnTo>
                  <a:cubicBezTo>
                    <a:pt x="32192" y="21717"/>
                    <a:pt x="32600" y="21843"/>
                    <a:pt x="32945" y="21843"/>
                  </a:cubicBezTo>
                  <a:cubicBezTo>
                    <a:pt x="33551" y="21843"/>
                    <a:pt x="33958" y="21453"/>
                    <a:pt x="33958" y="20751"/>
                  </a:cubicBezTo>
                  <a:cubicBezTo>
                    <a:pt x="33791" y="19416"/>
                    <a:pt x="32991" y="18215"/>
                    <a:pt x="31757" y="17515"/>
                  </a:cubicBezTo>
                  <a:lnTo>
                    <a:pt x="2202" y="369"/>
                  </a:lnTo>
                  <a:cubicBezTo>
                    <a:pt x="1773" y="119"/>
                    <a:pt x="1370" y="1"/>
                    <a:pt x="1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cfffc6b9cc_1_0"/>
            <p:cNvSpPr/>
            <p:nvPr/>
          </p:nvSpPr>
          <p:spPr>
            <a:xfrm>
              <a:off x="2567000" y="3397000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1"/>
                  </a:moveTo>
                  <a:cubicBezTo>
                    <a:pt x="414" y="1"/>
                    <a:pt x="1" y="383"/>
                    <a:pt x="1" y="1070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cfffc6b9cc_1_0"/>
            <p:cNvSpPr/>
            <p:nvPr/>
          </p:nvSpPr>
          <p:spPr>
            <a:xfrm>
              <a:off x="3913800" y="3899075"/>
              <a:ext cx="261050" cy="1021000"/>
            </a:xfrm>
            <a:custGeom>
              <a:avLst/>
              <a:gdLst/>
              <a:ahLst/>
              <a:cxnLst/>
              <a:rect l="l" t="t" r="r" b="b"/>
              <a:pathLst>
                <a:path w="10442" h="40840" extrusionOk="0">
                  <a:moveTo>
                    <a:pt x="9307" y="0"/>
                  </a:moveTo>
                  <a:lnTo>
                    <a:pt x="1969" y="4203"/>
                  </a:lnTo>
                  <a:cubicBezTo>
                    <a:pt x="2636" y="5304"/>
                    <a:pt x="3003" y="6505"/>
                    <a:pt x="3069" y="7806"/>
                  </a:cubicBezTo>
                  <a:lnTo>
                    <a:pt x="3069" y="37827"/>
                  </a:lnTo>
                  <a:cubicBezTo>
                    <a:pt x="3069" y="39466"/>
                    <a:pt x="2232" y="40434"/>
                    <a:pt x="1021" y="40434"/>
                  </a:cubicBezTo>
                  <a:cubicBezTo>
                    <a:pt x="704" y="40434"/>
                    <a:pt x="361" y="40368"/>
                    <a:pt x="0" y="40229"/>
                  </a:cubicBezTo>
                  <a:lnTo>
                    <a:pt x="0" y="40229"/>
                  </a:lnTo>
                  <a:cubicBezTo>
                    <a:pt x="1014" y="40637"/>
                    <a:pt x="2068" y="40840"/>
                    <a:pt x="3114" y="40840"/>
                  </a:cubicBezTo>
                  <a:cubicBezTo>
                    <a:pt x="4375" y="40840"/>
                    <a:pt x="5623" y="40546"/>
                    <a:pt x="6772" y="39962"/>
                  </a:cubicBezTo>
                  <a:cubicBezTo>
                    <a:pt x="8940" y="38528"/>
                    <a:pt x="10308" y="36193"/>
                    <a:pt x="10441" y="33624"/>
                  </a:cubicBezTo>
                  <a:lnTo>
                    <a:pt x="10408" y="3569"/>
                  </a:lnTo>
                  <a:cubicBezTo>
                    <a:pt x="10341" y="2335"/>
                    <a:pt x="9974" y="1068"/>
                    <a:pt x="9307" y="0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cfffc6b9cc_1_0"/>
            <p:cNvSpPr/>
            <p:nvPr/>
          </p:nvSpPr>
          <p:spPr>
            <a:xfrm>
              <a:off x="2328500" y="2952350"/>
              <a:ext cx="1818000" cy="1050975"/>
            </a:xfrm>
            <a:custGeom>
              <a:avLst/>
              <a:gdLst/>
              <a:ahLst/>
              <a:cxnLst/>
              <a:rect l="l" t="t" r="r" b="b"/>
              <a:pathLst>
                <a:path w="72720" h="42039" extrusionOk="0">
                  <a:moveTo>
                    <a:pt x="7172" y="0"/>
                  </a:moveTo>
                  <a:cubicBezTo>
                    <a:pt x="5913" y="0"/>
                    <a:pt x="4654" y="292"/>
                    <a:pt x="3503" y="876"/>
                  </a:cubicBezTo>
                  <a:cubicBezTo>
                    <a:pt x="1702" y="2144"/>
                    <a:pt x="434" y="4045"/>
                    <a:pt x="1" y="6213"/>
                  </a:cubicBezTo>
                  <a:cubicBezTo>
                    <a:pt x="284" y="5212"/>
                    <a:pt x="979" y="4651"/>
                    <a:pt x="1900" y="4651"/>
                  </a:cubicBezTo>
                  <a:cubicBezTo>
                    <a:pt x="2391" y="4651"/>
                    <a:pt x="2945" y="4810"/>
                    <a:pt x="3536" y="5146"/>
                  </a:cubicBezTo>
                  <a:lnTo>
                    <a:pt x="62845" y="39337"/>
                  </a:lnTo>
                  <a:cubicBezTo>
                    <a:pt x="63913" y="40004"/>
                    <a:pt x="64780" y="40971"/>
                    <a:pt x="65414" y="42039"/>
                  </a:cubicBezTo>
                  <a:lnTo>
                    <a:pt x="72719" y="37836"/>
                  </a:lnTo>
                  <a:cubicBezTo>
                    <a:pt x="72085" y="36702"/>
                    <a:pt x="71218" y="35801"/>
                    <a:pt x="70117" y="35067"/>
                  </a:cubicBezTo>
                  <a:lnTo>
                    <a:pt x="10842" y="876"/>
                  </a:lnTo>
                  <a:cubicBezTo>
                    <a:pt x="9691" y="292"/>
                    <a:pt x="8432" y="0"/>
                    <a:pt x="7172" y="0"/>
                  </a:cubicBezTo>
                  <a:close/>
                </a:path>
              </a:pathLst>
            </a:custGeom>
            <a:solidFill>
              <a:srgbClr val="FF8F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gcfffc6b9cc_1_0"/>
          <p:cNvGrpSpPr/>
          <p:nvPr/>
        </p:nvGrpSpPr>
        <p:grpSpPr>
          <a:xfrm flipH="1">
            <a:off x="5870622" y="1676096"/>
            <a:ext cx="1463469" cy="1351095"/>
            <a:chOff x="3520175" y="1271775"/>
            <a:chExt cx="2302500" cy="2125700"/>
          </a:xfrm>
        </p:grpSpPr>
        <p:sp>
          <p:nvSpPr>
            <p:cNvPr id="184" name="Google Shape;184;gcfffc6b9cc_1_0"/>
            <p:cNvSpPr/>
            <p:nvPr/>
          </p:nvSpPr>
          <p:spPr>
            <a:xfrm>
              <a:off x="5201375" y="1573225"/>
              <a:ext cx="621300" cy="566275"/>
            </a:xfrm>
            <a:custGeom>
              <a:avLst/>
              <a:gdLst/>
              <a:ahLst/>
              <a:cxnLst/>
              <a:rect l="l" t="t" r="r" b="b"/>
              <a:pathLst>
                <a:path w="24852" h="22651" extrusionOk="0">
                  <a:moveTo>
                    <a:pt x="4471" y="1"/>
                  </a:moveTo>
                  <a:lnTo>
                    <a:pt x="1" y="2503"/>
                  </a:lnTo>
                  <a:lnTo>
                    <a:pt x="1" y="17914"/>
                  </a:lnTo>
                  <a:lnTo>
                    <a:pt x="4471" y="15312"/>
                  </a:lnTo>
                  <a:lnTo>
                    <a:pt x="8307" y="10842"/>
                  </a:lnTo>
                  <a:lnTo>
                    <a:pt x="8307" y="22650"/>
                  </a:lnTo>
                  <a:lnTo>
                    <a:pt x="12777" y="20082"/>
                  </a:lnTo>
                  <a:lnTo>
                    <a:pt x="24452" y="6606"/>
                  </a:lnTo>
                  <a:cubicBezTo>
                    <a:pt x="24852" y="6105"/>
                    <a:pt x="24819" y="5338"/>
                    <a:pt x="24318" y="4938"/>
                  </a:cubicBezTo>
                  <a:cubicBezTo>
                    <a:pt x="24252" y="4904"/>
                    <a:pt x="24185" y="4838"/>
                    <a:pt x="24151" y="4804"/>
                  </a:cubicBezTo>
                  <a:lnTo>
                    <a:pt x="15812" y="168"/>
                  </a:lnTo>
                  <a:cubicBezTo>
                    <a:pt x="15645" y="101"/>
                    <a:pt x="15445" y="1"/>
                    <a:pt x="15212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cfffc6b9cc_1_0"/>
            <p:cNvSpPr/>
            <p:nvPr/>
          </p:nvSpPr>
          <p:spPr>
            <a:xfrm>
              <a:off x="5408200" y="1692475"/>
              <a:ext cx="413650" cy="450350"/>
            </a:xfrm>
            <a:custGeom>
              <a:avLst/>
              <a:gdLst/>
              <a:ahLst/>
              <a:cxnLst/>
              <a:rect l="l" t="t" r="r" b="b"/>
              <a:pathLst>
                <a:path w="16546" h="18014" extrusionOk="0">
                  <a:moveTo>
                    <a:pt x="4437" y="1"/>
                  </a:moveTo>
                  <a:lnTo>
                    <a:pt x="0" y="2569"/>
                  </a:lnTo>
                  <a:lnTo>
                    <a:pt x="0" y="18014"/>
                  </a:lnTo>
                  <a:lnTo>
                    <a:pt x="4437" y="15412"/>
                  </a:lnTo>
                  <a:lnTo>
                    <a:pt x="16112" y="1936"/>
                  </a:lnTo>
                  <a:cubicBezTo>
                    <a:pt x="16546" y="1469"/>
                    <a:pt x="16446" y="701"/>
                    <a:pt x="15945" y="268"/>
                  </a:cubicBezTo>
                  <a:cubicBezTo>
                    <a:pt x="15745" y="101"/>
                    <a:pt x="15512" y="34"/>
                    <a:pt x="15211" y="1"/>
                  </a:cubicBez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cfffc6b9cc_1_0"/>
            <p:cNvSpPr/>
            <p:nvPr/>
          </p:nvSpPr>
          <p:spPr>
            <a:xfrm>
              <a:off x="3521025" y="1271775"/>
              <a:ext cx="1998100" cy="2125700"/>
            </a:xfrm>
            <a:custGeom>
              <a:avLst/>
              <a:gdLst/>
              <a:ahLst/>
              <a:cxnLst/>
              <a:rect l="l" t="t" r="r" b="b"/>
              <a:pathLst>
                <a:path w="79924" h="85028" extrusionOk="0">
                  <a:moveTo>
                    <a:pt x="72018" y="0"/>
                  </a:moveTo>
                  <a:cubicBezTo>
                    <a:pt x="70659" y="0"/>
                    <a:pt x="69300" y="317"/>
                    <a:pt x="68049" y="951"/>
                  </a:cubicBezTo>
                  <a:lnTo>
                    <a:pt x="3970" y="37911"/>
                  </a:lnTo>
                  <a:cubicBezTo>
                    <a:pt x="1635" y="39479"/>
                    <a:pt x="167" y="42014"/>
                    <a:pt x="0" y="44749"/>
                  </a:cubicBezTo>
                  <a:lnTo>
                    <a:pt x="0" y="77239"/>
                  </a:lnTo>
                  <a:cubicBezTo>
                    <a:pt x="167" y="80041"/>
                    <a:pt x="1635" y="82576"/>
                    <a:pt x="3970" y="84077"/>
                  </a:cubicBezTo>
                  <a:cubicBezTo>
                    <a:pt x="5221" y="84711"/>
                    <a:pt x="6572" y="85028"/>
                    <a:pt x="7923" y="85028"/>
                  </a:cubicBezTo>
                  <a:cubicBezTo>
                    <a:pt x="9274" y="85028"/>
                    <a:pt x="10625" y="84711"/>
                    <a:pt x="11875" y="84077"/>
                  </a:cubicBezTo>
                  <a:lnTo>
                    <a:pt x="76355" y="46850"/>
                  </a:lnTo>
                  <a:cubicBezTo>
                    <a:pt x="79891" y="44816"/>
                    <a:pt x="79891" y="42748"/>
                    <a:pt x="79891" y="40246"/>
                  </a:cubicBezTo>
                  <a:lnTo>
                    <a:pt x="79924" y="7823"/>
                  </a:lnTo>
                  <a:cubicBezTo>
                    <a:pt x="79757" y="5021"/>
                    <a:pt x="78323" y="2485"/>
                    <a:pt x="75988" y="951"/>
                  </a:cubicBezTo>
                  <a:cubicBezTo>
                    <a:pt x="74737" y="317"/>
                    <a:pt x="73378" y="0"/>
                    <a:pt x="72018" y="0"/>
                  </a:cubicBez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cfffc6b9cc_1_0"/>
            <p:cNvSpPr/>
            <p:nvPr/>
          </p:nvSpPr>
          <p:spPr>
            <a:xfrm>
              <a:off x="3520175" y="2291250"/>
              <a:ext cx="281075" cy="1105925"/>
            </a:xfrm>
            <a:custGeom>
              <a:avLst/>
              <a:gdLst/>
              <a:ahLst/>
              <a:cxnLst/>
              <a:rect l="l" t="t" r="r" b="b"/>
              <a:pathLst>
                <a:path w="11243" h="44237" extrusionOk="0">
                  <a:moveTo>
                    <a:pt x="1168" y="0"/>
                  </a:moveTo>
                  <a:cubicBezTo>
                    <a:pt x="468" y="1168"/>
                    <a:pt x="34" y="2502"/>
                    <a:pt x="1" y="3937"/>
                  </a:cubicBezTo>
                  <a:lnTo>
                    <a:pt x="34" y="36460"/>
                  </a:lnTo>
                  <a:cubicBezTo>
                    <a:pt x="201" y="39262"/>
                    <a:pt x="1669" y="41797"/>
                    <a:pt x="4004" y="43298"/>
                  </a:cubicBezTo>
                  <a:cubicBezTo>
                    <a:pt x="5240" y="43926"/>
                    <a:pt x="6600" y="44237"/>
                    <a:pt x="7968" y="44237"/>
                  </a:cubicBezTo>
                  <a:cubicBezTo>
                    <a:pt x="9073" y="44237"/>
                    <a:pt x="10184" y="44034"/>
                    <a:pt x="11242" y="43632"/>
                  </a:cubicBezTo>
                  <a:lnTo>
                    <a:pt x="11242" y="43632"/>
                  </a:lnTo>
                  <a:cubicBezTo>
                    <a:pt x="10860" y="43775"/>
                    <a:pt x="10497" y="43844"/>
                    <a:pt x="10161" y="43844"/>
                  </a:cubicBezTo>
                  <a:cubicBezTo>
                    <a:pt x="8859" y="43844"/>
                    <a:pt x="7973" y="42800"/>
                    <a:pt x="7973" y="40996"/>
                  </a:cubicBezTo>
                  <a:lnTo>
                    <a:pt x="7973" y="8507"/>
                  </a:lnTo>
                  <a:cubicBezTo>
                    <a:pt x="8007" y="7139"/>
                    <a:pt x="8407" y="5805"/>
                    <a:pt x="9141" y="4604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cfffc6b9cc_1_0"/>
            <p:cNvSpPr/>
            <p:nvPr/>
          </p:nvSpPr>
          <p:spPr>
            <a:xfrm>
              <a:off x="3548550" y="1272600"/>
              <a:ext cx="1968075" cy="1136250"/>
            </a:xfrm>
            <a:custGeom>
              <a:avLst/>
              <a:gdLst/>
              <a:ahLst/>
              <a:cxnLst/>
              <a:rect l="l" t="t" r="r" b="b"/>
              <a:pathLst>
                <a:path w="78723" h="45450" extrusionOk="0">
                  <a:moveTo>
                    <a:pt x="70834" y="1"/>
                  </a:moveTo>
                  <a:cubicBezTo>
                    <a:pt x="69483" y="1"/>
                    <a:pt x="68132" y="318"/>
                    <a:pt x="66881" y="951"/>
                  </a:cubicBezTo>
                  <a:lnTo>
                    <a:pt x="2769" y="37944"/>
                  </a:lnTo>
                  <a:cubicBezTo>
                    <a:pt x="1601" y="38678"/>
                    <a:pt x="667" y="39679"/>
                    <a:pt x="0" y="40880"/>
                  </a:cubicBezTo>
                  <a:lnTo>
                    <a:pt x="7939" y="45450"/>
                  </a:lnTo>
                  <a:cubicBezTo>
                    <a:pt x="8606" y="44216"/>
                    <a:pt x="9574" y="43182"/>
                    <a:pt x="10741" y="42481"/>
                  </a:cubicBezTo>
                  <a:lnTo>
                    <a:pt x="74887" y="5455"/>
                  </a:lnTo>
                  <a:cubicBezTo>
                    <a:pt x="75522" y="5096"/>
                    <a:pt x="76122" y="4926"/>
                    <a:pt x="76653" y="4926"/>
                  </a:cubicBezTo>
                  <a:cubicBezTo>
                    <a:pt x="77656" y="4926"/>
                    <a:pt x="78418" y="5532"/>
                    <a:pt x="78723" y="6622"/>
                  </a:cubicBezTo>
                  <a:cubicBezTo>
                    <a:pt x="78256" y="4287"/>
                    <a:pt x="76822" y="2186"/>
                    <a:pt x="74787" y="951"/>
                  </a:cubicBezTo>
                  <a:cubicBezTo>
                    <a:pt x="73536" y="318"/>
                    <a:pt x="72185" y="1"/>
                    <a:pt x="70834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cfffc6b9cc_1_0"/>
            <p:cNvSpPr/>
            <p:nvPr/>
          </p:nvSpPr>
          <p:spPr>
            <a:xfrm>
              <a:off x="3982175" y="1997200"/>
              <a:ext cx="1264275" cy="793275"/>
            </a:xfrm>
            <a:custGeom>
              <a:avLst/>
              <a:gdLst/>
              <a:ahLst/>
              <a:cxnLst/>
              <a:rect l="l" t="t" r="r" b="b"/>
              <a:pathLst>
                <a:path w="50571" h="31731" extrusionOk="0">
                  <a:moveTo>
                    <a:pt x="49478" y="1"/>
                  </a:moveTo>
                  <a:cubicBezTo>
                    <a:pt x="49113" y="1"/>
                    <a:pt x="48676" y="127"/>
                    <a:pt x="48202" y="388"/>
                  </a:cubicBezTo>
                  <a:lnTo>
                    <a:pt x="2369" y="26973"/>
                  </a:lnTo>
                  <a:cubicBezTo>
                    <a:pt x="1068" y="27707"/>
                    <a:pt x="201" y="29041"/>
                    <a:pt x="1" y="30543"/>
                  </a:cubicBezTo>
                  <a:cubicBezTo>
                    <a:pt x="1" y="31316"/>
                    <a:pt x="430" y="31730"/>
                    <a:pt x="1093" y="31730"/>
                  </a:cubicBezTo>
                  <a:cubicBezTo>
                    <a:pt x="1458" y="31730"/>
                    <a:pt x="1895" y="31604"/>
                    <a:pt x="2369" y="31343"/>
                  </a:cubicBezTo>
                  <a:lnTo>
                    <a:pt x="48202" y="4724"/>
                  </a:lnTo>
                  <a:cubicBezTo>
                    <a:pt x="49469" y="3990"/>
                    <a:pt x="50370" y="2689"/>
                    <a:pt x="50570" y="1188"/>
                  </a:cubicBezTo>
                  <a:cubicBezTo>
                    <a:pt x="50570" y="414"/>
                    <a:pt x="50141" y="1"/>
                    <a:pt x="49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cfffc6b9cc_1_0"/>
            <p:cNvSpPr/>
            <p:nvPr/>
          </p:nvSpPr>
          <p:spPr>
            <a:xfrm>
              <a:off x="4329100" y="2232625"/>
              <a:ext cx="916500" cy="591200"/>
            </a:xfrm>
            <a:custGeom>
              <a:avLst/>
              <a:gdLst/>
              <a:ahLst/>
              <a:cxnLst/>
              <a:rect l="l" t="t" r="r" b="b"/>
              <a:pathLst>
                <a:path w="36660" h="23648" extrusionOk="0">
                  <a:moveTo>
                    <a:pt x="35559" y="1"/>
                  </a:moveTo>
                  <a:cubicBezTo>
                    <a:pt x="35185" y="1"/>
                    <a:pt x="34739" y="134"/>
                    <a:pt x="34258" y="411"/>
                  </a:cubicBezTo>
                  <a:lnTo>
                    <a:pt x="2369" y="18924"/>
                  </a:lnTo>
                  <a:cubicBezTo>
                    <a:pt x="1068" y="19658"/>
                    <a:pt x="200" y="20959"/>
                    <a:pt x="0" y="22460"/>
                  </a:cubicBezTo>
                  <a:cubicBezTo>
                    <a:pt x="0" y="23234"/>
                    <a:pt x="430" y="23647"/>
                    <a:pt x="1092" y="23647"/>
                  </a:cubicBezTo>
                  <a:cubicBezTo>
                    <a:pt x="1458" y="23647"/>
                    <a:pt x="1894" y="23521"/>
                    <a:pt x="2369" y="23260"/>
                  </a:cubicBezTo>
                  <a:lnTo>
                    <a:pt x="34258" y="4747"/>
                  </a:lnTo>
                  <a:cubicBezTo>
                    <a:pt x="35559" y="3980"/>
                    <a:pt x="36426" y="2712"/>
                    <a:pt x="36660" y="1211"/>
                  </a:cubicBezTo>
                  <a:cubicBezTo>
                    <a:pt x="36660" y="422"/>
                    <a:pt x="36223" y="1"/>
                    <a:pt x="35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cfffc6b9cc_1_0"/>
            <p:cNvSpPr/>
            <p:nvPr/>
          </p:nvSpPr>
          <p:spPr>
            <a:xfrm>
              <a:off x="3982175" y="1763700"/>
              <a:ext cx="1264275" cy="792425"/>
            </a:xfrm>
            <a:custGeom>
              <a:avLst/>
              <a:gdLst/>
              <a:ahLst/>
              <a:cxnLst/>
              <a:rect l="l" t="t" r="r" b="b"/>
              <a:pathLst>
                <a:path w="50571" h="31697" extrusionOk="0">
                  <a:moveTo>
                    <a:pt x="49478" y="1"/>
                  </a:moveTo>
                  <a:cubicBezTo>
                    <a:pt x="49113" y="1"/>
                    <a:pt x="48676" y="127"/>
                    <a:pt x="48202" y="388"/>
                  </a:cubicBezTo>
                  <a:lnTo>
                    <a:pt x="2369" y="26973"/>
                  </a:lnTo>
                  <a:cubicBezTo>
                    <a:pt x="1068" y="27707"/>
                    <a:pt x="201" y="29041"/>
                    <a:pt x="1" y="30509"/>
                  </a:cubicBezTo>
                  <a:cubicBezTo>
                    <a:pt x="1" y="31283"/>
                    <a:pt x="430" y="31697"/>
                    <a:pt x="1093" y="31697"/>
                  </a:cubicBezTo>
                  <a:cubicBezTo>
                    <a:pt x="1458" y="31697"/>
                    <a:pt x="1895" y="31571"/>
                    <a:pt x="2369" y="31310"/>
                  </a:cubicBezTo>
                  <a:lnTo>
                    <a:pt x="48202" y="4724"/>
                  </a:lnTo>
                  <a:cubicBezTo>
                    <a:pt x="49469" y="3990"/>
                    <a:pt x="50370" y="2689"/>
                    <a:pt x="50570" y="1188"/>
                  </a:cubicBezTo>
                  <a:cubicBezTo>
                    <a:pt x="50570" y="414"/>
                    <a:pt x="50141" y="1"/>
                    <a:pt x="49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gcfffc6b9cc_1_0"/>
          <p:cNvGrpSpPr/>
          <p:nvPr/>
        </p:nvGrpSpPr>
        <p:grpSpPr>
          <a:xfrm>
            <a:off x="6498494" y="3027192"/>
            <a:ext cx="958444" cy="1059052"/>
            <a:chOff x="2326825" y="2952350"/>
            <a:chExt cx="1848850" cy="2042925"/>
          </a:xfrm>
        </p:grpSpPr>
        <p:sp>
          <p:nvSpPr>
            <p:cNvPr id="193" name="Google Shape;193;gcfffc6b9cc_1_0"/>
            <p:cNvSpPr/>
            <p:nvPr/>
          </p:nvSpPr>
          <p:spPr>
            <a:xfrm>
              <a:off x="3534350" y="4748850"/>
              <a:ext cx="233525" cy="242700"/>
            </a:xfrm>
            <a:custGeom>
              <a:avLst/>
              <a:gdLst/>
              <a:ahLst/>
              <a:cxnLst/>
              <a:rect l="l" t="t" r="r" b="b"/>
              <a:pathLst>
                <a:path w="9341" h="9708" extrusionOk="0">
                  <a:moveTo>
                    <a:pt x="4838" y="0"/>
                  </a:moveTo>
                  <a:lnTo>
                    <a:pt x="4971" y="367"/>
                  </a:lnTo>
                  <a:lnTo>
                    <a:pt x="1" y="9707"/>
                  </a:lnTo>
                  <a:lnTo>
                    <a:pt x="7606" y="5337"/>
                  </a:lnTo>
                  <a:cubicBezTo>
                    <a:pt x="7773" y="5304"/>
                    <a:pt x="7907" y="5171"/>
                    <a:pt x="7973" y="5004"/>
                  </a:cubicBezTo>
                  <a:lnTo>
                    <a:pt x="9341" y="2569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cfffc6b9cc_1_0"/>
            <p:cNvSpPr/>
            <p:nvPr/>
          </p:nvSpPr>
          <p:spPr>
            <a:xfrm>
              <a:off x="3366750" y="4582900"/>
              <a:ext cx="305225" cy="412375"/>
            </a:xfrm>
            <a:custGeom>
              <a:avLst/>
              <a:gdLst/>
              <a:ahLst/>
              <a:cxnLst/>
              <a:rect l="l" t="t" r="r" b="b"/>
              <a:pathLst>
                <a:path w="12209" h="16495" extrusionOk="0">
                  <a:moveTo>
                    <a:pt x="0" y="0"/>
                  </a:moveTo>
                  <a:lnTo>
                    <a:pt x="5537" y="15978"/>
                  </a:lnTo>
                  <a:cubicBezTo>
                    <a:pt x="5604" y="16145"/>
                    <a:pt x="5704" y="16312"/>
                    <a:pt x="5871" y="16378"/>
                  </a:cubicBezTo>
                  <a:cubicBezTo>
                    <a:pt x="6007" y="16458"/>
                    <a:pt x="6154" y="16495"/>
                    <a:pt x="6297" y="16495"/>
                  </a:cubicBezTo>
                  <a:cubicBezTo>
                    <a:pt x="6576" y="16495"/>
                    <a:pt x="6840" y="16354"/>
                    <a:pt x="6972" y="16112"/>
                  </a:cubicBezTo>
                  <a:lnTo>
                    <a:pt x="12209" y="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cfffc6b9cc_1_0"/>
            <p:cNvSpPr/>
            <p:nvPr/>
          </p:nvSpPr>
          <p:spPr>
            <a:xfrm>
              <a:off x="2326825" y="2954025"/>
              <a:ext cx="1848850" cy="1966000"/>
            </a:xfrm>
            <a:custGeom>
              <a:avLst/>
              <a:gdLst/>
              <a:ahLst/>
              <a:cxnLst/>
              <a:rect l="l" t="t" r="r" b="b"/>
              <a:pathLst>
                <a:path w="73954" h="78640" extrusionOk="0">
                  <a:moveTo>
                    <a:pt x="7314" y="0"/>
                  </a:moveTo>
                  <a:cubicBezTo>
                    <a:pt x="6055" y="0"/>
                    <a:pt x="4804" y="292"/>
                    <a:pt x="3670" y="876"/>
                  </a:cubicBezTo>
                  <a:cubicBezTo>
                    <a:pt x="1502" y="2277"/>
                    <a:pt x="101" y="4612"/>
                    <a:pt x="1" y="7214"/>
                  </a:cubicBezTo>
                  <a:lnTo>
                    <a:pt x="1" y="37202"/>
                  </a:lnTo>
                  <a:cubicBezTo>
                    <a:pt x="1" y="39570"/>
                    <a:pt x="34" y="41438"/>
                    <a:pt x="3337" y="43306"/>
                  </a:cubicBezTo>
                  <a:lnTo>
                    <a:pt x="62946" y="77764"/>
                  </a:lnTo>
                  <a:cubicBezTo>
                    <a:pt x="64113" y="78348"/>
                    <a:pt x="65372" y="78640"/>
                    <a:pt x="66628" y="78640"/>
                  </a:cubicBezTo>
                  <a:cubicBezTo>
                    <a:pt x="67883" y="78640"/>
                    <a:pt x="69134" y="78348"/>
                    <a:pt x="70284" y="77764"/>
                  </a:cubicBezTo>
                  <a:cubicBezTo>
                    <a:pt x="72453" y="76330"/>
                    <a:pt x="73820" y="73995"/>
                    <a:pt x="73954" y="71426"/>
                  </a:cubicBezTo>
                  <a:lnTo>
                    <a:pt x="73954" y="41405"/>
                  </a:lnTo>
                  <a:cubicBezTo>
                    <a:pt x="73787" y="38803"/>
                    <a:pt x="72453" y="36468"/>
                    <a:pt x="70284" y="35067"/>
                  </a:cubicBezTo>
                  <a:lnTo>
                    <a:pt x="11009" y="876"/>
                  </a:lnTo>
                  <a:cubicBezTo>
                    <a:pt x="9841" y="292"/>
                    <a:pt x="8574" y="0"/>
                    <a:pt x="7314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cfffc6b9cc_1_0"/>
            <p:cNvSpPr/>
            <p:nvPr/>
          </p:nvSpPr>
          <p:spPr>
            <a:xfrm>
              <a:off x="2567000" y="3613825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0"/>
                  </a:moveTo>
                  <a:cubicBezTo>
                    <a:pt x="414" y="0"/>
                    <a:pt x="1" y="383"/>
                    <a:pt x="1" y="1069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0"/>
                    <a:pt x="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cfffc6b9cc_1_0"/>
            <p:cNvSpPr/>
            <p:nvPr/>
          </p:nvSpPr>
          <p:spPr>
            <a:xfrm>
              <a:off x="2567000" y="3827300"/>
              <a:ext cx="848975" cy="546075"/>
            </a:xfrm>
            <a:custGeom>
              <a:avLst/>
              <a:gdLst/>
              <a:ahLst/>
              <a:cxnLst/>
              <a:rect l="l" t="t" r="r" b="b"/>
              <a:pathLst>
                <a:path w="33959" h="21843" extrusionOk="0">
                  <a:moveTo>
                    <a:pt x="1028" y="1"/>
                  </a:moveTo>
                  <a:cubicBezTo>
                    <a:pt x="414" y="1"/>
                    <a:pt x="1" y="384"/>
                    <a:pt x="1" y="1070"/>
                  </a:cubicBezTo>
                  <a:cubicBezTo>
                    <a:pt x="167" y="2471"/>
                    <a:pt x="1001" y="3672"/>
                    <a:pt x="2202" y="4372"/>
                  </a:cubicBezTo>
                  <a:lnTo>
                    <a:pt x="31757" y="21451"/>
                  </a:lnTo>
                  <a:cubicBezTo>
                    <a:pt x="32192" y="21717"/>
                    <a:pt x="32600" y="21843"/>
                    <a:pt x="32945" y="21843"/>
                  </a:cubicBezTo>
                  <a:cubicBezTo>
                    <a:pt x="33551" y="21843"/>
                    <a:pt x="33958" y="21453"/>
                    <a:pt x="33958" y="20751"/>
                  </a:cubicBezTo>
                  <a:cubicBezTo>
                    <a:pt x="33791" y="19416"/>
                    <a:pt x="32991" y="18215"/>
                    <a:pt x="31757" y="17515"/>
                  </a:cubicBezTo>
                  <a:lnTo>
                    <a:pt x="2202" y="369"/>
                  </a:lnTo>
                  <a:cubicBezTo>
                    <a:pt x="1773" y="119"/>
                    <a:pt x="1370" y="1"/>
                    <a:pt x="1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cfffc6b9cc_1_0"/>
            <p:cNvSpPr/>
            <p:nvPr/>
          </p:nvSpPr>
          <p:spPr>
            <a:xfrm>
              <a:off x="2567000" y="3397000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1"/>
                  </a:moveTo>
                  <a:cubicBezTo>
                    <a:pt x="414" y="1"/>
                    <a:pt x="1" y="383"/>
                    <a:pt x="1" y="1070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cfffc6b9cc_1_0"/>
            <p:cNvSpPr/>
            <p:nvPr/>
          </p:nvSpPr>
          <p:spPr>
            <a:xfrm>
              <a:off x="3913800" y="3899075"/>
              <a:ext cx="261050" cy="1021000"/>
            </a:xfrm>
            <a:custGeom>
              <a:avLst/>
              <a:gdLst/>
              <a:ahLst/>
              <a:cxnLst/>
              <a:rect l="l" t="t" r="r" b="b"/>
              <a:pathLst>
                <a:path w="10442" h="40840" extrusionOk="0">
                  <a:moveTo>
                    <a:pt x="9307" y="0"/>
                  </a:moveTo>
                  <a:lnTo>
                    <a:pt x="1969" y="4203"/>
                  </a:lnTo>
                  <a:cubicBezTo>
                    <a:pt x="2636" y="5304"/>
                    <a:pt x="3003" y="6505"/>
                    <a:pt x="3069" y="7806"/>
                  </a:cubicBezTo>
                  <a:lnTo>
                    <a:pt x="3069" y="37827"/>
                  </a:lnTo>
                  <a:cubicBezTo>
                    <a:pt x="3069" y="39466"/>
                    <a:pt x="2232" y="40434"/>
                    <a:pt x="1021" y="40434"/>
                  </a:cubicBezTo>
                  <a:cubicBezTo>
                    <a:pt x="704" y="40434"/>
                    <a:pt x="361" y="40368"/>
                    <a:pt x="0" y="40229"/>
                  </a:cubicBezTo>
                  <a:lnTo>
                    <a:pt x="0" y="40229"/>
                  </a:lnTo>
                  <a:cubicBezTo>
                    <a:pt x="1014" y="40637"/>
                    <a:pt x="2068" y="40840"/>
                    <a:pt x="3114" y="40840"/>
                  </a:cubicBezTo>
                  <a:cubicBezTo>
                    <a:pt x="4375" y="40840"/>
                    <a:pt x="5623" y="40546"/>
                    <a:pt x="6772" y="39962"/>
                  </a:cubicBezTo>
                  <a:cubicBezTo>
                    <a:pt x="8940" y="38528"/>
                    <a:pt x="10308" y="36193"/>
                    <a:pt x="10441" y="33624"/>
                  </a:cubicBezTo>
                  <a:lnTo>
                    <a:pt x="10408" y="3569"/>
                  </a:lnTo>
                  <a:cubicBezTo>
                    <a:pt x="10341" y="2335"/>
                    <a:pt x="9974" y="1068"/>
                    <a:pt x="9307" y="0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cfffc6b9cc_1_0"/>
            <p:cNvSpPr/>
            <p:nvPr/>
          </p:nvSpPr>
          <p:spPr>
            <a:xfrm>
              <a:off x="2328500" y="2952350"/>
              <a:ext cx="1818000" cy="1050975"/>
            </a:xfrm>
            <a:custGeom>
              <a:avLst/>
              <a:gdLst/>
              <a:ahLst/>
              <a:cxnLst/>
              <a:rect l="l" t="t" r="r" b="b"/>
              <a:pathLst>
                <a:path w="72720" h="42039" extrusionOk="0">
                  <a:moveTo>
                    <a:pt x="7172" y="0"/>
                  </a:moveTo>
                  <a:cubicBezTo>
                    <a:pt x="5913" y="0"/>
                    <a:pt x="4654" y="292"/>
                    <a:pt x="3503" y="876"/>
                  </a:cubicBezTo>
                  <a:cubicBezTo>
                    <a:pt x="1702" y="2144"/>
                    <a:pt x="434" y="4045"/>
                    <a:pt x="1" y="6213"/>
                  </a:cubicBezTo>
                  <a:cubicBezTo>
                    <a:pt x="284" y="5212"/>
                    <a:pt x="979" y="4651"/>
                    <a:pt x="1900" y="4651"/>
                  </a:cubicBezTo>
                  <a:cubicBezTo>
                    <a:pt x="2391" y="4651"/>
                    <a:pt x="2945" y="4810"/>
                    <a:pt x="3536" y="5146"/>
                  </a:cubicBezTo>
                  <a:lnTo>
                    <a:pt x="62845" y="39337"/>
                  </a:lnTo>
                  <a:cubicBezTo>
                    <a:pt x="63913" y="40004"/>
                    <a:pt x="64780" y="40971"/>
                    <a:pt x="65414" y="42039"/>
                  </a:cubicBezTo>
                  <a:lnTo>
                    <a:pt x="72719" y="37836"/>
                  </a:lnTo>
                  <a:cubicBezTo>
                    <a:pt x="72085" y="36702"/>
                    <a:pt x="71218" y="35801"/>
                    <a:pt x="70117" y="35067"/>
                  </a:cubicBezTo>
                  <a:lnTo>
                    <a:pt x="10842" y="876"/>
                  </a:lnTo>
                  <a:cubicBezTo>
                    <a:pt x="9691" y="292"/>
                    <a:pt x="8432" y="0"/>
                    <a:pt x="7172" y="0"/>
                  </a:cubicBezTo>
                  <a:close/>
                </a:path>
              </a:pathLst>
            </a:custGeom>
            <a:solidFill>
              <a:srgbClr val="FF8F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3D35D-1B09-1122-6EF5-40C23311F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670" y="602343"/>
            <a:ext cx="8759729" cy="4206018"/>
          </a:xfrm>
        </p:spPr>
        <p:txBody>
          <a:bodyPr numCol="2">
            <a:normAutofit fontScale="70000" lnSpcReduction="20000"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1. My father usually goes to work by bus.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maɪ</a:t>
            </a:r>
            <a:r>
              <a:rPr lang="en-US" dirty="0"/>
              <a:t> ˈ</a:t>
            </a:r>
            <a:r>
              <a:rPr lang="en-US" dirty="0" err="1"/>
              <a:t>fɑːðə</a:t>
            </a:r>
            <a:r>
              <a:rPr lang="en-US" dirty="0"/>
              <a:t> ˈ</a:t>
            </a:r>
            <a:r>
              <a:rPr lang="en-US" dirty="0" err="1"/>
              <a:t>juːʒuəli</a:t>
            </a:r>
            <a:r>
              <a:rPr lang="en-US" dirty="0"/>
              <a:t> </a:t>
            </a:r>
            <a:r>
              <a:rPr lang="en-US" dirty="0" err="1"/>
              <a:t>ɡəʊz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ː </a:t>
            </a:r>
            <a:r>
              <a:rPr lang="en-US" dirty="0" err="1"/>
              <a:t>wɜːk</a:t>
            </a:r>
            <a:r>
              <a:rPr lang="en-US" dirty="0"/>
              <a:t> </a:t>
            </a:r>
            <a:r>
              <a:rPr lang="en-US" dirty="0" err="1"/>
              <a:t>baɪ</a:t>
            </a:r>
            <a:r>
              <a:rPr lang="en-US" dirty="0"/>
              <a:t> </a:t>
            </a:r>
            <a:r>
              <a:rPr lang="en-US" dirty="0" err="1"/>
              <a:t>bʌs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2. I have my English lessons on Mondays and Thursdays.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aɪ</a:t>
            </a:r>
            <a:r>
              <a:rPr lang="en-US" dirty="0"/>
              <a:t> </a:t>
            </a:r>
            <a:r>
              <a:rPr lang="en-US" dirty="0" err="1"/>
              <a:t>hæv</a:t>
            </a:r>
            <a:r>
              <a:rPr lang="en-US" dirty="0"/>
              <a:t> </a:t>
            </a:r>
            <a:r>
              <a:rPr lang="en-US" dirty="0" err="1"/>
              <a:t>maɪ</a:t>
            </a:r>
            <a:r>
              <a:rPr lang="en-US" dirty="0"/>
              <a:t> ˈ</a:t>
            </a:r>
            <a:r>
              <a:rPr lang="en-US" dirty="0" err="1"/>
              <a:t>ɪŋɡlɪʃ</a:t>
            </a:r>
            <a:r>
              <a:rPr lang="en-US" dirty="0"/>
              <a:t> ˈ</a:t>
            </a:r>
            <a:r>
              <a:rPr lang="en-US" dirty="0" err="1"/>
              <a:t>lɛsᵊnz</a:t>
            </a:r>
            <a:r>
              <a:rPr lang="en-US" dirty="0"/>
              <a:t> </a:t>
            </a:r>
            <a:r>
              <a:rPr lang="en-US" dirty="0" err="1"/>
              <a:t>ɒn</a:t>
            </a:r>
            <a:r>
              <a:rPr lang="en-US" dirty="0"/>
              <a:t> ˈ</a:t>
            </a:r>
            <a:r>
              <a:rPr lang="en-US" dirty="0" err="1"/>
              <a:t>mʌndeɪz</a:t>
            </a:r>
            <a:r>
              <a:rPr lang="en-US" dirty="0"/>
              <a:t> </a:t>
            </a:r>
            <a:r>
              <a:rPr lang="en-US" dirty="0" err="1"/>
              <a:t>ænd</a:t>
            </a:r>
            <a:r>
              <a:rPr lang="en-US" dirty="0"/>
              <a:t> ˈ</a:t>
            </a:r>
            <a:r>
              <a:rPr lang="en-US" dirty="0" err="1"/>
              <a:t>θɜːzdeɪz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3. It takes me about 10 minutes to do the washing up every day.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ɪt</a:t>
            </a:r>
            <a:r>
              <a:rPr lang="en-US" dirty="0"/>
              <a:t> </a:t>
            </a:r>
            <a:r>
              <a:rPr lang="en-US" dirty="0" err="1"/>
              <a:t>teɪks</a:t>
            </a:r>
            <a:r>
              <a:rPr lang="en-US" dirty="0"/>
              <a:t> miː </a:t>
            </a:r>
            <a:r>
              <a:rPr lang="en-US" dirty="0" err="1"/>
              <a:t>əˈbaʊt</a:t>
            </a:r>
            <a:r>
              <a:rPr lang="en-US" dirty="0"/>
              <a:t> 10 ˈ</a:t>
            </a:r>
            <a:r>
              <a:rPr lang="en-US" dirty="0" err="1"/>
              <a:t>mɪnɪts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ː duː </a:t>
            </a:r>
            <a:r>
              <a:rPr lang="en-US" dirty="0" err="1"/>
              <a:t>ðə</a:t>
            </a:r>
            <a:r>
              <a:rPr lang="en-US" dirty="0"/>
              <a:t> ˈ</a:t>
            </a:r>
            <a:r>
              <a:rPr lang="en-US" dirty="0" err="1"/>
              <a:t>wɒʃɪŋ</a:t>
            </a:r>
            <a:r>
              <a:rPr lang="en-US" dirty="0"/>
              <a:t> </a:t>
            </a:r>
            <a:r>
              <a:rPr lang="en-US" dirty="0" err="1"/>
              <a:t>ʌp</a:t>
            </a:r>
            <a:r>
              <a:rPr lang="en-US" dirty="0"/>
              <a:t> ˈ</a:t>
            </a:r>
            <a:r>
              <a:rPr lang="en-US" dirty="0" err="1"/>
              <a:t>ɛvri</a:t>
            </a:r>
            <a:r>
              <a:rPr lang="en-US" dirty="0"/>
              <a:t> </a:t>
            </a:r>
            <a:r>
              <a:rPr lang="en-US" dirty="0" err="1"/>
              <a:t>deɪ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4. My brother plays sports with his friends twice a week.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maɪ</a:t>
            </a:r>
            <a:r>
              <a:rPr lang="en-US" dirty="0"/>
              <a:t> ˈ</a:t>
            </a:r>
            <a:r>
              <a:rPr lang="en-US" dirty="0" err="1"/>
              <a:t>brʌðə</a:t>
            </a:r>
            <a:r>
              <a:rPr lang="en-US" dirty="0"/>
              <a:t> </a:t>
            </a:r>
            <a:r>
              <a:rPr lang="en-US" dirty="0" err="1"/>
              <a:t>pleɪz</a:t>
            </a:r>
            <a:r>
              <a:rPr lang="en-US" dirty="0"/>
              <a:t> </a:t>
            </a:r>
            <a:r>
              <a:rPr lang="en-US" dirty="0" err="1"/>
              <a:t>spɔːts</a:t>
            </a:r>
            <a:r>
              <a:rPr lang="en-US" dirty="0"/>
              <a:t> </a:t>
            </a:r>
            <a:r>
              <a:rPr lang="en-US" dirty="0" err="1"/>
              <a:t>wɪð</a:t>
            </a:r>
            <a:r>
              <a:rPr lang="en-US" dirty="0"/>
              <a:t> </a:t>
            </a:r>
            <a:r>
              <a:rPr lang="en-US" dirty="0" err="1"/>
              <a:t>hɪz</a:t>
            </a:r>
            <a:r>
              <a:rPr lang="en-US" dirty="0"/>
              <a:t> </a:t>
            </a:r>
            <a:r>
              <a:rPr lang="en-US" dirty="0" err="1"/>
              <a:t>frɛndz</a:t>
            </a:r>
            <a:r>
              <a:rPr lang="en-US" dirty="0"/>
              <a:t> </a:t>
            </a:r>
            <a:r>
              <a:rPr lang="en-US" dirty="0" err="1"/>
              <a:t>twaɪs</a:t>
            </a:r>
            <a:r>
              <a:rPr lang="en-US" dirty="0"/>
              <a:t> ə </a:t>
            </a:r>
            <a:r>
              <a:rPr lang="en-US" dirty="0" err="1"/>
              <a:t>wiːk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5. When she is free, she sometimes plays video games with her younger sister. 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wɛn</a:t>
            </a:r>
            <a:r>
              <a:rPr lang="en-US" dirty="0"/>
              <a:t> </a:t>
            </a:r>
            <a:r>
              <a:rPr lang="en-US" dirty="0" err="1"/>
              <a:t>ʃi</a:t>
            </a:r>
            <a:r>
              <a:rPr lang="en-US" dirty="0"/>
              <a:t>ː </a:t>
            </a:r>
            <a:r>
              <a:rPr lang="en-US" dirty="0" err="1"/>
              <a:t>ɪz</a:t>
            </a:r>
            <a:r>
              <a:rPr lang="en-US" dirty="0"/>
              <a:t> </a:t>
            </a:r>
            <a:r>
              <a:rPr lang="en-US" dirty="0" err="1"/>
              <a:t>fri</a:t>
            </a:r>
            <a:r>
              <a:rPr lang="en-US" dirty="0"/>
              <a:t>ː, </a:t>
            </a:r>
            <a:r>
              <a:rPr lang="en-US" dirty="0" err="1"/>
              <a:t>ʃi</a:t>
            </a:r>
            <a:r>
              <a:rPr lang="en-US" dirty="0"/>
              <a:t>ː ˈ</a:t>
            </a:r>
            <a:r>
              <a:rPr lang="en-US" dirty="0" err="1"/>
              <a:t>sʌmtaɪmz</a:t>
            </a:r>
            <a:r>
              <a:rPr lang="en-US" dirty="0"/>
              <a:t> </a:t>
            </a:r>
            <a:r>
              <a:rPr lang="en-US" dirty="0" err="1"/>
              <a:t>pleɪz</a:t>
            </a:r>
            <a:r>
              <a:rPr lang="en-US" dirty="0"/>
              <a:t> ˈ</a:t>
            </a:r>
            <a:r>
              <a:rPr lang="en-US" dirty="0" err="1"/>
              <a:t>vɪdiəʊ</a:t>
            </a:r>
            <a:r>
              <a:rPr lang="en-US" dirty="0"/>
              <a:t> </a:t>
            </a:r>
            <a:r>
              <a:rPr lang="en-US" dirty="0" err="1"/>
              <a:t>ɡeɪmz</a:t>
            </a:r>
            <a:r>
              <a:rPr lang="en-US" dirty="0"/>
              <a:t> </a:t>
            </a:r>
            <a:r>
              <a:rPr lang="en-US" dirty="0" err="1"/>
              <a:t>wɪð</a:t>
            </a:r>
            <a:r>
              <a:rPr lang="en-US" dirty="0"/>
              <a:t> </a:t>
            </a:r>
            <a:r>
              <a:rPr lang="en-US" dirty="0" err="1"/>
              <a:t>hɜ</a:t>
            </a:r>
            <a:r>
              <a:rPr lang="en-US" dirty="0"/>
              <a:t>ː ˈ</a:t>
            </a:r>
            <a:r>
              <a:rPr lang="en-US" dirty="0" err="1"/>
              <a:t>jʌŋɡə</a:t>
            </a:r>
            <a:r>
              <a:rPr lang="en-US" dirty="0"/>
              <a:t> ˈ</a:t>
            </a:r>
            <a:r>
              <a:rPr lang="en-US" dirty="0" err="1"/>
              <a:t>sɪstə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6. My mom makes dinner for my family every night. 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maɪ</a:t>
            </a:r>
            <a:r>
              <a:rPr lang="en-US" dirty="0"/>
              <a:t> </a:t>
            </a:r>
            <a:r>
              <a:rPr lang="en-US" dirty="0" err="1"/>
              <a:t>mɒm</a:t>
            </a:r>
            <a:r>
              <a:rPr lang="en-US" dirty="0"/>
              <a:t> </a:t>
            </a:r>
            <a:r>
              <a:rPr lang="en-US" dirty="0" err="1"/>
              <a:t>meɪks</a:t>
            </a:r>
            <a:r>
              <a:rPr lang="en-US" dirty="0"/>
              <a:t> ˈ</a:t>
            </a:r>
            <a:r>
              <a:rPr lang="en-US" dirty="0" err="1"/>
              <a:t>dɪnə</a:t>
            </a:r>
            <a:r>
              <a:rPr lang="en-US" dirty="0"/>
              <a:t> </a:t>
            </a:r>
            <a:r>
              <a:rPr lang="en-US" dirty="0" err="1"/>
              <a:t>fɔ</a:t>
            </a:r>
            <a:r>
              <a:rPr lang="en-US" dirty="0"/>
              <a:t>ː </a:t>
            </a:r>
            <a:r>
              <a:rPr lang="en-US" dirty="0" err="1"/>
              <a:t>maɪ</a:t>
            </a:r>
            <a:r>
              <a:rPr lang="en-US" dirty="0"/>
              <a:t> ˈ</a:t>
            </a:r>
            <a:r>
              <a:rPr lang="en-US" dirty="0" err="1"/>
              <a:t>fæmᵊli</a:t>
            </a:r>
            <a:r>
              <a:rPr lang="en-US" dirty="0"/>
              <a:t> ˈ</a:t>
            </a:r>
            <a:r>
              <a:rPr lang="en-US" dirty="0" err="1"/>
              <a:t>ɛvri</a:t>
            </a:r>
            <a:r>
              <a:rPr lang="en-US" dirty="0"/>
              <a:t> </a:t>
            </a:r>
            <a:r>
              <a:rPr lang="en-US" dirty="0" err="1"/>
              <a:t>naɪt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7. On Saturdays, I clean the house with my brother. 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 /</a:t>
            </a:r>
            <a:r>
              <a:rPr lang="en-US" dirty="0" err="1"/>
              <a:t>ɒn</a:t>
            </a:r>
            <a:r>
              <a:rPr lang="en-US" dirty="0"/>
              <a:t> ˈ</a:t>
            </a:r>
            <a:r>
              <a:rPr lang="en-US" dirty="0" err="1"/>
              <a:t>sætədeɪz</a:t>
            </a:r>
            <a:r>
              <a:rPr lang="en-US" dirty="0"/>
              <a:t>, </a:t>
            </a:r>
            <a:r>
              <a:rPr lang="en-US" dirty="0" err="1"/>
              <a:t>aɪ</a:t>
            </a:r>
            <a:r>
              <a:rPr lang="en-US" dirty="0"/>
              <a:t> </a:t>
            </a:r>
            <a:r>
              <a:rPr lang="en-US" dirty="0" err="1"/>
              <a:t>kliːn</a:t>
            </a:r>
            <a:r>
              <a:rPr lang="en-US" dirty="0"/>
              <a:t> </a:t>
            </a:r>
            <a:r>
              <a:rPr lang="en-US" dirty="0" err="1"/>
              <a:t>ðə</a:t>
            </a:r>
            <a:r>
              <a:rPr lang="en-US" dirty="0"/>
              <a:t> </a:t>
            </a:r>
            <a:r>
              <a:rPr lang="en-US" dirty="0" err="1"/>
              <a:t>haʊs</a:t>
            </a:r>
            <a:r>
              <a:rPr lang="en-US" dirty="0"/>
              <a:t> </a:t>
            </a:r>
            <a:r>
              <a:rPr lang="en-US" dirty="0" err="1"/>
              <a:t>wɪð</a:t>
            </a:r>
            <a:r>
              <a:rPr lang="en-US" dirty="0"/>
              <a:t> </a:t>
            </a:r>
            <a:r>
              <a:rPr lang="en-US" dirty="0" err="1"/>
              <a:t>maɪ</a:t>
            </a:r>
            <a:r>
              <a:rPr lang="en-US" dirty="0"/>
              <a:t> ˈ</a:t>
            </a:r>
            <a:r>
              <a:rPr lang="en-US" dirty="0" err="1"/>
              <a:t>brʌðə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8. He goes to the restaurant with his girlfriend once a month. 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/hiː </a:t>
            </a:r>
            <a:r>
              <a:rPr lang="en-US" dirty="0" err="1"/>
              <a:t>ɡəʊz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ː </a:t>
            </a:r>
            <a:r>
              <a:rPr lang="en-US" dirty="0" err="1"/>
              <a:t>ðə</a:t>
            </a:r>
            <a:r>
              <a:rPr lang="en-US" dirty="0"/>
              <a:t> ˈ</a:t>
            </a:r>
            <a:r>
              <a:rPr lang="en-US" dirty="0" err="1"/>
              <a:t>rɛstᵊrɒnt</a:t>
            </a:r>
            <a:r>
              <a:rPr lang="en-US" dirty="0"/>
              <a:t> </a:t>
            </a:r>
            <a:r>
              <a:rPr lang="en-US" dirty="0" err="1"/>
              <a:t>wɪð</a:t>
            </a:r>
            <a:r>
              <a:rPr lang="en-US" dirty="0"/>
              <a:t> </a:t>
            </a:r>
            <a:r>
              <a:rPr lang="en-US" dirty="0" err="1"/>
              <a:t>hɪz</a:t>
            </a:r>
            <a:r>
              <a:rPr lang="en-US" dirty="0"/>
              <a:t> ˈ</a:t>
            </a:r>
            <a:r>
              <a:rPr lang="en-US" dirty="0" err="1"/>
              <a:t>ɡɜːlfrɛnd</a:t>
            </a:r>
            <a:r>
              <a:rPr lang="en-US" dirty="0"/>
              <a:t> </a:t>
            </a:r>
            <a:r>
              <a:rPr lang="en-US" dirty="0" err="1"/>
              <a:t>wʌns</a:t>
            </a:r>
            <a:r>
              <a:rPr lang="en-US" dirty="0"/>
              <a:t> ə </a:t>
            </a:r>
            <a:r>
              <a:rPr lang="en-US" dirty="0" err="1"/>
              <a:t>mʌnθ</a:t>
            </a:r>
            <a:r>
              <a:rPr lang="en-US" dirty="0"/>
              <a:t>./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9. In the summer, I usually go swimming at the swimming pool.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ɪn</a:t>
            </a:r>
            <a:r>
              <a:rPr lang="en-US" dirty="0"/>
              <a:t> </a:t>
            </a:r>
            <a:r>
              <a:rPr lang="en-US" dirty="0" err="1"/>
              <a:t>ðə</a:t>
            </a:r>
            <a:r>
              <a:rPr lang="en-US" dirty="0"/>
              <a:t> ˈ</a:t>
            </a:r>
            <a:r>
              <a:rPr lang="en-US" dirty="0" err="1"/>
              <a:t>sʌmə</a:t>
            </a:r>
            <a:r>
              <a:rPr lang="en-US" dirty="0"/>
              <a:t>, </a:t>
            </a:r>
            <a:r>
              <a:rPr lang="en-US" dirty="0" err="1"/>
              <a:t>aɪ</a:t>
            </a:r>
            <a:r>
              <a:rPr lang="en-US" dirty="0"/>
              <a:t> ˈ</a:t>
            </a:r>
            <a:r>
              <a:rPr lang="en-US" dirty="0" err="1"/>
              <a:t>juːʒuəli</a:t>
            </a:r>
            <a:r>
              <a:rPr lang="en-US" dirty="0"/>
              <a:t> </a:t>
            </a:r>
            <a:r>
              <a:rPr lang="en-US" dirty="0" err="1"/>
              <a:t>ɡəʊ</a:t>
            </a:r>
            <a:r>
              <a:rPr lang="en-US" dirty="0"/>
              <a:t> ˈ</a:t>
            </a:r>
            <a:r>
              <a:rPr lang="en-US" dirty="0" err="1"/>
              <a:t>swɪmɪŋ</a:t>
            </a:r>
            <a:r>
              <a:rPr lang="en-US" dirty="0"/>
              <a:t> </a:t>
            </a:r>
            <a:r>
              <a:rPr lang="en-US" dirty="0" err="1"/>
              <a:t>æt</a:t>
            </a:r>
            <a:r>
              <a:rPr lang="en-US" dirty="0"/>
              <a:t> </a:t>
            </a:r>
            <a:r>
              <a:rPr lang="en-US" dirty="0" err="1"/>
              <a:t>ðə</a:t>
            </a:r>
            <a:r>
              <a:rPr lang="en-US" dirty="0"/>
              <a:t> ˈ</a:t>
            </a:r>
            <a:r>
              <a:rPr lang="en-US" dirty="0" err="1"/>
              <a:t>swɪmɪŋ</a:t>
            </a:r>
            <a:r>
              <a:rPr lang="en-US" dirty="0"/>
              <a:t> </a:t>
            </a:r>
            <a:r>
              <a:rPr lang="en-US" dirty="0" err="1"/>
              <a:t>puːl</a:t>
            </a:r>
            <a:r>
              <a:rPr lang="en-US" dirty="0"/>
              <a:t>./ 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>
                <a:solidFill>
                  <a:srgbClr val="002060"/>
                </a:solidFill>
              </a:rPr>
              <a:t>10. She does exercise every Wednesday morning. </a:t>
            </a:r>
            <a:endParaRPr lang="en-US" dirty="0">
              <a:solidFill>
                <a:srgbClr val="002060"/>
              </a:solidFill>
            </a:endParaRPr>
          </a:p>
          <a:p>
            <a:pPr marL="114300" indent="0">
              <a:buNone/>
            </a:pPr>
            <a:r>
              <a:rPr lang="en-US" dirty="0"/>
              <a:t>/</a:t>
            </a:r>
            <a:r>
              <a:rPr lang="en-US" dirty="0" err="1"/>
              <a:t>ʃi</a:t>
            </a:r>
            <a:r>
              <a:rPr lang="en-US" dirty="0"/>
              <a:t>ː </a:t>
            </a:r>
            <a:r>
              <a:rPr lang="en-US" dirty="0" err="1"/>
              <a:t>dʌz</a:t>
            </a:r>
            <a:r>
              <a:rPr lang="en-US" dirty="0"/>
              <a:t> ˈ</a:t>
            </a:r>
            <a:r>
              <a:rPr lang="en-US" dirty="0" err="1"/>
              <a:t>ɛksəsaɪz</a:t>
            </a:r>
            <a:r>
              <a:rPr lang="en-US" dirty="0"/>
              <a:t> ˈ</a:t>
            </a:r>
            <a:r>
              <a:rPr lang="en-US" dirty="0" err="1"/>
              <a:t>ɛvri</a:t>
            </a:r>
            <a:r>
              <a:rPr lang="en-US" dirty="0"/>
              <a:t> ˈ</a:t>
            </a:r>
            <a:r>
              <a:rPr lang="en-US" dirty="0" err="1"/>
              <a:t>wɛnzdeɪ</a:t>
            </a:r>
            <a:r>
              <a:rPr lang="en-US" dirty="0"/>
              <a:t> ˈ</a:t>
            </a:r>
            <a:r>
              <a:rPr lang="en-US" dirty="0" err="1"/>
              <a:t>mɔːnɪŋ</a:t>
            </a:r>
            <a:r>
              <a:rPr lang="en-US" dirty="0"/>
              <a:t>./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6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-GB" sz="6500"/>
              <a:t>Lesson 6: Nouns</a:t>
            </a:r>
            <a:endParaRPr sz="6500"/>
          </a:p>
        </p:txBody>
      </p:sp>
      <p:sp>
        <p:nvSpPr>
          <p:cNvPr id="206" name="Google Shape;206;p2"/>
          <p:cNvSpPr txBox="1">
            <a:spLocks noGrp="1"/>
          </p:cNvSpPr>
          <p:nvPr>
            <p:ph type="subTitle" idx="1"/>
          </p:nvPr>
        </p:nvSpPr>
        <p:spPr>
          <a:xfrm>
            <a:off x="311700" y="23632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Brought to you by LangGo</a:t>
            </a:r>
            <a:endParaRPr/>
          </a:p>
        </p:txBody>
      </p:sp>
      <p:grpSp>
        <p:nvGrpSpPr>
          <p:cNvPr id="207" name="Google Shape;207;p2"/>
          <p:cNvGrpSpPr/>
          <p:nvPr/>
        </p:nvGrpSpPr>
        <p:grpSpPr>
          <a:xfrm>
            <a:off x="6839906" y="700489"/>
            <a:ext cx="1408824" cy="1556300"/>
            <a:chOff x="2326825" y="2952350"/>
            <a:chExt cx="1848850" cy="2042925"/>
          </a:xfrm>
        </p:grpSpPr>
        <p:sp>
          <p:nvSpPr>
            <p:cNvPr id="208" name="Google Shape;208;p2"/>
            <p:cNvSpPr/>
            <p:nvPr/>
          </p:nvSpPr>
          <p:spPr>
            <a:xfrm>
              <a:off x="3534350" y="4748850"/>
              <a:ext cx="233525" cy="242700"/>
            </a:xfrm>
            <a:custGeom>
              <a:avLst/>
              <a:gdLst/>
              <a:ahLst/>
              <a:cxnLst/>
              <a:rect l="l" t="t" r="r" b="b"/>
              <a:pathLst>
                <a:path w="9341" h="9708" extrusionOk="0">
                  <a:moveTo>
                    <a:pt x="4838" y="0"/>
                  </a:moveTo>
                  <a:lnTo>
                    <a:pt x="4971" y="367"/>
                  </a:lnTo>
                  <a:lnTo>
                    <a:pt x="1" y="9707"/>
                  </a:lnTo>
                  <a:lnTo>
                    <a:pt x="7606" y="5337"/>
                  </a:lnTo>
                  <a:cubicBezTo>
                    <a:pt x="7773" y="5304"/>
                    <a:pt x="7907" y="5171"/>
                    <a:pt x="7973" y="5004"/>
                  </a:cubicBezTo>
                  <a:lnTo>
                    <a:pt x="9341" y="2569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366750" y="4582900"/>
              <a:ext cx="305225" cy="412375"/>
            </a:xfrm>
            <a:custGeom>
              <a:avLst/>
              <a:gdLst/>
              <a:ahLst/>
              <a:cxnLst/>
              <a:rect l="l" t="t" r="r" b="b"/>
              <a:pathLst>
                <a:path w="12209" h="16495" extrusionOk="0">
                  <a:moveTo>
                    <a:pt x="0" y="0"/>
                  </a:moveTo>
                  <a:lnTo>
                    <a:pt x="5537" y="15978"/>
                  </a:lnTo>
                  <a:cubicBezTo>
                    <a:pt x="5604" y="16145"/>
                    <a:pt x="5704" y="16312"/>
                    <a:pt x="5871" y="16378"/>
                  </a:cubicBezTo>
                  <a:cubicBezTo>
                    <a:pt x="6007" y="16458"/>
                    <a:pt x="6154" y="16495"/>
                    <a:pt x="6297" y="16495"/>
                  </a:cubicBezTo>
                  <a:cubicBezTo>
                    <a:pt x="6576" y="16495"/>
                    <a:pt x="6840" y="16354"/>
                    <a:pt x="6972" y="16112"/>
                  </a:cubicBezTo>
                  <a:lnTo>
                    <a:pt x="12209" y="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326825" y="2954025"/>
              <a:ext cx="1848850" cy="1966000"/>
            </a:xfrm>
            <a:custGeom>
              <a:avLst/>
              <a:gdLst/>
              <a:ahLst/>
              <a:cxnLst/>
              <a:rect l="l" t="t" r="r" b="b"/>
              <a:pathLst>
                <a:path w="73954" h="78640" extrusionOk="0">
                  <a:moveTo>
                    <a:pt x="7314" y="0"/>
                  </a:moveTo>
                  <a:cubicBezTo>
                    <a:pt x="6055" y="0"/>
                    <a:pt x="4804" y="292"/>
                    <a:pt x="3670" y="876"/>
                  </a:cubicBezTo>
                  <a:cubicBezTo>
                    <a:pt x="1502" y="2277"/>
                    <a:pt x="101" y="4612"/>
                    <a:pt x="1" y="7214"/>
                  </a:cubicBezTo>
                  <a:lnTo>
                    <a:pt x="1" y="37202"/>
                  </a:lnTo>
                  <a:cubicBezTo>
                    <a:pt x="1" y="39570"/>
                    <a:pt x="34" y="41438"/>
                    <a:pt x="3337" y="43306"/>
                  </a:cubicBezTo>
                  <a:lnTo>
                    <a:pt x="62946" y="77764"/>
                  </a:lnTo>
                  <a:cubicBezTo>
                    <a:pt x="64113" y="78348"/>
                    <a:pt x="65372" y="78640"/>
                    <a:pt x="66628" y="78640"/>
                  </a:cubicBezTo>
                  <a:cubicBezTo>
                    <a:pt x="67883" y="78640"/>
                    <a:pt x="69134" y="78348"/>
                    <a:pt x="70284" y="77764"/>
                  </a:cubicBezTo>
                  <a:cubicBezTo>
                    <a:pt x="72453" y="76330"/>
                    <a:pt x="73820" y="73995"/>
                    <a:pt x="73954" y="71426"/>
                  </a:cubicBezTo>
                  <a:lnTo>
                    <a:pt x="73954" y="41405"/>
                  </a:lnTo>
                  <a:cubicBezTo>
                    <a:pt x="73787" y="38803"/>
                    <a:pt x="72453" y="36468"/>
                    <a:pt x="70284" y="35067"/>
                  </a:cubicBezTo>
                  <a:lnTo>
                    <a:pt x="11009" y="876"/>
                  </a:lnTo>
                  <a:cubicBezTo>
                    <a:pt x="9841" y="292"/>
                    <a:pt x="8574" y="0"/>
                    <a:pt x="7314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2567000" y="3613825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0"/>
                  </a:moveTo>
                  <a:cubicBezTo>
                    <a:pt x="414" y="0"/>
                    <a:pt x="1" y="383"/>
                    <a:pt x="1" y="1069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0"/>
                    <a:pt x="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2567000" y="3827300"/>
              <a:ext cx="848975" cy="546075"/>
            </a:xfrm>
            <a:custGeom>
              <a:avLst/>
              <a:gdLst/>
              <a:ahLst/>
              <a:cxnLst/>
              <a:rect l="l" t="t" r="r" b="b"/>
              <a:pathLst>
                <a:path w="33959" h="21843" extrusionOk="0">
                  <a:moveTo>
                    <a:pt x="1028" y="1"/>
                  </a:moveTo>
                  <a:cubicBezTo>
                    <a:pt x="414" y="1"/>
                    <a:pt x="1" y="384"/>
                    <a:pt x="1" y="1070"/>
                  </a:cubicBezTo>
                  <a:cubicBezTo>
                    <a:pt x="167" y="2471"/>
                    <a:pt x="1001" y="3672"/>
                    <a:pt x="2202" y="4372"/>
                  </a:cubicBezTo>
                  <a:lnTo>
                    <a:pt x="31757" y="21451"/>
                  </a:lnTo>
                  <a:cubicBezTo>
                    <a:pt x="32192" y="21717"/>
                    <a:pt x="32600" y="21843"/>
                    <a:pt x="32945" y="21843"/>
                  </a:cubicBezTo>
                  <a:cubicBezTo>
                    <a:pt x="33551" y="21843"/>
                    <a:pt x="33958" y="21453"/>
                    <a:pt x="33958" y="20751"/>
                  </a:cubicBezTo>
                  <a:cubicBezTo>
                    <a:pt x="33791" y="19416"/>
                    <a:pt x="32991" y="18215"/>
                    <a:pt x="31757" y="17515"/>
                  </a:cubicBezTo>
                  <a:lnTo>
                    <a:pt x="2202" y="369"/>
                  </a:lnTo>
                  <a:cubicBezTo>
                    <a:pt x="1773" y="119"/>
                    <a:pt x="1370" y="1"/>
                    <a:pt x="1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2567000" y="3397000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1"/>
                  </a:moveTo>
                  <a:cubicBezTo>
                    <a:pt x="414" y="1"/>
                    <a:pt x="1" y="383"/>
                    <a:pt x="1" y="1070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913800" y="3899075"/>
              <a:ext cx="261050" cy="1021000"/>
            </a:xfrm>
            <a:custGeom>
              <a:avLst/>
              <a:gdLst/>
              <a:ahLst/>
              <a:cxnLst/>
              <a:rect l="l" t="t" r="r" b="b"/>
              <a:pathLst>
                <a:path w="10442" h="40840" extrusionOk="0">
                  <a:moveTo>
                    <a:pt x="9307" y="0"/>
                  </a:moveTo>
                  <a:lnTo>
                    <a:pt x="1969" y="4203"/>
                  </a:lnTo>
                  <a:cubicBezTo>
                    <a:pt x="2636" y="5304"/>
                    <a:pt x="3003" y="6505"/>
                    <a:pt x="3069" y="7806"/>
                  </a:cubicBezTo>
                  <a:lnTo>
                    <a:pt x="3069" y="37827"/>
                  </a:lnTo>
                  <a:cubicBezTo>
                    <a:pt x="3069" y="39466"/>
                    <a:pt x="2232" y="40434"/>
                    <a:pt x="1021" y="40434"/>
                  </a:cubicBezTo>
                  <a:cubicBezTo>
                    <a:pt x="704" y="40434"/>
                    <a:pt x="361" y="40368"/>
                    <a:pt x="0" y="40229"/>
                  </a:cubicBezTo>
                  <a:lnTo>
                    <a:pt x="0" y="40229"/>
                  </a:lnTo>
                  <a:cubicBezTo>
                    <a:pt x="1014" y="40637"/>
                    <a:pt x="2068" y="40840"/>
                    <a:pt x="3114" y="40840"/>
                  </a:cubicBezTo>
                  <a:cubicBezTo>
                    <a:pt x="4375" y="40840"/>
                    <a:pt x="5623" y="40546"/>
                    <a:pt x="6772" y="39962"/>
                  </a:cubicBezTo>
                  <a:cubicBezTo>
                    <a:pt x="8940" y="38528"/>
                    <a:pt x="10308" y="36193"/>
                    <a:pt x="10441" y="33624"/>
                  </a:cubicBezTo>
                  <a:lnTo>
                    <a:pt x="10408" y="3569"/>
                  </a:lnTo>
                  <a:cubicBezTo>
                    <a:pt x="10341" y="2335"/>
                    <a:pt x="9974" y="1068"/>
                    <a:pt x="9307" y="0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2328500" y="2952350"/>
              <a:ext cx="1818000" cy="1050975"/>
            </a:xfrm>
            <a:custGeom>
              <a:avLst/>
              <a:gdLst/>
              <a:ahLst/>
              <a:cxnLst/>
              <a:rect l="l" t="t" r="r" b="b"/>
              <a:pathLst>
                <a:path w="72720" h="42039" extrusionOk="0">
                  <a:moveTo>
                    <a:pt x="7172" y="0"/>
                  </a:moveTo>
                  <a:cubicBezTo>
                    <a:pt x="5913" y="0"/>
                    <a:pt x="4654" y="292"/>
                    <a:pt x="3503" y="876"/>
                  </a:cubicBezTo>
                  <a:cubicBezTo>
                    <a:pt x="1702" y="2144"/>
                    <a:pt x="434" y="4045"/>
                    <a:pt x="1" y="6213"/>
                  </a:cubicBezTo>
                  <a:cubicBezTo>
                    <a:pt x="284" y="5212"/>
                    <a:pt x="979" y="4651"/>
                    <a:pt x="1900" y="4651"/>
                  </a:cubicBezTo>
                  <a:cubicBezTo>
                    <a:pt x="2391" y="4651"/>
                    <a:pt x="2945" y="4810"/>
                    <a:pt x="3536" y="5146"/>
                  </a:cubicBezTo>
                  <a:lnTo>
                    <a:pt x="62845" y="39337"/>
                  </a:lnTo>
                  <a:cubicBezTo>
                    <a:pt x="63913" y="40004"/>
                    <a:pt x="64780" y="40971"/>
                    <a:pt x="65414" y="42039"/>
                  </a:cubicBezTo>
                  <a:lnTo>
                    <a:pt x="72719" y="37836"/>
                  </a:lnTo>
                  <a:cubicBezTo>
                    <a:pt x="72085" y="36702"/>
                    <a:pt x="71218" y="35801"/>
                    <a:pt x="70117" y="35067"/>
                  </a:cubicBezTo>
                  <a:lnTo>
                    <a:pt x="10842" y="876"/>
                  </a:lnTo>
                  <a:cubicBezTo>
                    <a:pt x="9691" y="292"/>
                    <a:pt x="8432" y="0"/>
                    <a:pt x="7172" y="0"/>
                  </a:cubicBezTo>
                  <a:close/>
                </a:path>
              </a:pathLst>
            </a:custGeom>
            <a:solidFill>
              <a:srgbClr val="FF8F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2"/>
          <p:cNvGrpSpPr/>
          <p:nvPr/>
        </p:nvGrpSpPr>
        <p:grpSpPr>
          <a:xfrm flipH="1">
            <a:off x="6892797" y="2176321"/>
            <a:ext cx="1463469" cy="1351095"/>
            <a:chOff x="3520175" y="1271775"/>
            <a:chExt cx="2302500" cy="2125700"/>
          </a:xfrm>
        </p:grpSpPr>
        <p:sp>
          <p:nvSpPr>
            <p:cNvPr id="217" name="Google Shape;217;p2"/>
            <p:cNvSpPr/>
            <p:nvPr/>
          </p:nvSpPr>
          <p:spPr>
            <a:xfrm>
              <a:off x="5201375" y="1573225"/>
              <a:ext cx="621300" cy="566275"/>
            </a:xfrm>
            <a:custGeom>
              <a:avLst/>
              <a:gdLst/>
              <a:ahLst/>
              <a:cxnLst/>
              <a:rect l="l" t="t" r="r" b="b"/>
              <a:pathLst>
                <a:path w="24852" h="22651" extrusionOk="0">
                  <a:moveTo>
                    <a:pt x="4471" y="1"/>
                  </a:moveTo>
                  <a:lnTo>
                    <a:pt x="1" y="2503"/>
                  </a:lnTo>
                  <a:lnTo>
                    <a:pt x="1" y="17914"/>
                  </a:lnTo>
                  <a:lnTo>
                    <a:pt x="4471" y="15312"/>
                  </a:lnTo>
                  <a:lnTo>
                    <a:pt x="8307" y="10842"/>
                  </a:lnTo>
                  <a:lnTo>
                    <a:pt x="8307" y="22650"/>
                  </a:lnTo>
                  <a:lnTo>
                    <a:pt x="12777" y="20082"/>
                  </a:lnTo>
                  <a:lnTo>
                    <a:pt x="24452" y="6606"/>
                  </a:lnTo>
                  <a:cubicBezTo>
                    <a:pt x="24852" y="6105"/>
                    <a:pt x="24819" y="5338"/>
                    <a:pt x="24318" y="4938"/>
                  </a:cubicBezTo>
                  <a:cubicBezTo>
                    <a:pt x="24252" y="4904"/>
                    <a:pt x="24185" y="4838"/>
                    <a:pt x="24151" y="4804"/>
                  </a:cubicBezTo>
                  <a:lnTo>
                    <a:pt x="15812" y="168"/>
                  </a:lnTo>
                  <a:cubicBezTo>
                    <a:pt x="15645" y="101"/>
                    <a:pt x="15445" y="1"/>
                    <a:pt x="15212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408200" y="1692475"/>
              <a:ext cx="413650" cy="450350"/>
            </a:xfrm>
            <a:custGeom>
              <a:avLst/>
              <a:gdLst/>
              <a:ahLst/>
              <a:cxnLst/>
              <a:rect l="l" t="t" r="r" b="b"/>
              <a:pathLst>
                <a:path w="16546" h="18014" extrusionOk="0">
                  <a:moveTo>
                    <a:pt x="4437" y="1"/>
                  </a:moveTo>
                  <a:lnTo>
                    <a:pt x="0" y="2569"/>
                  </a:lnTo>
                  <a:lnTo>
                    <a:pt x="0" y="18014"/>
                  </a:lnTo>
                  <a:lnTo>
                    <a:pt x="4437" y="15412"/>
                  </a:lnTo>
                  <a:lnTo>
                    <a:pt x="16112" y="1936"/>
                  </a:lnTo>
                  <a:cubicBezTo>
                    <a:pt x="16546" y="1469"/>
                    <a:pt x="16446" y="701"/>
                    <a:pt x="15945" y="268"/>
                  </a:cubicBezTo>
                  <a:cubicBezTo>
                    <a:pt x="15745" y="101"/>
                    <a:pt x="15512" y="34"/>
                    <a:pt x="15211" y="1"/>
                  </a:cubicBez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3521025" y="1271775"/>
              <a:ext cx="1998100" cy="2125700"/>
            </a:xfrm>
            <a:custGeom>
              <a:avLst/>
              <a:gdLst/>
              <a:ahLst/>
              <a:cxnLst/>
              <a:rect l="l" t="t" r="r" b="b"/>
              <a:pathLst>
                <a:path w="79924" h="85028" extrusionOk="0">
                  <a:moveTo>
                    <a:pt x="72018" y="0"/>
                  </a:moveTo>
                  <a:cubicBezTo>
                    <a:pt x="70659" y="0"/>
                    <a:pt x="69300" y="317"/>
                    <a:pt x="68049" y="951"/>
                  </a:cubicBezTo>
                  <a:lnTo>
                    <a:pt x="3970" y="37911"/>
                  </a:lnTo>
                  <a:cubicBezTo>
                    <a:pt x="1635" y="39479"/>
                    <a:pt x="167" y="42014"/>
                    <a:pt x="0" y="44749"/>
                  </a:cubicBezTo>
                  <a:lnTo>
                    <a:pt x="0" y="77239"/>
                  </a:lnTo>
                  <a:cubicBezTo>
                    <a:pt x="167" y="80041"/>
                    <a:pt x="1635" y="82576"/>
                    <a:pt x="3970" y="84077"/>
                  </a:cubicBezTo>
                  <a:cubicBezTo>
                    <a:pt x="5221" y="84711"/>
                    <a:pt x="6572" y="85028"/>
                    <a:pt x="7923" y="85028"/>
                  </a:cubicBezTo>
                  <a:cubicBezTo>
                    <a:pt x="9274" y="85028"/>
                    <a:pt x="10625" y="84711"/>
                    <a:pt x="11875" y="84077"/>
                  </a:cubicBezTo>
                  <a:lnTo>
                    <a:pt x="76355" y="46850"/>
                  </a:lnTo>
                  <a:cubicBezTo>
                    <a:pt x="79891" y="44816"/>
                    <a:pt x="79891" y="42748"/>
                    <a:pt x="79891" y="40246"/>
                  </a:cubicBezTo>
                  <a:lnTo>
                    <a:pt x="79924" y="7823"/>
                  </a:lnTo>
                  <a:cubicBezTo>
                    <a:pt x="79757" y="5021"/>
                    <a:pt x="78323" y="2485"/>
                    <a:pt x="75988" y="951"/>
                  </a:cubicBezTo>
                  <a:cubicBezTo>
                    <a:pt x="74737" y="317"/>
                    <a:pt x="73378" y="0"/>
                    <a:pt x="72018" y="0"/>
                  </a:cubicBez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520175" y="2291250"/>
              <a:ext cx="281075" cy="1105925"/>
            </a:xfrm>
            <a:custGeom>
              <a:avLst/>
              <a:gdLst/>
              <a:ahLst/>
              <a:cxnLst/>
              <a:rect l="l" t="t" r="r" b="b"/>
              <a:pathLst>
                <a:path w="11243" h="44237" extrusionOk="0">
                  <a:moveTo>
                    <a:pt x="1168" y="0"/>
                  </a:moveTo>
                  <a:cubicBezTo>
                    <a:pt x="468" y="1168"/>
                    <a:pt x="34" y="2502"/>
                    <a:pt x="1" y="3937"/>
                  </a:cubicBezTo>
                  <a:lnTo>
                    <a:pt x="34" y="36460"/>
                  </a:lnTo>
                  <a:cubicBezTo>
                    <a:pt x="201" y="39262"/>
                    <a:pt x="1669" y="41797"/>
                    <a:pt x="4004" y="43298"/>
                  </a:cubicBezTo>
                  <a:cubicBezTo>
                    <a:pt x="5240" y="43926"/>
                    <a:pt x="6600" y="44237"/>
                    <a:pt x="7968" y="44237"/>
                  </a:cubicBezTo>
                  <a:cubicBezTo>
                    <a:pt x="9073" y="44237"/>
                    <a:pt x="10184" y="44034"/>
                    <a:pt x="11242" y="43632"/>
                  </a:cubicBezTo>
                  <a:lnTo>
                    <a:pt x="11242" y="43632"/>
                  </a:lnTo>
                  <a:cubicBezTo>
                    <a:pt x="10860" y="43775"/>
                    <a:pt x="10497" y="43844"/>
                    <a:pt x="10161" y="43844"/>
                  </a:cubicBezTo>
                  <a:cubicBezTo>
                    <a:pt x="8859" y="43844"/>
                    <a:pt x="7973" y="42800"/>
                    <a:pt x="7973" y="40996"/>
                  </a:cubicBezTo>
                  <a:lnTo>
                    <a:pt x="7973" y="8507"/>
                  </a:lnTo>
                  <a:cubicBezTo>
                    <a:pt x="8007" y="7139"/>
                    <a:pt x="8407" y="5805"/>
                    <a:pt x="9141" y="4604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548550" y="1272600"/>
              <a:ext cx="1968075" cy="1136250"/>
            </a:xfrm>
            <a:custGeom>
              <a:avLst/>
              <a:gdLst/>
              <a:ahLst/>
              <a:cxnLst/>
              <a:rect l="l" t="t" r="r" b="b"/>
              <a:pathLst>
                <a:path w="78723" h="45450" extrusionOk="0">
                  <a:moveTo>
                    <a:pt x="70834" y="1"/>
                  </a:moveTo>
                  <a:cubicBezTo>
                    <a:pt x="69483" y="1"/>
                    <a:pt x="68132" y="318"/>
                    <a:pt x="66881" y="951"/>
                  </a:cubicBezTo>
                  <a:lnTo>
                    <a:pt x="2769" y="37944"/>
                  </a:lnTo>
                  <a:cubicBezTo>
                    <a:pt x="1601" y="38678"/>
                    <a:pt x="667" y="39679"/>
                    <a:pt x="0" y="40880"/>
                  </a:cubicBezTo>
                  <a:lnTo>
                    <a:pt x="7939" y="45450"/>
                  </a:lnTo>
                  <a:cubicBezTo>
                    <a:pt x="8606" y="44216"/>
                    <a:pt x="9574" y="43182"/>
                    <a:pt x="10741" y="42481"/>
                  </a:cubicBezTo>
                  <a:lnTo>
                    <a:pt x="74887" y="5455"/>
                  </a:lnTo>
                  <a:cubicBezTo>
                    <a:pt x="75522" y="5096"/>
                    <a:pt x="76122" y="4926"/>
                    <a:pt x="76653" y="4926"/>
                  </a:cubicBezTo>
                  <a:cubicBezTo>
                    <a:pt x="77656" y="4926"/>
                    <a:pt x="78418" y="5532"/>
                    <a:pt x="78723" y="6622"/>
                  </a:cubicBezTo>
                  <a:cubicBezTo>
                    <a:pt x="78256" y="4287"/>
                    <a:pt x="76822" y="2186"/>
                    <a:pt x="74787" y="951"/>
                  </a:cubicBezTo>
                  <a:cubicBezTo>
                    <a:pt x="73536" y="318"/>
                    <a:pt x="72185" y="1"/>
                    <a:pt x="70834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982175" y="1997200"/>
              <a:ext cx="1264275" cy="793275"/>
            </a:xfrm>
            <a:custGeom>
              <a:avLst/>
              <a:gdLst/>
              <a:ahLst/>
              <a:cxnLst/>
              <a:rect l="l" t="t" r="r" b="b"/>
              <a:pathLst>
                <a:path w="50571" h="31731" extrusionOk="0">
                  <a:moveTo>
                    <a:pt x="49478" y="1"/>
                  </a:moveTo>
                  <a:cubicBezTo>
                    <a:pt x="49113" y="1"/>
                    <a:pt x="48676" y="127"/>
                    <a:pt x="48202" y="388"/>
                  </a:cubicBezTo>
                  <a:lnTo>
                    <a:pt x="2369" y="26973"/>
                  </a:lnTo>
                  <a:cubicBezTo>
                    <a:pt x="1068" y="27707"/>
                    <a:pt x="201" y="29041"/>
                    <a:pt x="1" y="30543"/>
                  </a:cubicBezTo>
                  <a:cubicBezTo>
                    <a:pt x="1" y="31316"/>
                    <a:pt x="430" y="31730"/>
                    <a:pt x="1093" y="31730"/>
                  </a:cubicBezTo>
                  <a:cubicBezTo>
                    <a:pt x="1458" y="31730"/>
                    <a:pt x="1895" y="31604"/>
                    <a:pt x="2369" y="31343"/>
                  </a:cubicBezTo>
                  <a:lnTo>
                    <a:pt x="48202" y="4724"/>
                  </a:lnTo>
                  <a:cubicBezTo>
                    <a:pt x="49469" y="3990"/>
                    <a:pt x="50370" y="2689"/>
                    <a:pt x="50570" y="1188"/>
                  </a:cubicBezTo>
                  <a:cubicBezTo>
                    <a:pt x="50570" y="414"/>
                    <a:pt x="50141" y="1"/>
                    <a:pt x="49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329100" y="2232625"/>
              <a:ext cx="916500" cy="591200"/>
            </a:xfrm>
            <a:custGeom>
              <a:avLst/>
              <a:gdLst/>
              <a:ahLst/>
              <a:cxnLst/>
              <a:rect l="l" t="t" r="r" b="b"/>
              <a:pathLst>
                <a:path w="36660" h="23648" extrusionOk="0">
                  <a:moveTo>
                    <a:pt x="35559" y="1"/>
                  </a:moveTo>
                  <a:cubicBezTo>
                    <a:pt x="35185" y="1"/>
                    <a:pt x="34739" y="134"/>
                    <a:pt x="34258" y="411"/>
                  </a:cubicBezTo>
                  <a:lnTo>
                    <a:pt x="2369" y="18924"/>
                  </a:lnTo>
                  <a:cubicBezTo>
                    <a:pt x="1068" y="19658"/>
                    <a:pt x="200" y="20959"/>
                    <a:pt x="0" y="22460"/>
                  </a:cubicBezTo>
                  <a:cubicBezTo>
                    <a:pt x="0" y="23234"/>
                    <a:pt x="430" y="23647"/>
                    <a:pt x="1092" y="23647"/>
                  </a:cubicBezTo>
                  <a:cubicBezTo>
                    <a:pt x="1458" y="23647"/>
                    <a:pt x="1894" y="23521"/>
                    <a:pt x="2369" y="23260"/>
                  </a:cubicBezTo>
                  <a:lnTo>
                    <a:pt x="34258" y="4747"/>
                  </a:lnTo>
                  <a:cubicBezTo>
                    <a:pt x="35559" y="3980"/>
                    <a:pt x="36426" y="2712"/>
                    <a:pt x="36660" y="1211"/>
                  </a:cubicBezTo>
                  <a:cubicBezTo>
                    <a:pt x="36660" y="422"/>
                    <a:pt x="36223" y="1"/>
                    <a:pt x="35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982175" y="1763700"/>
              <a:ext cx="1264275" cy="792425"/>
            </a:xfrm>
            <a:custGeom>
              <a:avLst/>
              <a:gdLst/>
              <a:ahLst/>
              <a:cxnLst/>
              <a:rect l="l" t="t" r="r" b="b"/>
              <a:pathLst>
                <a:path w="50571" h="31697" extrusionOk="0">
                  <a:moveTo>
                    <a:pt x="49478" y="1"/>
                  </a:moveTo>
                  <a:cubicBezTo>
                    <a:pt x="49113" y="1"/>
                    <a:pt x="48676" y="127"/>
                    <a:pt x="48202" y="388"/>
                  </a:cubicBezTo>
                  <a:lnTo>
                    <a:pt x="2369" y="26973"/>
                  </a:lnTo>
                  <a:cubicBezTo>
                    <a:pt x="1068" y="27707"/>
                    <a:pt x="201" y="29041"/>
                    <a:pt x="1" y="30509"/>
                  </a:cubicBezTo>
                  <a:cubicBezTo>
                    <a:pt x="1" y="31283"/>
                    <a:pt x="430" y="31697"/>
                    <a:pt x="1093" y="31697"/>
                  </a:cubicBezTo>
                  <a:cubicBezTo>
                    <a:pt x="1458" y="31697"/>
                    <a:pt x="1895" y="31571"/>
                    <a:pt x="2369" y="31310"/>
                  </a:cubicBezTo>
                  <a:lnTo>
                    <a:pt x="48202" y="4724"/>
                  </a:lnTo>
                  <a:cubicBezTo>
                    <a:pt x="49469" y="3990"/>
                    <a:pt x="50370" y="2689"/>
                    <a:pt x="50570" y="1188"/>
                  </a:cubicBezTo>
                  <a:cubicBezTo>
                    <a:pt x="50570" y="414"/>
                    <a:pt x="50141" y="1"/>
                    <a:pt x="49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6498494" y="3027191"/>
            <a:ext cx="958444" cy="1059052"/>
            <a:chOff x="2326825" y="2952350"/>
            <a:chExt cx="1848850" cy="2042925"/>
          </a:xfrm>
        </p:grpSpPr>
        <p:sp>
          <p:nvSpPr>
            <p:cNvPr id="226" name="Google Shape;226;p2"/>
            <p:cNvSpPr/>
            <p:nvPr/>
          </p:nvSpPr>
          <p:spPr>
            <a:xfrm>
              <a:off x="3534350" y="4748850"/>
              <a:ext cx="233525" cy="242700"/>
            </a:xfrm>
            <a:custGeom>
              <a:avLst/>
              <a:gdLst/>
              <a:ahLst/>
              <a:cxnLst/>
              <a:rect l="l" t="t" r="r" b="b"/>
              <a:pathLst>
                <a:path w="9341" h="9708" extrusionOk="0">
                  <a:moveTo>
                    <a:pt x="4838" y="0"/>
                  </a:moveTo>
                  <a:lnTo>
                    <a:pt x="4971" y="367"/>
                  </a:lnTo>
                  <a:lnTo>
                    <a:pt x="1" y="9707"/>
                  </a:lnTo>
                  <a:lnTo>
                    <a:pt x="7606" y="5337"/>
                  </a:lnTo>
                  <a:cubicBezTo>
                    <a:pt x="7773" y="5304"/>
                    <a:pt x="7907" y="5171"/>
                    <a:pt x="7973" y="5004"/>
                  </a:cubicBezTo>
                  <a:lnTo>
                    <a:pt x="9341" y="2569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3366750" y="4582900"/>
              <a:ext cx="305225" cy="412375"/>
            </a:xfrm>
            <a:custGeom>
              <a:avLst/>
              <a:gdLst/>
              <a:ahLst/>
              <a:cxnLst/>
              <a:rect l="l" t="t" r="r" b="b"/>
              <a:pathLst>
                <a:path w="12209" h="16495" extrusionOk="0">
                  <a:moveTo>
                    <a:pt x="0" y="0"/>
                  </a:moveTo>
                  <a:lnTo>
                    <a:pt x="5537" y="15978"/>
                  </a:lnTo>
                  <a:cubicBezTo>
                    <a:pt x="5604" y="16145"/>
                    <a:pt x="5704" y="16312"/>
                    <a:pt x="5871" y="16378"/>
                  </a:cubicBezTo>
                  <a:cubicBezTo>
                    <a:pt x="6007" y="16458"/>
                    <a:pt x="6154" y="16495"/>
                    <a:pt x="6297" y="16495"/>
                  </a:cubicBezTo>
                  <a:cubicBezTo>
                    <a:pt x="6576" y="16495"/>
                    <a:pt x="6840" y="16354"/>
                    <a:pt x="6972" y="16112"/>
                  </a:cubicBezTo>
                  <a:lnTo>
                    <a:pt x="12209" y="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2326825" y="2954025"/>
              <a:ext cx="1848850" cy="1966000"/>
            </a:xfrm>
            <a:custGeom>
              <a:avLst/>
              <a:gdLst/>
              <a:ahLst/>
              <a:cxnLst/>
              <a:rect l="l" t="t" r="r" b="b"/>
              <a:pathLst>
                <a:path w="73954" h="78640" extrusionOk="0">
                  <a:moveTo>
                    <a:pt x="7314" y="0"/>
                  </a:moveTo>
                  <a:cubicBezTo>
                    <a:pt x="6055" y="0"/>
                    <a:pt x="4804" y="292"/>
                    <a:pt x="3670" y="876"/>
                  </a:cubicBezTo>
                  <a:cubicBezTo>
                    <a:pt x="1502" y="2277"/>
                    <a:pt x="101" y="4612"/>
                    <a:pt x="1" y="7214"/>
                  </a:cubicBezTo>
                  <a:lnTo>
                    <a:pt x="1" y="37202"/>
                  </a:lnTo>
                  <a:cubicBezTo>
                    <a:pt x="1" y="39570"/>
                    <a:pt x="34" y="41438"/>
                    <a:pt x="3337" y="43306"/>
                  </a:cubicBezTo>
                  <a:lnTo>
                    <a:pt x="62946" y="77764"/>
                  </a:lnTo>
                  <a:cubicBezTo>
                    <a:pt x="64113" y="78348"/>
                    <a:pt x="65372" y="78640"/>
                    <a:pt x="66628" y="78640"/>
                  </a:cubicBezTo>
                  <a:cubicBezTo>
                    <a:pt x="67883" y="78640"/>
                    <a:pt x="69134" y="78348"/>
                    <a:pt x="70284" y="77764"/>
                  </a:cubicBezTo>
                  <a:cubicBezTo>
                    <a:pt x="72453" y="76330"/>
                    <a:pt x="73820" y="73995"/>
                    <a:pt x="73954" y="71426"/>
                  </a:cubicBezTo>
                  <a:lnTo>
                    <a:pt x="73954" y="41405"/>
                  </a:lnTo>
                  <a:cubicBezTo>
                    <a:pt x="73787" y="38803"/>
                    <a:pt x="72453" y="36468"/>
                    <a:pt x="70284" y="35067"/>
                  </a:cubicBezTo>
                  <a:lnTo>
                    <a:pt x="11009" y="876"/>
                  </a:lnTo>
                  <a:cubicBezTo>
                    <a:pt x="9841" y="292"/>
                    <a:pt x="8574" y="0"/>
                    <a:pt x="7314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2567000" y="3613825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0"/>
                  </a:moveTo>
                  <a:cubicBezTo>
                    <a:pt x="414" y="0"/>
                    <a:pt x="1" y="383"/>
                    <a:pt x="1" y="1069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0"/>
                    <a:pt x="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2567000" y="3827300"/>
              <a:ext cx="848975" cy="546075"/>
            </a:xfrm>
            <a:custGeom>
              <a:avLst/>
              <a:gdLst/>
              <a:ahLst/>
              <a:cxnLst/>
              <a:rect l="l" t="t" r="r" b="b"/>
              <a:pathLst>
                <a:path w="33959" h="21843" extrusionOk="0">
                  <a:moveTo>
                    <a:pt x="1028" y="1"/>
                  </a:moveTo>
                  <a:cubicBezTo>
                    <a:pt x="414" y="1"/>
                    <a:pt x="1" y="384"/>
                    <a:pt x="1" y="1070"/>
                  </a:cubicBezTo>
                  <a:cubicBezTo>
                    <a:pt x="167" y="2471"/>
                    <a:pt x="1001" y="3672"/>
                    <a:pt x="2202" y="4372"/>
                  </a:cubicBezTo>
                  <a:lnTo>
                    <a:pt x="31757" y="21451"/>
                  </a:lnTo>
                  <a:cubicBezTo>
                    <a:pt x="32192" y="21717"/>
                    <a:pt x="32600" y="21843"/>
                    <a:pt x="32945" y="21843"/>
                  </a:cubicBezTo>
                  <a:cubicBezTo>
                    <a:pt x="33551" y="21843"/>
                    <a:pt x="33958" y="21453"/>
                    <a:pt x="33958" y="20751"/>
                  </a:cubicBezTo>
                  <a:cubicBezTo>
                    <a:pt x="33791" y="19416"/>
                    <a:pt x="32991" y="18215"/>
                    <a:pt x="31757" y="17515"/>
                  </a:cubicBezTo>
                  <a:lnTo>
                    <a:pt x="2202" y="369"/>
                  </a:lnTo>
                  <a:cubicBezTo>
                    <a:pt x="1773" y="119"/>
                    <a:pt x="1370" y="1"/>
                    <a:pt x="1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2567000" y="3397000"/>
              <a:ext cx="1170025" cy="732300"/>
            </a:xfrm>
            <a:custGeom>
              <a:avLst/>
              <a:gdLst/>
              <a:ahLst/>
              <a:cxnLst/>
              <a:rect l="l" t="t" r="r" b="b"/>
              <a:pathLst>
                <a:path w="46801" h="29292" extrusionOk="0">
                  <a:moveTo>
                    <a:pt x="1037" y="1"/>
                  </a:moveTo>
                  <a:cubicBezTo>
                    <a:pt x="414" y="1"/>
                    <a:pt x="1" y="383"/>
                    <a:pt x="1" y="1070"/>
                  </a:cubicBezTo>
                  <a:cubicBezTo>
                    <a:pt x="167" y="2437"/>
                    <a:pt x="1001" y="3671"/>
                    <a:pt x="2236" y="4372"/>
                  </a:cubicBezTo>
                  <a:lnTo>
                    <a:pt x="44599" y="28923"/>
                  </a:lnTo>
                  <a:cubicBezTo>
                    <a:pt x="45028" y="29173"/>
                    <a:pt x="45432" y="29291"/>
                    <a:pt x="45773" y="29291"/>
                  </a:cubicBezTo>
                  <a:cubicBezTo>
                    <a:pt x="46387" y="29291"/>
                    <a:pt x="46801" y="28908"/>
                    <a:pt x="46801" y="28222"/>
                  </a:cubicBezTo>
                  <a:cubicBezTo>
                    <a:pt x="46634" y="26855"/>
                    <a:pt x="45800" y="25620"/>
                    <a:pt x="44599" y="24920"/>
                  </a:cubicBezTo>
                  <a:lnTo>
                    <a:pt x="2236" y="369"/>
                  </a:lnTo>
                  <a:cubicBezTo>
                    <a:pt x="1795" y="119"/>
                    <a:pt x="1384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913800" y="3899075"/>
              <a:ext cx="261050" cy="1021000"/>
            </a:xfrm>
            <a:custGeom>
              <a:avLst/>
              <a:gdLst/>
              <a:ahLst/>
              <a:cxnLst/>
              <a:rect l="l" t="t" r="r" b="b"/>
              <a:pathLst>
                <a:path w="10442" h="40840" extrusionOk="0">
                  <a:moveTo>
                    <a:pt x="9307" y="0"/>
                  </a:moveTo>
                  <a:lnTo>
                    <a:pt x="1969" y="4203"/>
                  </a:lnTo>
                  <a:cubicBezTo>
                    <a:pt x="2636" y="5304"/>
                    <a:pt x="3003" y="6505"/>
                    <a:pt x="3069" y="7806"/>
                  </a:cubicBezTo>
                  <a:lnTo>
                    <a:pt x="3069" y="37827"/>
                  </a:lnTo>
                  <a:cubicBezTo>
                    <a:pt x="3069" y="39466"/>
                    <a:pt x="2232" y="40434"/>
                    <a:pt x="1021" y="40434"/>
                  </a:cubicBezTo>
                  <a:cubicBezTo>
                    <a:pt x="704" y="40434"/>
                    <a:pt x="361" y="40368"/>
                    <a:pt x="0" y="40229"/>
                  </a:cubicBezTo>
                  <a:lnTo>
                    <a:pt x="0" y="40229"/>
                  </a:lnTo>
                  <a:cubicBezTo>
                    <a:pt x="1014" y="40637"/>
                    <a:pt x="2068" y="40840"/>
                    <a:pt x="3114" y="40840"/>
                  </a:cubicBezTo>
                  <a:cubicBezTo>
                    <a:pt x="4375" y="40840"/>
                    <a:pt x="5623" y="40546"/>
                    <a:pt x="6772" y="39962"/>
                  </a:cubicBezTo>
                  <a:cubicBezTo>
                    <a:pt x="8940" y="38528"/>
                    <a:pt x="10308" y="36193"/>
                    <a:pt x="10441" y="33624"/>
                  </a:cubicBezTo>
                  <a:lnTo>
                    <a:pt x="10408" y="3569"/>
                  </a:lnTo>
                  <a:cubicBezTo>
                    <a:pt x="10341" y="2335"/>
                    <a:pt x="9974" y="1068"/>
                    <a:pt x="9307" y="0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2328500" y="2952350"/>
              <a:ext cx="1818000" cy="1050975"/>
            </a:xfrm>
            <a:custGeom>
              <a:avLst/>
              <a:gdLst/>
              <a:ahLst/>
              <a:cxnLst/>
              <a:rect l="l" t="t" r="r" b="b"/>
              <a:pathLst>
                <a:path w="72720" h="42039" extrusionOk="0">
                  <a:moveTo>
                    <a:pt x="7172" y="0"/>
                  </a:moveTo>
                  <a:cubicBezTo>
                    <a:pt x="5913" y="0"/>
                    <a:pt x="4654" y="292"/>
                    <a:pt x="3503" y="876"/>
                  </a:cubicBezTo>
                  <a:cubicBezTo>
                    <a:pt x="1702" y="2144"/>
                    <a:pt x="434" y="4045"/>
                    <a:pt x="1" y="6213"/>
                  </a:cubicBezTo>
                  <a:cubicBezTo>
                    <a:pt x="284" y="5212"/>
                    <a:pt x="979" y="4651"/>
                    <a:pt x="1900" y="4651"/>
                  </a:cubicBezTo>
                  <a:cubicBezTo>
                    <a:pt x="2391" y="4651"/>
                    <a:pt x="2945" y="4810"/>
                    <a:pt x="3536" y="5146"/>
                  </a:cubicBezTo>
                  <a:lnTo>
                    <a:pt x="62845" y="39337"/>
                  </a:lnTo>
                  <a:cubicBezTo>
                    <a:pt x="63913" y="40004"/>
                    <a:pt x="64780" y="40971"/>
                    <a:pt x="65414" y="42039"/>
                  </a:cubicBezTo>
                  <a:lnTo>
                    <a:pt x="72719" y="37836"/>
                  </a:lnTo>
                  <a:cubicBezTo>
                    <a:pt x="72085" y="36702"/>
                    <a:pt x="71218" y="35801"/>
                    <a:pt x="70117" y="35067"/>
                  </a:cubicBezTo>
                  <a:lnTo>
                    <a:pt x="10842" y="876"/>
                  </a:lnTo>
                  <a:cubicBezTo>
                    <a:pt x="9691" y="292"/>
                    <a:pt x="8432" y="0"/>
                    <a:pt x="7172" y="0"/>
                  </a:cubicBezTo>
                  <a:close/>
                </a:path>
              </a:pathLst>
            </a:custGeom>
            <a:solidFill>
              <a:srgbClr val="FF8F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>
            <a:spLocks noGrp="1"/>
          </p:cNvSpPr>
          <p:nvPr>
            <p:ph type="ctrTitle" idx="8"/>
          </p:nvPr>
        </p:nvSpPr>
        <p:spPr>
          <a:xfrm>
            <a:off x="344800" y="2197643"/>
            <a:ext cx="3060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dirty="0">
                <a:solidFill>
                  <a:schemeClr val="lt2"/>
                </a:solidFill>
                <a:highlight>
                  <a:srgbClr val="000080"/>
                </a:highlight>
              </a:rPr>
              <a:t>OBJECTIVES</a:t>
            </a:r>
            <a:br>
              <a:rPr lang="en-GB" dirty="0"/>
            </a:br>
            <a:endParaRPr dirty="0">
              <a:solidFill>
                <a:srgbClr val="FF52A8"/>
              </a:solidFill>
            </a:endParaRPr>
          </a:p>
        </p:txBody>
      </p:sp>
      <p:sp>
        <p:nvSpPr>
          <p:cNvPr id="239" name="Google Shape;239;p3"/>
          <p:cNvSpPr txBox="1">
            <a:spLocks noGrp="1"/>
          </p:cNvSpPr>
          <p:nvPr>
            <p:ph type="ctrTitle"/>
          </p:nvPr>
        </p:nvSpPr>
        <p:spPr>
          <a:xfrm>
            <a:off x="4512242" y="1375168"/>
            <a:ext cx="499326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600"/>
              <a:t>Common nouns </a:t>
            </a:r>
            <a:br>
              <a:rPr lang="en-GB" sz="3600"/>
            </a:br>
            <a:r>
              <a:rPr lang="en-GB" sz="3600"/>
              <a:t>&amp; proper nouns</a:t>
            </a:r>
            <a:endParaRPr sz="3600"/>
          </a:p>
        </p:txBody>
      </p:sp>
      <p:sp>
        <p:nvSpPr>
          <p:cNvPr id="240" name="Google Shape;240;p3"/>
          <p:cNvSpPr txBox="1">
            <a:spLocks noGrp="1"/>
          </p:cNvSpPr>
          <p:nvPr>
            <p:ph type="ctrTitle" idx="4"/>
          </p:nvPr>
        </p:nvSpPr>
        <p:spPr>
          <a:xfrm>
            <a:off x="4512242" y="3210301"/>
            <a:ext cx="4068308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600"/>
              <a:t>Singular and plural nouns</a:t>
            </a:r>
            <a:endParaRPr sz="3600"/>
          </a:p>
        </p:txBody>
      </p:sp>
      <p:sp>
        <p:nvSpPr>
          <p:cNvPr id="241" name="Google Shape;241;p3"/>
          <p:cNvSpPr txBox="1">
            <a:spLocks noGrp="1"/>
          </p:cNvSpPr>
          <p:nvPr>
            <p:ph type="title" idx="13"/>
          </p:nvPr>
        </p:nvSpPr>
        <p:spPr>
          <a:xfrm>
            <a:off x="6009696" y="1078620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3"/>
          <p:cNvSpPr txBox="1">
            <a:spLocks noGrp="1"/>
          </p:cNvSpPr>
          <p:nvPr>
            <p:ph type="title" idx="15"/>
          </p:nvPr>
        </p:nvSpPr>
        <p:spPr>
          <a:xfrm>
            <a:off x="6009696" y="2913753"/>
            <a:ext cx="5367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43" name="Google Shape;24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5115" y="1530987"/>
            <a:ext cx="566507" cy="566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5133" y="3366120"/>
            <a:ext cx="566507" cy="566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/>
          <p:nvPr/>
        </p:nvSpPr>
        <p:spPr>
          <a:xfrm rot="-2132261">
            <a:off x="699440" y="498293"/>
            <a:ext cx="722595" cy="623622"/>
          </a:xfrm>
          <a:prstGeom prst="ellipse">
            <a:avLst/>
          </a:prstGeom>
          <a:solidFill>
            <a:srgbClr val="FF52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 txBox="1">
            <a:spLocks noGrp="1"/>
          </p:cNvSpPr>
          <p:nvPr>
            <p:ph type="title"/>
          </p:nvPr>
        </p:nvSpPr>
        <p:spPr>
          <a:xfrm>
            <a:off x="496025" y="1569650"/>
            <a:ext cx="5091300" cy="1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 sz="4400"/>
              <a:t>Common nouns and proper nouns</a:t>
            </a:r>
            <a:endParaRPr sz="4400"/>
          </a:p>
        </p:txBody>
      </p:sp>
      <p:sp>
        <p:nvSpPr>
          <p:cNvPr id="251" name="Google Shape;251;p4"/>
          <p:cNvSpPr txBox="1">
            <a:spLocks noGrp="1"/>
          </p:cNvSpPr>
          <p:nvPr>
            <p:ph type="title" idx="2"/>
          </p:nvPr>
        </p:nvSpPr>
        <p:spPr>
          <a:xfrm>
            <a:off x="719825" y="3542400"/>
            <a:ext cx="3531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chemeClr val="accent4"/>
                </a:solidFill>
              </a:rPr>
              <a:t>What are common nouns?</a:t>
            </a:r>
            <a:br>
              <a:rPr lang="en-GB">
                <a:solidFill>
                  <a:schemeClr val="accent4"/>
                </a:solidFill>
              </a:rPr>
            </a:br>
            <a:r>
              <a:rPr lang="en-GB">
                <a:solidFill>
                  <a:schemeClr val="accent4"/>
                </a:solidFill>
              </a:rPr>
              <a:t>What are proper nouns?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52" name="Google Shape;252;p4"/>
          <p:cNvSpPr txBox="1">
            <a:spLocks noGrp="1"/>
          </p:cNvSpPr>
          <p:nvPr>
            <p:ph type="title" idx="3"/>
          </p:nvPr>
        </p:nvSpPr>
        <p:spPr>
          <a:xfrm>
            <a:off x="720000" y="500400"/>
            <a:ext cx="6927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53" name="Google Shape;253;p4"/>
          <p:cNvGrpSpPr/>
          <p:nvPr/>
        </p:nvGrpSpPr>
        <p:grpSpPr>
          <a:xfrm flipH="1">
            <a:off x="6097567" y="2250817"/>
            <a:ext cx="2528715" cy="2080173"/>
            <a:chOff x="5552600" y="1045825"/>
            <a:chExt cx="1199125" cy="986425"/>
          </a:xfrm>
        </p:grpSpPr>
        <p:sp>
          <p:nvSpPr>
            <p:cNvPr id="254" name="Google Shape;254;p4"/>
            <p:cNvSpPr/>
            <p:nvPr/>
          </p:nvSpPr>
          <p:spPr>
            <a:xfrm>
              <a:off x="6356175" y="1446800"/>
              <a:ext cx="315300" cy="357925"/>
            </a:xfrm>
            <a:custGeom>
              <a:avLst/>
              <a:gdLst/>
              <a:ahLst/>
              <a:cxnLst/>
              <a:rect l="l" t="t" r="r" b="b"/>
              <a:pathLst>
                <a:path w="12612" h="14317" extrusionOk="0">
                  <a:moveTo>
                    <a:pt x="1521" y="0"/>
                  </a:moveTo>
                  <a:cubicBezTo>
                    <a:pt x="1060" y="0"/>
                    <a:pt x="554" y="75"/>
                    <a:pt x="1" y="237"/>
                  </a:cubicBezTo>
                  <a:lnTo>
                    <a:pt x="2840" y="9866"/>
                  </a:lnTo>
                  <a:cubicBezTo>
                    <a:pt x="3039" y="10708"/>
                    <a:pt x="3653" y="11364"/>
                    <a:pt x="4480" y="11635"/>
                  </a:cubicBezTo>
                  <a:lnTo>
                    <a:pt x="6349" y="12220"/>
                  </a:lnTo>
                  <a:lnTo>
                    <a:pt x="12041" y="14317"/>
                  </a:lnTo>
                  <a:lnTo>
                    <a:pt x="12611" y="12533"/>
                  </a:lnTo>
                  <a:cubicBezTo>
                    <a:pt x="11827" y="12063"/>
                    <a:pt x="6335" y="8896"/>
                    <a:pt x="6335" y="8896"/>
                  </a:cubicBezTo>
                  <a:cubicBezTo>
                    <a:pt x="6335" y="8896"/>
                    <a:pt x="5850" y="6228"/>
                    <a:pt x="5179" y="3389"/>
                  </a:cubicBezTo>
                  <a:cubicBezTo>
                    <a:pt x="4714" y="1449"/>
                    <a:pt x="3549" y="0"/>
                    <a:pt x="152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6341925" y="1445275"/>
              <a:ext cx="168700" cy="223350"/>
            </a:xfrm>
            <a:custGeom>
              <a:avLst/>
              <a:gdLst/>
              <a:ahLst/>
              <a:cxnLst/>
              <a:rect l="l" t="t" r="r" b="b"/>
              <a:pathLst>
                <a:path w="6748" h="8934" extrusionOk="0">
                  <a:moveTo>
                    <a:pt x="2183" y="0"/>
                  </a:moveTo>
                  <a:cubicBezTo>
                    <a:pt x="1218" y="0"/>
                    <a:pt x="0" y="298"/>
                    <a:pt x="0" y="298"/>
                  </a:cubicBezTo>
                  <a:lnTo>
                    <a:pt x="2982" y="8900"/>
                  </a:lnTo>
                  <a:cubicBezTo>
                    <a:pt x="3213" y="8923"/>
                    <a:pt x="3431" y="8933"/>
                    <a:pt x="3637" y="8933"/>
                  </a:cubicBezTo>
                  <a:cubicBezTo>
                    <a:pt x="5988" y="8933"/>
                    <a:pt x="6748" y="7559"/>
                    <a:pt x="6748" y="7559"/>
                  </a:cubicBezTo>
                  <a:cubicBezTo>
                    <a:pt x="6748" y="7559"/>
                    <a:pt x="6277" y="4806"/>
                    <a:pt x="5635" y="2737"/>
                  </a:cubicBezTo>
                  <a:cubicBezTo>
                    <a:pt x="4979" y="683"/>
                    <a:pt x="3780" y="326"/>
                    <a:pt x="2853" y="69"/>
                  </a:cubicBezTo>
                  <a:cubicBezTo>
                    <a:pt x="2663" y="20"/>
                    <a:pt x="2431" y="0"/>
                    <a:pt x="2183" y="0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6262750" y="1744800"/>
              <a:ext cx="488975" cy="282100"/>
            </a:xfrm>
            <a:custGeom>
              <a:avLst/>
              <a:gdLst/>
              <a:ahLst/>
              <a:cxnLst/>
              <a:rect l="l" t="t" r="r" b="b"/>
              <a:pathLst>
                <a:path w="19559" h="11284" extrusionOk="0">
                  <a:moveTo>
                    <a:pt x="11926" y="0"/>
                  </a:moveTo>
                  <a:lnTo>
                    <a:pt x="0" y="6904"/>
                  </a:lnTo>
                  <a:lnTo>
                    <a:pt x="7632" y="11284"/>
                  </a:lnTo>
                  <a:lnTo>
                    <a:pt x="19558" y="4408"/>
                  </a:lnTo>
                  <a:lnTo>
                    <a:pt x="11926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6262750" y="1744800"/>
              <a:ext cx="488975" cy="282100"/>
            </a:xfrm>
            <a:custGeom>
              <a:avLst/>
              <a:gdLst/>
              <a:ahLst/>
              <a:cxnLst/>
              <a:rect l="l" t="t" r="r" b="b"/>
              <a:pathLst>
                <a:path w="19559" h="11284" extrusionOk="0">
                  <a:moveTo>
                    <a:pt x="11926" y="0"/>
                  </a:moveTo>
                  <a:lnTo>
                    <a:pt x="0" y="6904"/>
                  </a:lnTo>
                  <a:lnTo>
                    <a:pt x="7632" y="11284"/>
                  </a:lnTo>
                  <a:lnTo>
                    <a:pt x="19558" y="4408"/>
                  </a:lnTo>
                  <a:lnTo>
                    <a:pt x="11926" y="0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6598325" y="1831450"/>
              <a:ext cx="144825" cy="107375"/>
            </a:xfrm>
            <a:custGeom>
              <a:avLst/>
              <a:gdLst/>
              <a:ahLst/>
              <a:cxnLst/>
              <a:rect l="l" t="t" r="r" b="b"/>
              <a:pathLst>
                <a:path w="5793" h="4295" extrusionOk="0">
                  <a:moveTo>
                    <a:pt x="5793" y="1"/>
                  </a:moveTo>
                  <a:lnTo>
                    <a:pt x="1057" y="2725"/>
                  </a:lnTo>
                  <a:cubicBezTo>
                    <a:pt x="457" y="3068"/>
                    <a:pt x="1" y="3809"/>
                    <a:pt x="1" y="4080"/>
                  </a:cubicBezTo>
                  <a:lnTo>
                    <a:pt x="1" y="4294"/>
                  </a:lnTo>
                  <a:lnTo>
                    <a:pt x="5793" y="956"/>
                  </a:lnTo>
                  <a:lnTo>
                    <a:pt x="5793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6416100" y="1726600"/>
              <a:ext cx="327050" cy="212575"/>
            </a:xfrm>
            <a:custGeom>
              <a:avLst/>
              <a:gdLst/>
              <a:ahLst/>
              <a:cxnLst/>
              <a:rect l="l" t="t" r="r" b="b"/>
              <a:pathLst>
                <a:path w="13082" h="8503" extrusionOk="0">
                  <a:moveTo>
                    <a:pt x="5792" y="1"/>
                  </a:moveTo>
                  <a:lnTo>
                    <a:pt x="1042" y="2725"/>
                  </a:lnTo>
                  <a:cubicBezTo>
                    <a:pt x="457" y="3068"/>
                    <a:pt x="0" y="3809"/>
                    <a:pt x="0" y="4080"/>
                  </a:cubicBezTo>
                  <a:lnTo>
                    <a:pt x="0" y="4294"/>
                  </a:lnTo>
                  <a:lnTo>
                    <a:pt x="7290" y="8503"/>
                  </a:lnTo>
                  <a:lnTo>
                    <a:pt x="7290" y="8289"/>
                  </a:lnTo>
                  <a:cubicBezTo>
                    <a:pt x="7290" y="8018"/>
                    <a:pt x="7746" y="7276"/>
                    <a:pt x="8346" y="6933"/>
                  </a:cubicBezTo>
                  <a:lnTo>
                    <a:pt x="13082" y="4195"/>
                  </a:lnTo>
                  <a:lnTo>
                    <a:pt x="579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6416100" y="1726250"/>
              <a:ext cx="327050" cy="212925"/>
            </a:xfrm>
            <a:custGeom>
              <a:avLst/>
              <a:gdLst/>
              <a:ahLst/>
              <a:cxnLst/>
              <a:rect l="l" t="t" r="r" b="b"/>
              <a:pathLst>
                <a:path w="13082" h="8517" extrusionOk="0">
                  <a:moveTo>
                    <a:pt x="5792" y="0"/>
                  </a:moveTo>
                  <a:lnTo>
                    <a:pt x="1042" y="2739"/>
                  </a:lnTo>
                  <a:cubicBezTo>
                    <a:pt x="457" y="3082"/>
                    <a:pt x="0" y="3823"/>
                    <a:pt x="0" y="4094"/>
                  </a:cubicBezTo>
                  <a:lnTo>
                    <a:pt x="0" y="4308"/>
                  </a:lnTo>
                  <a:lnTo>
                    <a:pt x="7290" y="8517"/>
                  </a:lnTo>
                  <a:lnTo>
                    <a:pt x="7290" y="8303"/>
                  </a:lnTo>
                  <a:cubicBezTo>
                    <a:pt x="7290" y="8032"/>
                    <a:pt x="7746" y="7290"/>
                    <a:pt x="8346" y="6947"/>
                  </a:cubicBezTo>
                  <a:lnTo>
                    <a:pt x="13082" y="4209"/>
                  </a:lnTo>
                  <a:lnTo>
                    <a:pt x="579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6571600" y="1918250"/>
              <a:ext cx="26750" cy="15575"/>
            </a:xfrm>
            <a:custGeom>
              <a:avLst/>
              <a:gdLst/>
              <a:ahLst/>
              <a:cxnLst/>
              <a:rect l="l" t="t" r="r" b="b"/>
              <a:pathLst>
                <a:path w="1070" h="623" extrusionOk="0">
                  <a:moveTo>
                    <a:pt x="204" y="1"/>
                  </a:moveTo>
                  <a:cubicBezTo>
                    <a:pt x="135" y="1"/>
                    <a:pt x="66" y="8"/>
                    <a:pt x="0" y="24"/>
                  </a:cubicBezTo>
                  <a:lnTo>
                    <a:pt x="599" y="352"/>
                  </a:lnTo>
                  <a:lnTo>
                    <a:pt x="1070" y="623"/>
                  </a:lnTo>
                  <a:cubicBezTo>
                    <a:pt x="1070" y="409"/>
                    <a:pt x="942" y="209"/>
                    <a:pt x="728" y="123"/>
                  </a:cubicBezTo>
                  <a:cubicBezTo>
                    <a:pt x="572" y="51"/>
                    <a:pt x="386" y="1"/>
                    <a:pt x="204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6571600" y="1918250"/>
              <a:ext cx="26750" cy="15575"/>
            </a:xfrm>
            <a:custGeom>
              <a:avLst/>
              <a:gdLst/>
              <a:ahLst/>
              <a:cxnLst/>
              <a:rect l="l" t="t" r="r" b="b"/>
              <a:pathLst>
                <a:path w="1070" h="623" extrusionOk="0">
                  <a:moveTo>
                    <a:pt x="204" y="1"/>
                  </a:moveTo>
                  <a:cubicBezTo>
                    <a:pt x="135" y="1"/>
                    <a:pt x="66" y="8"/>
                    <a:pt x="0" y="24"/>
                  </a:cubicBezTo>
                  <a:lnTo>
                    <a:pt x="599" y="352"/>
                  </a:lnTo>
                  <a:lnTo>
                    <a:pt x="1070" y="623"/>
                  </a:lnTo>
                  <a:cubicBezTo>
                    <a:pt x="1070" y="409"/>
                    <a:pt x="942" y="209"/>
                    <a:pt x="728" y="123"/>
                  </a:cubicBezTo>
                  <a:cubicBezTo>
                    <a:pt x="572" y="51"/>
                    <a:pt x="386" y="1"/>
                    <a:pt x="204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6262750" y="1917400"/>
              <a:ext cx="190825" cy="114850"/>
            </a:xfrm>
            <a:custGeom>
              <a:avLst/>
              <a:gdLst/>
              <a:ahLst/>
              <a:cxnLst/>
              <a:rect l="l" t="t" r="r" b="b"/>
              <a:pathLst>
                <a:path w="7633" h="4594" extrusionOk="0">
                  <a:moveTo>
                    <a:pt x="0" y="0"/>
                  </a:moveTo>
                  <a:lnTo>
                    <a:pt x="0" y="200"/>
                  </a:lnTo>
                  <a:lnTo>
                    <a:pt x="7632" y="4594"/>
                  </a:lnTo>
                  <a:lnTo>
                    <a:pt x="7632" y="4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6262750" y="1917400"/>
              <a:ext cx="190825" cy="114850"/>
            </a:xfrm>
            <a:custGeom>
              <a:avLst/>
              <a:gdLst/>
              <a:ahLst/>
              <a:cxnLst/>
              <a:rect l="l" t="t" r="r" b="b"/>
              <a:pathLst>
                <a:path w="7633" h="4594" extrusionOk="0">
                  <a:moveTo>
                    <a:pt x="0" y="0"/>
                  </a:moveTo>
                  <a:lnTo>
                    <a:pt x="0" y="200"/>
                  </a:lnTo>
                  <a:lnTo>
                    <a:pt x="7632" y="4594"/>
                  </a:lnTo>
                  <a:lnTo>
                    <a:pt x="7632" y="4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6453550" y="1855000"/>
              <a:ext cx="298175" cy="177250"/>
            </a:xfrm>
            <a:custGeom>
              <a:avLst/>
              <a:gdLst/>
              <a:ahLst/>
              <a:cxnLst/>
              <a:rect l="l" t="t" r="r" b="b"/>
              <a:pathLst>
                <a:path w="11927" h="7090" extrusionOk="0">
                  <a:moveTo>
                    <a:pt x="11926" y="0"/>
                  </a:moveTo>
                  <a:lnTo>
                    <a:pt x="0" y="6876"/>
                  </a:lnTo>
                  <a:lnTo>
                    <a:pt x="0" y="7090"/>
                  </a:lnTo>
                  <a:lnTo>
                    <a:pt x="11926" y="200"/>
                  </a:lnTo>
                  <a:lnTo>
                    <a:pt x="11926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6452825" y="1925825"/>
              <a:ext cx="145775" cy="96800"/>
            </a:xfrm>
            <a:custGeom>
              <a:avLst/>
              <a:gdLst/>
              <a:ahLst/>
              <a:cxnLst/>
              <a:rect l="l" t="t" r="r" b="b"/>
              <a:pathLst>
                <a:path w="5831" h="3872" extrusionOk="0">
                  <a:moveTo>
                    <a:pt x="5338" y="0"/>
                  </a:moveTo>
                  <a:cubicBezTo>
                    <a:pt x="5169" y="0"/>
                    <a:pt x="4967" y="51"/>
                    <a:pt x="4751" y="177"/>
                  </a:cubicBezTo>
                  <a:lnTo>
                    <a:pt x="1" y="2887"/>
                  </a:lnTo>
                  <a:lnTo>
                    <a:pt x="1" y="3872"/>
                  </a:lnTo>
                  <a:lnTo>
                    <a:pt x="5821" y="519"/>
                  </a:lnTo>
                  <a:cubicBezTo>
                    <a:pt x="5821" y="519"/>
                    <a:pt x="5823" y="528"/>
                    <a:pt x="5824" y="528"/>
                  </a:cubicBezTo>
                  <a:cubicBezTo>
                    <a:pt x="5827" y="528"/>
                    <a:pt x="5830" y="497"/>
                    <a:pt x="5821" y="320"/>
                  </a:cubicBezTo>
                  <a:cubicBezTo>
                    <a:pt x="5821" y="149"/>
                    <a:pt x="5628" y="0"/>
                    <a:pt x="533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6270600" y="1892800"/>
              <a:ext cx="182975" cy="129825"/>
            </a:xfrm>
            <a:custGeom>
              <a:avLst/>
              <a:gdLst/>
              <a:ahLst/>
              <a:cxnLst/>
              <a:rect l="l" t="t" r="r" b="b"/>
              <a:pathLst>
                <a:path w="7319" h="5193" extrusionOk="0">
                  <a:moveTo>
                    <a:pt x="0" y="0"/>
                  </a:moveTo>
                  <a:lnTo>
                    <a:pt x="0" y="984"/>
                  </a:lnTo>
                  <a:lnTo>
                    <a:pt x="7318" y="5193"/>
                  </a:lnTo>
                  <a:lnTo>
                    <a:pt x="7318" y="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6270600" y="1820025"/>
              <a:ext cx="324550" cy="178350"/>
            </a:xfrm>
            <a:custGeom>
              <a:avLst/>
              <a:gdLst/>
              <a:ahLst/>
              <a:cxnLst/>
              <a:rect l="l" t="t" r="r" b="b"/>
              <a:pathLst>
                <a:path w="12982" h="7134" extrusionOk="0">
                  <a:moveTo>
                    <a:pt x="12978" y="4336"/>
                  </a:moveTo>
                  <a:lnTo>
                    <a:pt x="12982" y="4338"/>
                  </a:lnTo>
                  <a:cubicBezTo>
                    <a:pt x="12981" y="4337"/>
                    <a:pt x="12980" y="4337"/>
                    <a:pt x="12978" y="4336"/>
                  </a:cubicBezTo>
                  <a:close/>
                  <a:moveTo>
                    <a:pt x="5322" y="0"/>
                  </a:moveTo>
                  <a:cubicBezTo>
                    <a:pt x="5180" y="0"/>
                    <a:pt x="4996" y="54"/>
                    <a:pt x="4750" y="201"/>
                  </a:cubicBezTo>
                  <a:lnTo>
                    <a:pt x="0" y="2911"/>
                  </a:lnTo>
                  <a:lnTo>
                    <a:pt x="856" y="3410"/>
                  </a:lnTo>
                  <a:lnTo>
                    <a:pt x="7290" y="7134"/>
                  </a:lnTo>
                  <a:lnTo>
                    <a:pt x="11826" y="4537"/>
                  </a:lnTo>
                  <a:lnTo>
                    <a:pt x="12040" y="4409"/>
                  </a:lnTo>
                  <a:cubicBezTo>
                    <a:pt x="12251" y="4295"/>
                    <a:pt x="12440" y="4237"/>
                    <a:pt x="12613" y="4237"/>
                  </a:cubicBezTo>
                  <a:cubicBezTo>
                    <a:pt x="12742" y="4237"/>
                    <a:pt x="12863" y="4270"/>
                    <a:pt x="12978" y="4336"/>
                  </a:cubicBezTo>
                  <a:lnTo>
                    <a:pt x="12978" y="4336"/>
                  </a:lnTo>
                  <a:lnTo>
                    <a:pt x="5578" y="72"/>
                  </a:lnTo>
                  <a:cubicBezTo>
                    <a:pt x="5511" y="30"/>
                    <a:pt x="5428" y="0"/>
                    <a:pt x="532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6444975" y="1918125"/>
              <a:ext cx="110225" cy="63850"/>
            </a:xfrm>
            <a:custGeom>
              <a:avLst/>
              <a:gdLst/>
              <a:ahLst/>
              <a:cxnLst/>
              <a:rect l="l" t="t" r="r" b="b"/>
              <a:pathLst>
                <a:path w="4409" h="2554" extrusionOk="0">
                  <a:moveTo>
                    <a:pt x="4238" y="0"/>
                  </a:moveTo>
                  <a:lnTo>
                    <a:pt x="4024" y="128"/>
                  </a:lnTo>
                  <a:lnTo>
                    <a:pt x="1" y="2468"/>
                  </a:lnTo>
                  <a:lnTo>
                    <a:pt x="158" y="2554"/>
                  </a:lnTo>
                  <a:lnTo>
                    <a:pt x="4195" y="214"/>
                  </a:lnTo>
                  <a:lnTo>
                    <a:pt x="4409" y="100"/>
                  </a:lnTo>
                  <a:lnTo>
                    <a:pt x="4238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6435700" y="1912775"/>
              <a:ext cx="109875" cy="63850"/>
            </a:xfrm>
            <a:custGeom>
              <a:avLst/>
              <a:gdLst/>
              <a:ahLst/>
              <a:cxnLst/>
              <a:rect l="l" t="t" r="r" b="b"/>
              <a:pathLst>
                <a:path w="4395" h="2554" extrusionOk="0">
                  <a:moveTo>
                    <a:pt x="4238" y="0"/>
                  </a:moveTo>
                  <a:lnTo>
                    <a:pt x="4024" y="128"/>
                  </a:lnTo>
                  <a:lnTo>
                    <a:pt x="1" y="2468"/>
                  </a:lnTo>
                  <a:lnTo>
                    <a:pt x="158" y="2554"/>
                  </a:lnTo>
                  <a:lnTo>
                    <a:pt x="4181" y="214"/>
                  </a:lnTo>
                  <a:lnTo>
                    <a:pt x="4395" y="100"/>
                  </a:lnTo>
                  <a:lnTo>
                    <a:pt x="4238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6426075" y="190742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52" y="0"/>
                  </a:moveTo>
                  <a:lnTo>
                    <a:pt x="4052" y="128"/>
                  </a:lnTo>
                  <a:lnTo>
                    <a:pt x="1" y="2454"/>
                  </a:lnTo>
                  <a:lnTo>
                    <a:pt x="172" y="2539"/>
                  </a:lnTo>
                  <a:lnTo>
                    <a:pt x="4195" y="214"/>
                  </a:lnTo>
                  <a:lnTo>
                    <a:pt x="4409" y="100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6416800" y="190207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66" y="0"/>
                  </a:moveTo>
                  <a:lnTo>
                    <a:pt x="4052" y="128"/>
                  </a:lnTo>
                  <a:lnTo>
                    <a:pt x="1" y="2454"/>
                  </a:lnTo>
                  <a:lnTo>
                    <a:pt x="158" y="2539"/>
                  </a:lnTo>
                  <a:lnTo>
                    <a:pt x="4195" y="214"/>
                  </a:lnTo>
                  <a:lnTo>
                    <a:pt x="4409" y="100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6407525" y="189672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66" y="0"/>
                  </a:moveTo>
                  <a:lnTo>
                    <a:pt x="4052" y="128"/>
                  </a:lnTo>
                  <a:lnTo>
                    <a:pt x="1" y="2454"/>
                  </a:lnTo>
                  <a:lnTo>
                    <a:pt x="158" y="2539"/>
                  </a:lnTo>
                  <a:lnTo>
                    <a:pt x="4195" y="214"/>
                  </a:lnTo>
                  <a:lnTo>
                    <a:pt x="4409" y="100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6398275" y="1891375"/>
              <a:ext cx="109850" cy="63500"/>
            </a:xfrm>
            <a:custGeom>
              <a:avLst/>
              <a:gdLst/>
              <a:ahLst/>
              <a:cxnLst/>
              <a:rect l="l" t="t" r="r" b="b"/>
              <a:pathLst>
                <a:path w="4394" h="2540" extrusionOk="0">
                  <a:moveTo>
                    <a:pt x="4251" y="0"/>
                  </a:moveTo>
                  <a:lnTo>
                    <a:pt x="4037" y="129"/>
                  </a:lnTo>
                  <a:lnTo>
                    <a:pt x="0" y="2454"/>
                  </a:lnTo>
                  <a:lnTo>
                    <a:pt x="157" y="2539"/>
                  </a:lnTo>
                  <a:lnTo>
                    <a:pt x="4208" y="214"/>
                  </a:lnTo>
                  <a:lnTo>
                    <a:pt x="4394" y="100"/>
                  </a:lnTo>
                  <a:lnTo>
                    <a:pt x="425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6388625" y="1886025"/>
              <a:ext cx="110600" cy="63500"/>
            </a:xfrm>
            <a:custGeom>
              <a:avLst/>
              <a:gdLst/>
              <a:ahLst/>
              <a:cxnLst/>
              <a:rect l="l" t="t" r="r" b="b"/>
              <a:pathLst>
                <a:path w="4424" h="2540" extrusionOk="0">
                  <a:moveTo>
                    <a:pt x="4266" y="0"/>
                  </a:moveTo>
                  <a:lnTo>
                    <a:pt x="4052" y="129"/>
                  </a:lnTo>
                  <a:lnTo>
                    <a:pt x="1" y="2454"/>
                  </a:lnTo>
                  <a:lnTo>
                    <a:pt x="172" y="2539"/>
                  </a:lnTo>
                  <a:lnTo>
                    <a:pt x="4209" y="214"/>
                  </a:lnTo>
                  <a:lnTo>
                    <a:pt x="4423" y="100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6379725" y="188067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51" y="0"/>
                  </a:moveTo>
                  <a:lnTo>
                    <a:pt x="4037" y="114"/>
                  </a:lnTo>
                  <a:lnTo>
                    <a:pt x="0" y="2454"/>
                  </a:lnTo>
                  <a:lnTo>
                    <a:pt x="143" y="2539"/>
                  </a:lnTo>
                  <a:lnTo>
                    <a:pt x="4194" y="200"/>
                  </a:lnTo>
                  <a:lnTo>
                    <a:pt x="4408" y="100"/>
                  </a:lnTo>
                  <a:lnTo>
                    <a:pt x="425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6370450" y="187532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51" y="0"/>
                  </a:moveTo>
                  <a:lnTo>
                    <a:pt x="4037" y="114"/>
                  </a:lnTo>
                  <a:lnTo>
                    <a:pt x="0" y="2454"/>
                  </a:lnTo>
                  <a:lnTo>
                    <a:pt x="143" y="2539"/>
                  </a:lnTo>
                  <a:lnTo>
                    <a:pt x="4194" y="200"/>
                  </a:lnTo>
                  <a:lnTo>
                    <a:pt x="4408" y="100"/>
                  </a:lnTo>
                  <a:lnTo>
                    <a:pt x="425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6361175" y="1869600"/>
              <a:ext cx="110225" cy="63875"/>
            </a:xfrm>
            <a:custGeom>
              <a:avLst/>
              <a:gdLst/>
              <a:ahLst/>
              <a:cxnLst/>
              <a:rect l="l" t="t" r="r" b="b"/>
              <a:pathLst>
                <a:path w="4409" h="2555" extrusionOk="0">
                  <a:moveTo>
                    <a:pt x="4237" y="1"/>
                  </a:moveTo>
                  <a:lnTo>
                    <a:pt x="4023" y="129"/>
                  </a:lnTo>
                  <a:lnTo>
                    <a:pt x="0" y="2469"/>
                  </a:lnTo>
                  <a:lnTo>
                    <a:pt x="143" y="2554"/>
                  </a:lnTo>
                  <a:lnTo>
                    <a:pt x="4194" y="215"/>
                  </a:lnTo>
                  <a:lnTo>
                    <a:pt x="4408" y="87"/>
                  </a:lnTo>
                  <a:lnTo>
                    <a:pt x="4237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6351900" y="1864250"/>
              <a:ext cx="109875" cy="63875"/>
            </a:xfrm>
            <a:custGeom>
              <a:avLst/>
              <a:gdLst/>
              <a:ahLst/>
              <a:cxnLst/>
              <a:rect l="l" t="t" r="r" b="b"/>
              <a:pathLst>
                <a:path w="4395" h="2555" extrusionOk="0">
                  <a:moveTo>
                    <a:pt x="4237" y="1"/>
                  </a:moveTo>
                  <a:lnTo>
                    <a:pt x="4023" y="129"/>
                  </a:lnTo>
                  <a:lnTo>
                    <a:pt x="1" y="2469"/>
                  </a:lnTo>
                  <a:lnTo>
                    <a:pt x="157" y="2554"/>
                  </a:lnTo>
                  <a:lnTo>
                    <a:pt x="4180" y="215"/>
                  </a:lnTo>
                  <a:lnTo>
                    <a:pt x="4394" y="87"/>
                  </a:lnTo>
                  <a:lnTo>
                    <a:pt x="4237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6342275" y="1858900"/>
              <a:ext cx="110225" cy="63875"/>
            </a:xfrm>
            <a:custGeom>
              <a:avLst/>
              <a:gdLst/>
              <a:ahLst/>
              <a:cxnLst/>
              <a:rect l="l" t="t" r="r" b="b"/>
              <a:pathLst>
                <a:path w="4409" h="2555" extrusionOk="0">
                  <a:moveTo>
                    <a:pt x="4251" y="1"/>
                  </a:moveTo>
                  <a:lnTo>
                    <a:pt x="4038" y="129"/>
                  </a:lnTo>
                  <a:lnTo>
                    <a:pt x="0" y="2469"/>
                  </a:lnTo>
                  <a:lnTo>
                    <a:pt x="172" y="2554"/>
                  </a:lnTo>
                  <a:lnTo>
                    <a:pt x="4194" y="215"/>
                  </a:lnTo>
                  <a:lnTo>
                    <a:pt x="4408" y="87"/>
                  </a:lnTo>
                  <a:lnTo>
                    <a:pt x="425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6333000" y="1853550"/>
              <a:ext cx="110225" cy="63875"/>
            </a:xfrm>
            <a:custGeom>
              <a:avLst/>
              <a:gdLst/>
              <a:ahLst/>
              <a:cxnLst/>
              <a:rect l="l" t="t" r="r" b="b"/>
              <a:pathLst>
                <a:path w="4409" h="2555" extrusionOk="0">
                  <a:moveTo>
                    <a:pt x="4252" y="1"/>
                  </a:moveTo>
                  <a:lnTo>
                    <a:pt x="4038" y="129"/>
                  </a:lnTo>
                  <a:lnTo>
                    <a:pt x="0" y="2469"/>
                  </a:lnTo>
                  <a:lnTo>
                    <a:pt x="157" y="2554"/>
                  </a:lnTo>
                  <a:lnTo>
                    <a:pt x="4195" y="215"/>
                  </a:lnTo>
                  <a:lnTo>
                    <a:pt x="4409" y="87"/>
                  </a:lnTo>
                  <a:lnTo>
                    <a:pt x="4252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6323725" y="1848225"/>
              <a:ext cx="110225" cy="63850"/>
            </a:xfrm>
            <a:custGeom>
              <a:avLst/>
              <a:gdLst/>
              <a:ahLst/>
              <a:cxnLst/>
              <a:rect l="l" t="t" r="r" b="b"/>
              <a:pathLst>
                <a:path w="4409" h="2554" extrusionOk="0">
                  <a:moveTo>
                    <a:pt x="4237" y="0"/>
                  </a:moveTo>
                  <a:lnTo>
                    <a:pt x="4052" y="128"/>
                  </a:lnTo>
                  <a:lnTo>
                    <a:pt x="1" y="2468"/>
                  </a:lnTo>
                  <a:lnTo>
                    <a:pt x="158" y="2554"/>
                  </a:lnTo>
                  <a:lnTo>
                    <a:pt x="4195" y="214"/>
                  </a:lnTo>
                  <a:lnTo>
                    <a:pt x="4409" y="86"/>
                  </a:lnTo>
                  <a:lnTo>
                    <a:pt x="4237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6314450" y="1842875"/>
              <a:ext cx="109875" cy="63850"/>
            </a:xfrm>
            <a:custGeom>
              <a:avLst/>
              <a:gdLst/>
              <a:ahLst/>
              <a:cxnLst/>
              <a:rect l="l" t="t" r="r" b="b"/>
              <a:pathLst>
                <a:path w="4395" h="2554" extrusionOk="0">
                  <a:moveTo>
                    <a:pt x="4252" y="0"/>
                  </a:moveTo>
                  <a:lnTo>
                    <a:pt x="4038" y="128"/>
                  </a:lnTo>
                  <a:lnTo>
                    <a:pt x="1" y="2468"/>
                  </a:lnTo>
                  <a:lnTo>
                    <a:pt x="158" y="2554"/>
                  </a:lnTo>
                  <a:lnTo>
                    <a:pt x="4180" y="214"/>
                  </a:lnTo>
                  <a:lnTo>
                    <a:pt x="4394" y="86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6304825" y="1837525"/>
              <a:ext cx="110225" cy="63850"/>
            </a:xfrm>
            <a:custGeom>
              <a:avLst/>
              <a:gdLst/>
              <a:ahLst/>
              <a:cxnLst/>
              <a:rect l="l" t="t" r="r" b="b"/>
              <a:pathLst>
                <a:path w="4409" h="2554" extrusionOk="0">
                  <a:moveTo>
                    <a:pt x="4266" y="0"/>
                  </a:moveTo>
                  <a:lnTo>
                    <a:pt x="4052" y="128"/>
                  </a:lnTo>
                  <a:lnTo>
                    <a:pt x="1" y="2468"/>
                  </a:lnTo>
                  <a:lnTo>
                    <a:pt x="172" y="2554"/>
                  </a:lnTo>
                  <a:lnTo>
                    <a:pt x="4195" y="214"/>
                  </a:lnTo>
                  <a:lnTo>
                    <a:pt x="4409" y="86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6295550" y="1832175"/>
              <a:ext cx="110225" cy="63500"/>
            </a:xfrm>
            <a:custGeom>
              <a:avLst/>
              <a:gdLst/>
              <a:ahLst/>
              <a:cxnLst/>
              <a:rect l="l" t="t" r="r" b="b"/>
              <a:pathLst>
                <a:path w="4409" h="2540" extrusionOk="0">
                  <a:moveTo>
                    <a:pt x="4266" y="0"/>
                  </a:moveTo>
                  <a:lnTo>
                    <a:pt x="4052" y="128"/>
                  </a:lnTo>
                  <a:lnTo>
                    <a:pt x="1" y="2439"/>
                  </a:lnTo>
                  <a:lnTo>
                    <a:pt x="158" y="2539"/>
                  </a:lnTo>
                  <a:lnTo>
                    <a:pt x="4209" y="214"/>
                  </a:lnTo>
                  <a:lnTo>
                    <a:pt x="4409" y="86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6301250" y="1819675"/>
              <a:ext cx="293900" cy="151250"/>
            </a:xfrm>
            <a:custGeom>
              <a:avLst/>
              <a:gdLst/>
              <a:ahLst/>
              <a:cxnLst/>
              <a:rect l="l" t="t" r="r" b="b"/>
              <a:pathLst>
                <a:path w="11756" h="6050" extrusionOk="0">
                  <a:moveTo>
                    <a:pt x="3967" y="1"/>
                  </a:moveTo>
                  <a:cubicBezTo>
                    <a:pt x="3824" y="29"/>
                    <a:pt x="3681" y="86"/>
                    <a:pt x="3539" y="186"/>
                  </a:cubicBezTo>
                  <a:lnTo>
                    <a:pt x="1" y="2198"/>
                  </a:lnTo>
                  <a:lnTo>
                    <a:pt x="6677" y="6049"/>
                  </a:lnTo>
                  <a:cubicBezTo>
                    <a:pt x="6677" y="6049"/>
                    <a:pt x="7590" y="5536"/>
                    <a:pt x="8560" y="5051"/>
                  </a:cubicBezTo>
                  <a:cubicBezTo>
                    <a:pt x="9302" y="4694"/>
                    <a:pt x="10058" y="4337"/>
                    <a:pt x="10486" y="4252"/>
                  </a:cubicBezTo>
                  <a:cubicBezTo>
                    <a:pt x="10600" y="4223"/>
                    <a:pt x="10771" y="4181"/>
                    <a:pt x="10871" y="4152"/>
                  </a:cubicBezTo>
                  <a:cubicBezTo>
                    <a:pt x="10931" y="4143"/>
                    <a:pt x="10992" y="4139"/>
                    <a:pt x="11052" y="4139"/>
                  </a:cubicBezTo>
                  <a:cubicBezTo>
                    <a:pt x="11295" y="4139"/>
                    <a:pt x="11539" y="4203"/>
                    <a:pt x="11756" y="4295"/>
                  </a:cubicBezTo>
                  <a:lnTo>
                    <a:pt x="4380" y="29"/>
                  </a:lnTo>
                  <a:lnTo>
                    <a:pt x="4323" y="15"/>
                  </a:lnTo>
                  <a:lnTo>
                    <a:pt x="4266" y="101"/>
                  </a:lnTo>
                  <a:cubicBezTo>
                    <a:pt x="4181" y="58"/>
                    <a:pt x="4067" y="15"/>
                    <a:pt x="3967" y="1"/>
                  </a:cubicBezTo>
                  <a:close/>
                </a:path>
              </a:pathLst>
            </a:custGeom>
            <a:solidFill>
              <a:srgbClr val="002D4F">
                <a:alpha val="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6435000" y="1994425"/>
              <a:ext cx="36400" cy="10725"/>
            </a:xfrm>
            <a:custGeom>
              <a:avLst/>
              <a:gdLst/>
              <a:ahLst/>
              <a:cxnLst/>
              <a:rect l="l" t="t" r="r" b="b"/>
              <a:pathLst>
                <a:path w="1456" h="429" extrusionOk="0">
                  <a:moveTo>
                    <a:pt x="1455" y="1"/>
                  </a:moveTo>
                  <a:lnTo>
                    <a:pt x="714" y="357"/>
                  </a:lnTo>
                  <a:lnTo>
                    <a:pt x="0" y="15"/>
                  </a:lnTo>
                  <a:lnTo>
                    <a:pt x="742" y="429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6416100" y="1994075"/>
              <a:ext cx="70275" cy="21775"/>
            </a:xfrm>
            <a:custGeom>
              <a:avLst/>
              <a:gdLst/>
              <a:ahLst/>
              <a:cxnLst/>
              <a:rect l="l" t="t" r="r" b="b"/>
              <a:pathLst>
                <a:path w="2811" h="871" extrusionOk="0">
                  <a:moveTo>
                    <a:pt x="0" y="1"/>
                  </a:moveTo>
                  <a:lnTo>
                    <a:pt x="1498" y="871"/>
                  </a:lnTo>
                  <a:lnTo>
                    <a:pt x="2811" y="100"/>
                  </a:lnTo>
                  <a:lnTo>
                    <a:pt x="1498" y="8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6270600" y="1898150"/>
              <a:ext cx="28200" cy="17125"/>
            </a:xfrm>
            <a:custGeom>
              <a:avLst/>
              <a:gdLst/>
              <a:ahLst/>
              <a:cxnLst/>
              <a:rect l="l" t="t" r="r" b="b"/>
              <a:pathLst>
                <a:path w="1128" h="685" extrusionOk="0">
                  <a:moveTo>
                    <a:pt x="0" y="0"/>
                  </a:moveTo>
                  <a:lnTo>
                    <a:pt x="0" y="114"/>
                  </a:lnTo>
                  <a:lnTo>
                    <a:pt x="1127" y="6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6270600" y="1908125"/>
              <a:ext cx="41375" cy="25000"/>
            </a:xfrm>
            <a:custGeom>
              <a:avLst/>
              <a:gdLst/>
              <a:ahLst/>
              <a:cxnLst/>
              <a:rect l="l" t="t" r="r" b="b"/>
              <a:pathLst>
                <a:path w="1655" h="1000" extrusionOk="0">
                  <a:moveTo>
                    <a:pt x="0" y="1"/>
                  </a:moveTo>
                  <a:lnTo>
                    <a:pt x="0" y="86"/>
                  </a:lnTo>
                  <a:lnTo>
                    <a:pt x="1655" y="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6287000" y="1813950"/>
              <a:ext cx="303150" cy="151625"/>
            </a:xfrm>
            <a:custGeom>
              <a:avLst/>
              <a:gdLst/>
              <a:ahLst/>
              <a:cxnLst/>
              <a:rect l="l" t="t" r="r" b="b"/>
              <a:pathLst>
                <a:path w="12126" h="6065" extrusionOk="0">
                  <a:moveTo>
                    <a:pt x="12034" y="4257"/>
                  </a:moveTo>
                  <a:lnTo>
                    <a:pt x="12126" y="4310"/>
                  </a:lnTo>
                  <a:cubicBezTo>
                    <a:pt x="12096" y="4290"/>
                    <a:pt x="12065" y="4272"/>
                    <a:pt x="12034" y="4257"/>
                  </a:cubicBezTo>
                  <a:close/>
                  <a:moveTo>
                    <a:pt x="4353" y="1"/>
                  </a:moveTo>
                  <a:cubicBezTo>
                    <a:pt x="4220" y="1"/>
                    <a:pt x="4064" y="18"/>
                    <a:pt x="3880" y="59"/>
                  </a:cubicBezTo>
                  <a:cubicBezTo>
                    <a:pt x="2782" y="244"/>
                    <a:pt x="0" y="1856"/>
                    <a:pt x="0" y="1856"/>
                  </a:cubicBezTo>
                  <a:lnTo>
                    <a:pt x="7304" y="6064"/>
                  </a:lnTo>
                  <a:cubicBezTo>
                    <a:pt x="7304" y="6064"/>
                    <a:pt x="8203" y="5522"/>
                    <a:pt x="9187" y="5051"/>
                  </a:cubicBezTo>
                  <a:cubicBezTo>
                    <a:pt x="9915" y="4695"/>
                    <a:pt x="10685" y="4352"/>
                    <a:pt x="11113" y="4238"/>
                  </a:cubicBezTo>
                  <a:cubicBezTo>
                    <a:pt x="11199" y="4210"/>
                    <a:pt x="11313" y="4210"/>
                    <a:pt x="11398" y="4196"/>
                  </a:cubicBezTo>
                  <a:cubicBezTo>
                    <a:pt x="11480" y="4177"/>
                    <a:pt x="11561" y="4168"/>
                    <a:pt x="11641" y="4168"/>
                  </a:cubicBezTo>
                  <a:cubicBezTo>
                    <a:pt x="11778" y="4168"/>
                    <a:pt x="11912" y="4196"/>
                    <a:pt x="12034" y="4257"/>
                  </a:cubicBezTo>
                  <a:lnTo>
                    <a:pt x="12034" y="4257"/>
                  </a:lnTo>
                  <a:lnTo>
                    <a:pt x="4893" y="130"/>
                  </a:lnTo>
                  <a:cubicBezTo>
                    <a:pt x="4765" y="57"/>
                    <a:pt x="4595" y="1"/>
                    <a:pt x="435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6458175" y="1906125"/>
              <a:ext cx="115575" cy="44825"/>
            </a:xfrm>
            <a:custGeom>
              <a:avLst/>
              <a:gdLst/>
              <a:ahLst/>
              <a:cxnLst/>
              <a:rect l="l" t="t" r="r" b="b"/>
              <a:pathLst>
                <a:path w="4623" h="1793" extrusionOk="0">
                  <a:moveTo>
                    <a:pt x="3939" y="1"/>
                  </a:moveTo>
                  <a:cubicBezTo>
                    <a:pt x="3872" y="1"/>
                    <a:pt x="3804" y="8"/>
                    <a:pt x="3738" y="24"/>
                  </a:cubicBezTo>
                  <a:cubicBezTo>
                    <a:pt x="3638" y="38"/>
                    <a:pt x="3538" y="52"/>
                    <a:pt x="3453" y="81"/>
                  </a:cubicBezTo>
                  <a:cubicBezTo>
                    <a:pt x="3039" y="195"/>
                    <a:pt x="2640" y="337"/>
                    <a:pt x="2255" y="537"/>
                  </a:cubicBezTo>
                  <a:cubicBezTo>
                    <a:pt x="2026" y="651"/>
                    <a:pt x="1770" y="765"/>
                    <a:pt x="1527" y="894"/>
                  </a:cubicBezTo>
                  <a:cubicBezTo>
                    <a:pt x="928" y="1179"/>
                    <a:pt x="357" y="1507"/>
                    <a:pt x="1" y="1693"/>
                  </a:cubicBezTo>
                  <a:lnTo>
                    <a:pt x="172" y="1792"/>
                  </a:lnTo>
                  <a:cubicBezTo>
                    <a:pt x="528" y="1593"/>
                    <a:pt x="1099" y="1293"/>
                    <a:pt x="1684" y="979"/>
                  </a:cubicBezTo>
                  <a:cubicBezTo>
                    <a:pt x="1926" y="865"/>
                    <a:pt x="2183" y="737"/>
                    <a:pt x="2412" y="623"/>
                  </a:cubicBezTo>
                  <a:cubicBezTo>
                    <a:pt x="2782" y="437"/>
                    <a:pt x="3196" y="295"/>
                    <a:pt x="3610" y="166"/>
                  </a:cubicBezTo>
                  <a:cubicBezTo>
                    <a:pt x="3695" y="152"/>
                    <a:pt x="3810" y="123"/>
                    <a:pt x="3895" y="109"/>
                  </a:cubicBezTo>
                  <a:cubicBezTo>
                    <a:pt x="3952" y="102"/>
                    <a:pt x="4010" y="99"/>
                    <a:pt x="4069" y="99"/>
                  </a:cubicBezTo>
                  <a:cubicBezTo>
                    <a:pt x="4257" y="99"/>
                    <a:pt x="4448" y="136"/>
                    <a:pt x="4623" y="223"/>
                  </a:cubicBezTo>
                  <a:lnTo>
                    <a:pt x="4466" y="123"/>
                  </a:lnTo>
                  <a:cubicBezTo>
                    <a:pt x="4300" y="51"/>
                    <a:pt x="4119" y="1"/>
                    <a:pt x="3939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6448900" y="1900950"/>
              <a:ext cx="115575" cy="44650"/>
            </a:xfrm>
            <a:custGeom>
              <a:avLst/>
              <a:gdLst/>
              <a:ahLst/>
              <a:cxnLst/>
              <a:rect l="l" t="t" r="r" b="b"/>
              <a:pathLst>
                <a:path w="4623" h="1786" extrusionOk="0">
                  <a:moveTo>
                    <a:pt x="3923" y="0"/>
                  </a:moveTo>
                  <a:cubicBezTo>
                    <a:pt x="3857" y="0"/>
                    <a:pt x="3791" y="5"/>
                    <a:pt x="3724" y="17"/>
                  </a:cubicBezTo>
                  <a:cubicBezTo>
                    <a:pt x="3638" y="31"/>
                    <a:pt x="3539" y="31"/>
                    <a:pt x="3439" y="74"/>
                  </a:cubicBezTo>
                  <a:cubicBezTo>
                    <a:pt x="3039" y="188"/>
                    <a:pt x="2640" y="330"/>
                    <a:pt x="2255" y="530"/>
                  </a:cubicBezTo>
                  <a:cubicBezTo>
                    <a:pt x="2012" y="644"/>
                    <a:pt x="1770" y="758"/>
                    <a:pt x="1513" y="887"/>
                  </a:cubicBezTo>
                  <a:cubicBezTo>
                    <a:pt x="928" y="1186"/>
                    <a:pt x="357" y="1500"/>
                    <a:pt x="1" y="1686"/>
                  </a:cubicBezTo>
                  <a:lnTo>
                    <a:pt x="158" y="1785"/>
                  </a:lnTo>
                  <a:cubicBezTo>
                    <a:pt x="514" y="1586"/>
                    <a:pt x="1085" y="1286"/>
                    <a:pt x="1684" y="972"/>
                  </a:cubicBezTo>
                  <a:cubicBezTo>
                    <a:pt x="1927" y="858"/>
                    <a:pt x="2183" y="730"/>
                    <a:pt x="2412" y="616"/>
                  </a:cubicBezTo>
                  <a:cubicBezTo>
                    <a:pt x="2783" y="430"/>
                    <a:pt x="3196" y="288"/>
                    <a:pt x="3610" y="159"/>
                  </a:cubicBezTo>
                  <a:cubicBezTo>
                    <a:pt x="3695" y="145"/>
                    <a:pt x="3795" y="116"/>
                    <a:pt x="3895" y="102"/>
                  </a:cubicBezTo>
                  <a:cubicBezTo>
                    <a:pt x="3952" y="95"/>
                    <a:pt x="4011" y="92"/>
                    <a:pt x="4071" y="92"/>
                  </a:cubicBezTo>
                  <a:cubicBezTo>
                    <a:pt x="4263" y="92"/>
                    <a:pt x="4459" y="129"/>
                    <a:pt x="4623" y="216"/>
                  </a:cubicBezTo>
                  <a:lnTo>
                    <a:pt x="4466" y="116"/>
                  </a:lnTo>
                  <a:cubicBezTo>
                    <a:pt x="4287" y="43"/>
                    <a:pt x="4108" y="0"/>
                    <a:pt x="3923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6440000" y="1895425"/>
              <a:ext cx="115575" cy="44100"/>
            </a:xfrm>
            <a:custGeom>
              <a:avLst/>
              <a:gdLst/>
              <a:ahLst/>
              <a:cxnLst/>
              <a:rect l="l" t="t" r="r" b="b"/>
              <a:pathLst>
                <a:path w="4623" h="1764" extrusionOk="0">
                  <a:moveTo>
                    <a:pt x="4471" y="137"/>
                  </a:moveTo>
                  <a:lnTo>
                    <a:pt x="4622" y="195"/>
                  </a:lnTo>
                  <a:cubicBezTo>
                    <a:pt x="4574" y="172"/>
                    <a:pt x="4524" y="153"/>
                    <a:pt x="4471" y="137"/>
                  </a:cubicBezTo>
                  <a:close/>
                  <a:moveTo>
                    <a:pt x="3916" y="1"/>
                  </a:moveTo>
                  <a:cubicBezTo>
                    <a:pt x="3848" y="1"/>
                    <a:pt x="3779" y="8"/>
                    <a:pt x="3709" y="24"/>
                  </a:cubicBezTo>
                  <a:cubicBezTo>
                    <a:pt x="3624" y="38"/>
                    <a:pt x="3509" y="52"/>
                    <a:pt x="3424" y="81"/>
                  </a:cubicBezTo>
                  <a:cubicBezTo>
                    <a:pt x="3010" y="195"/>
                    <a:pt x="2625" y="337"/>
                    <a:pt x="2226" y="537"/>
                  </a:cubicBezTo>
                  <a:cubicBezTo>
                    <a:pt x="1997" y="651"/>
                    <a:pt x="1755" y="765"/>
                    <a:pt x="1498" y="894"/>
                  </a:cubicBezTo>
                  <a:cubicBezTo>
                    <a:pt x="913" y="1179"/>
                    <a:pt x="342" y="1479"/>
                    <a:pt x="0" y="1678"/>
                  </a:cubicBezTo>
                  <a:lnTo>
                    <a:pt x="157" y="1764"/>
                  </a:lnTo>
                  <a:cubicBezTo>
                    <a:pt x="514" y="1578"/>
                    <a:pt x="1084" y="1265"/>
                    <a:pt x="1683" y="965"/>
                  </a:cubicBezTo>
                  <a:cubicBezTo>
                    <a:pt x="1926" y="837"/>
                    <a:pt x="2183" y="723"/>
                    <a:pt x="2411" y="608"/>
                  </a:cubicBezTo>
                  <a:cubicBezTo>
                    <a:pt x="2782" y="409"/>
                    <a:pt x="3196" y="266"/>
                    <a:pt x="3609" y="152"/>
                  </a:cubicBezTo>
                  <a:cubicBezTo>
                    <a:pt x="3695" y="123"/>
                    <a:pt x="3795" y="109"/>
                    <a:pt x="3895" y="95"/>
                  </a:cubicBezTo>
                  <a:cubicBezTo>
                    <a:pt x="3958" y="84"/>
                    <a:pt x="4023" y="78"/>
                    <a:pt x="4089" y="78"/>
                  </a:cubicBezTo>
                  <a:cubicBezTo>
                    <a:pt x="4219" y="78"/>
                    <a:pt x="4350" y="99"/>
                    <a:pt x="4471" y="137"/>
                  </a:cubicBezTo>
                  <a:lnTo>
                    <a:pt x="4471" y="137"/>
                  </a:lnTo>
                  <a:lnTo>
                    <a:pt x="4437" y="123"/>
                  </a:lnTo>
                  <a:cubicBezTo>
                    <a:pt x="4271" y="51"/>
                    <a:pt x="4097" y="1"/>
                    <a:pt x="3916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6430350" y="1890075"/>
              <a:ext cx="115225" cy="44825"/>
            </a:xfrm>
            <a:custGeom>
              <a:avLst/>
              <a:gdLst/>
              <a:ahLst/>
              <a:cxnLst/>
              <a:rect l="l" t="t" r="r" b="b"/>
              <a:pathLst>
                <a:path w="4609" h="1793" extrusionOk="0">
                  <a:moveTo>
                    <a:pt x="3925" y="1"/>
                  </a:moveTo>
                  <a:cubicBezTo>
                    <a:pt x="3858" y="1"/>
                    <a:pt x="3791" y="8"/>
                    <a:pt x="3724" y="24"/>
                  </a:cubicBezTo>
                  <a:cubicBezTo>
                    <a:pt x="3639" y="38"/>
                    <a:pt x="3525" y="52"/>
                    <a:pt x="3439" y="81"/>
                  </a:cubicBezTo>
                  <a:cubicBezTo>
                    <a:pt x="3025" y="195"/>
                    <a:pt x="2640" y="337"/>
                    <a:pt x="2241" y="537"/>
                  </a:cubicBezTo>
                  <a:cubicBezTo>
                    <a:pt x="2012" y="651"/>
                    <a:pt x="1756" y="765"/>
                    <a:pt x="1513" y="894"/>
                  </a:cubicBezTo>
                  <a:cubicBezTo>
                    <a:pt x="928" y="1179"/>
                    <a:pt x="358" y="1507"/>
                    <a:pt x="1" y="1693"/>
                  </a:cubicBezTo>
                  <a:lnTo>
                    <a:pt x="158" y="1792"/>
                  </a:lnTo>
                  <a:cubicBezTo>
                    <a:pt x="515" y="1593"/>
                    <a:pt x="1085" y="1293"/>
                    <a:pt x="1670" y="979"/>
                  </a:cubicBezTo>
                  <a:cubicBezTo>
                    <a:pt x="1927" y="865"/>
                    <a:pt x="2169" y="751"/>
                    <a:pt x="2398" y="623"/>
                  </a:cubicBezTo>
                  <a:cubicBezTo>
                    <a:pt x="2783" y="437"/>
                    <a:pt x="3182" y="295"/>
                    <a:pt x="3596" y="166"/>
                  </a:cubicBezTo>
                  <a:cubicBezTo>
                    <a:pt x="3681" y="152"/>
                    <a:pt x="3796" y="123"/>
                    <a:pt x="3881" y="109"/>
                  </a:cubicBezTo>
                  <a:cubicBezTo>
                    <a:pt x="3950" y="94"/>
                    <a:pt x="4019" y="87"/>
                    <a:pt x="4087" y="87"/>
                  </a:cubicBezTo>
                  <a:cubicBezTo>
                    <a:pt x="4272" y="87"/>
                    <a:pt x="4452" y="140"/>
                    <a:pt x="4609" y="223"/>
                  </a:cubicBezTo>
                  <a:lnTo>
                    <a:pt x="4452" y="123"/>
                  </a:lnTo>
                  <a:cubicBezTo>
                    <a:pt x="4286" y="51"/>
                    <a:pt x="4105" y="1"/>
                    <a:pt x="3925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6420725" y="1884725"/>
              <a:ext cx="115575" cy="44825"/>
            </a:xfrm>
            <a:custGeom>
              <a:avLst/>
              <a:gdLst/>
              <a:ahLst/>
              <a:cxnLst/>
              <a:rect l="l" t="t" r="r" b="b"/>
              <a:pathLst>
                <a:path w="4623" h="1793" extrusionOk="0">
                  <a:moveTo>
                    <a:pt x="3940" y="1"/>
                  </a:moveTo>
                  <a:cubicBezTo>
                    <a:pt x="3872" y="1"/>
                    <a:pt x="3805" y="8"/>
                    <a:pt x="3738" y="24"/>
                  </a:cubicBezTo>
                  <a:cubicBezTo>
                    <a:pt x="3638" y="38"/>
                    <a:pt x="3539" y="52"/>
                    <a:pt x="3453" y="81"/>
                  </a:cubicBezTo>
                  <a:cubicBezTo>
                    <a:pt x="3039" y="195"/>
                    <a:pt x="2640" y="337"/>
                    <a:pt x="2255" y="537"/>
                  </a:cubicBezTo>
                  <a:cubicBezTo>
                    <a:pt x="2026" y="651"/>
                    <a:pt x="1770" y="765"/>
                    <a:pt x="1527" y="894"/>
                  </a:cubicBezTo>
                  <a:cubicBezTo>
                    <a:pt x="928" y="1193"/>
                    <a:pt x="357" y="1507"/>
                    <a:pt x="1" y="1693"/>
                  </a:cubicBezTo>
                  <a:lnTo>
                    <a:pt x="172" y="1793"/>
                  </a:lnTo>
                  <a:cubicBezTo>
                    <a:pt x="529" y="1593"/>
                    <a:pt x="1099" y="1293"/>
                    <a:pt x="1684" y="979"/>
                  </a:cubicBezTo>
                  <a:cubicBezTo>
                    <a:pt x="1927" y="865"/>
                    <a:pt x="2183" y="737"/>
                    <a:pt x="2412" y="623"/>
                  </a:cubicBezTo>
                  <a:cubicBezTo>
                    <a:pt x="2783" y="437"/>
                    <a:pt x="3196" y="295"/>
                    <a:pt x="3610" y="166"/>
                  </a:cubicBezTo>
                  <a:cubicBezTo>
                    <a:pt x="3696" y="152"/>
                    <a:pt x="3810" y="123"/>
                    <a:pt x="3895" y="109"/>
                  </a:cubicBezTo>
                  <a:cubicBezTo>
                    <a:pt x="3952" y="102"/>
                    <a:pt x="4011" y="99"/>
                    <a:pt x="4071" y="99"/>
                  </a:cubicBezTo>
                  <a:cubicBezTo>
                    <a:pt x="4263" y="99"/>
                    <a:pt x="4459" y="136"/>
                    <a:pt x="4623" y="223"/>
                  </a:cubicBezTo>
                  <a:lnTo>
                    <a:pt x="4466" y="123"/>
                  </a:lnTo>
                  <a:cubicBezTo>
                    <a:pt x="4300" y="51"/>
                    <a:pt x="4119" y="1"/>
                    <a:pt x="3940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6411450" y="1879175"/>
              <a:ext cx="115575" cy="44300"/>
            </a:xfrm>
            <a:custGeom>
              <a:avLst/>
              <a:gdLst/>
              <a:ahLst/>
              <a:cxnLst/>
              <a:rect l="l" t="t" r="r" b="b"/>
              <a:pathLst>
                <a:path w="4623" h="1772" extrusionOk="0">
                  <a:moveTo>
                    <a:pt x="3923" y="1"/>
                  </a:moveTo>
                  <a:cubicBezTo>
                    <a:pt x="3857" y="1"/>
                    <a:pt x="3791" y="6"/>
                    <a:pt x="3724" y="17"/>
                  </a:cubicBezTo>
                  <a:cubicBezTo>
                    <a:pt x="3639" y="32"/>
                    <a:pt x="3539" y="32"/>
                    <a:pt x="3439" y="60"/>
                  </a:cubicBezTo>
                  <a:cubicBezTo>
                    <a:pt x="3039" y="189"/>
                    <a:pt x="2640" y="331"/>
                    <a:pt x="2255" y="531"/>
                  </a:cubicBezTo>
                  <a:cubicBezTo>
                    <a:pt x="2012" y="631"/>
                    <a:pt x="1770" y="759"/>
                    <a:pt x="1513" y="888"/>
                  </a:cubicBezTo>
                  <a:cubicBezTo>
                    <a:pt x="928" y="1187"/>
                    <a:pt x="358" y="1487"/>
                    <a:pt x="1" y="1686"/>
                  </a:cubicBezTo>
                  <a:lnTo>
                    <a:pt x="158" y="1772"/>
                  </a:lnTo>
                  <a:cubicBezTo>
                    <a:pt x="514" y="1587"/>
                    <a:pt x="1085" y="1273"/>
                    <a:pt x="1684" y="973"/>
                  </a:cubicBezTo>
                  <a:cubicBezTo>
                    <a:pt x="1927" y="845"/>
                    <a:pt x="2183" y="731"/>
                    <a:pt x="2412" y="617"/>
                  </a:cubicBezTo>
                  <a:cubicBezTo>
                    <a:pt x="2783" y="417"/>
                    <a:pt x="3196" y="274"/>
                    <a:pt x="3610" y="160"/>
                  </a:cubicBezTo>
                  <a:cubicBezTo>
                    <a:pt x="3710" y="131"/>
                    <a:pt x="3795" y="117"/>
                    <a:pt x="3895" y="103"/>
                  </a:cubicBezTo>
                  <a:cubicBezTo>
                    <a:pt x="3959" y="92"/>
                    <a:pt x="4024" y="86"/>
                    <a:pt x="4090" y="86"/>
                  </a:cubicBezTo>
                  <a:cubicBezTo>
                    <a:pt x="4276" y="86"/>
                    <a:pt x="4465" y="129"/>
                    <a:pt x="4623" y="203"/>
                  </a:cubicBezTo>
                  <a:lnTo>
                    <a:pt x="4466" y="117"/>
                  </a:lnTo>
                  <a:cubicBezTo>
                    <a:pt x="4287" y="43"/>
                    <a:pt x="4108" y="1"/>
                    <a:pt x="3923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6402550" y="1873675"/>
              <a:ext cx="115575" cy="44475"/>
            </a:xfrm>
            <a:custGeom>
              <a:avLst/>
              <a:gdLst/>
              <a:ahLst/>
              <a:cxnLst/>
              <a:rect l="l" t="t" r="r" b="b"/>
              <a:pathLst>
                <a:path w="4623" h="1779" extrusionOk="0">
                  <a:moveTo>
                    <a:pt x="3931" y="1"/>
                  </a:moveTo>
                  <a:cubicBezTo>
                    <a:pt x="3863" y="1"/>
                    <a:pt x="3794" y="8"/>
                    <a:pt x="3724" y="23"/>
                  </a:cubicBezTo>
                  <a:cubicBezTo>
                    <a:pt x="3638" y="38"/>
                    <a:pt x="3538" y="52"/>
                    <a:pt x="3438" y="66"/>
                  </a:cubicBezTo>
                  <a:cubicBezTo>
                    <a:pt x="3039" y="195"/>
                    <a:pt x="2639" y="337"/>
                    <a:pt x="2254" y="537"/>
                  </a:cubicBezTo>
                  <a:cubicBezTo>
                    <a:pt x="2012" y="637"/>
                    <a:pt x="1769" y="765"/>
                    <a:pt x="1512" y="894"/>
                  </a:cubicBezTo>
                  <a:cubicBezTo>
                    <a:pt x="928" y="1179"/>
                    <a:pt x="357" y="1493"/>
                    <a:pt x="0" y="1692"/>
                  </a:cubicBezTo>
                  <a:lnTo>
                    <a:pt x="157" y="1778"/>
                  </a:lnTo>
                  <a:cubicBezTo>
                    <a:pt x="514" y="1593"/>
                    <a:pt x="1084" y="1279"/>
                    <a:pt x="1684" y="979"/>
                  </a:cubicBezTo>
                  <a:cubicBezTo>
                    <a:pt x="1926" y="851"/>
                    <a:pt x="2183" y="737"/>
                    <a:pt x="2411" y="623"/>
                  </a:cubicBezTo>
                  <a:cubicBezTo>
                    <a:pt x="2782" y="423"/>
                    <a:pt x="3196" y="280"/>
                    <a:pt x="3609" y="166"/>
                  </a:cubicBezTo>
                  <a:cubicBezTo>
                    <a:pt x="3695" y="138"/>
                    <a:pt x="3795" y="123"/>
                    <a:pt x="3895" y="109"/>
                  </a:cubicBezTo>
                  <a:cubicBezTo>
                    <a:pt x="3958" y="98"/>
                    <a:pt x="4023" y="92"/>
                    <a:pt x="4089" y="92"/>
                  </a:cubicBezTo>
                  <a:cubicBezTo>
                    <a:pt x="4275" y="92"/>
                    <a:pt x="4464" y="135"/>
                    <a:pt x="4622" y="209"/>
                  </a:cubicBezTo>
                  <a:lnTo>
                    <a:pt x="4465" y="123"/>
                  </a:lnTo>
                  <a:cubicBezTo>
                    <a:pt x="4289" y="51"/>
                    <a:pt x="4113" y="1"/>
                    <a:pt x="3931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6393275" y="1868325"/>
              <a:ext cx="115575" cy="44475"/>
            </a:xfrm>
            <a:custGeom>
              <a:avLst/>
              <a:gdLst/>
              <a:ahLst/>
              <a:cxnLst/>
              <a:rect l="l" t="t" r="r" b="b"/>
              <a:pathLst>
                <a:path w="4623" h="1779" extrusionOk="0">
                  <a:moveTo>
                    <a:pt x="3931" y="1"/>
                  </a:moveTo>
                  <a:cubicBezTo>
                    <a:pt x="3863" y="1"/>
                    <a:pt x="3794" y="8"/>
                    <a:pt x="3724" y="23"/>
                  </a:cubicBezTo>
                  <a:cubicBezTo>
                    <a:pt x="3638" y="38"/>
                    <a:pt x="3524" y="52"/>
                    <a:pt x="3438" y="66"/>
                  </a:cubicBezTo>
                  <a:cubicBezTo>
                    <a:pt x="3025" y="195"/>
                    <a:pt x="2639" y="337"/>
                    <a:pt x="2240" y="537"/>
                  </a:cubicBezTo>
                  <a:cubicBezTo>
                    <a:pt x="2012" y="637"/>
                    <a:pt x="1769" y="765"/>
                    <a:pt x="1512" y="894"/>
                  </a:cubicBezTo>
                  <a:cubicBezTo>
                    <a:pt x="928" y="1179"/>
                    <a:pt x="357" y="1493"/>
                    <a:pt x="0" y="1692"/>
                  </a:cubicBezTo>
                  <a:lnTo>
                    <a:pt x="157" y="1778"/>
                  </a:lnTo>
                  <a:cubicBezTo>
                    <a:pt x="514" y="1593"/>
                    <a:pt x="1085" y="1279"/>
                    <a:pt x="1669" y="979"/>
                  </a:cubicBezTo>
                  <a:cubicBezTo>
                    <a:pt x="1926" y="851"/>
                    <a:pt x="2169" y="737"/>
                    <a:pt x="2411" y="623"/>
                  </a:cubicBezTo>
                  <a:cubicBezTo>
                    <a:pt x="2782" y="423"/>
                    <a:pt x="3196" y="280"/>
                    <a:pt x="3595" y="166"/>
                  </a:cubicBezTo>
                  <a:cubicBezTo>
                    <a:pt x="3695" y="138"/>
                    <a:pt x="3795" y="123"/>
                    <a:pt x="3881" y="109"/>
                  </a:cubicBezTo>
                  <a:cubicBezTo>
                    <a:pt x="3948" y="98"/>
                    <a:pt x="4014" y="92"/>
                    <a:pt x="4079" y="92"/>
                  </a:cubicBezTo>
                  <a:cubicBezTo>
                    <a:pt x="4264" y="92"/>
                    <a:pt x="4443" y="135"/>
                    <a:pt x="4622" y="209"/>
                  </a:cubicBezTo>
                  <a:lnTo>
                    <a:pt x="4451" y="123"/>
                  </a:lnTo>
                  <a:cubicBezTo>
                    <a:pt x="4285" y="51"/>
                    <a:pt x="4112" y="1"/>
                    <a:pt x="3931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6384000" y="1863350"/>
              <a:ext cx="115225" cy="44100"/>
            </a:xfrm>
            <a:custGeom>
              <a:avLst/>
              <a:gdLst/>
              <a:ahLst/>
              <a:cxnLst/>
              <a:rect l="l" t="t" r="r" b="b"/>
              <a:pathLst>
                <a:path w="4609" h="1764" extrusionOk="0">
                  <a:moveTo>
                    <a:pt x="3925" y="0"/>
                  </a:moveTo>
                  <a:cubicBezTo>
                    <a:pt x="3857" y="0"/>
                    <a:pt x="3790" y="7"/>
                    <a:pt x="3724" y="23"/>
                  </a:cubicBezTo>
                  <a:cubicBezTo>
                    <a:pt x="3638" y="37"/>
                    <a:pt x="3524" y="51"/>
                    <a:pt x="3438" y="80"/>
                  </a:cubicBezTo>
                  <a:cubicBezTo>
                    <a:pt x="3010" y="165"/>
                    <a:pt x="2240" y="522"/>
                    <a:pt x="1513" y="879"/>
                  </a:cubicBezTo>
                  <a:cubicBezTo>
                    <a:pt x="928" y="1178"/>
                    <a:pt x="357" y="1478"/>
                    <a:pt x="0" y="1677"/>
                  </a:cubicBezTo>
                  <a:lnTo>
                    <a:pt x="157" y="1763"/>
                  </a:lnTo>
                  <a:cubicBezTo>
                    <a:pt x="514" y="1578"/>
                    <a:pt x="1085" y="1250"/>
                    <a:pt x="1670" y="964"/>
                  </a:cubicBezTo>
                  <a:cubicBezTo>
                    <a:pt x="2397" y="608"/>
                    <a:pt x="3167" y="251"/>
                    <a:pt x="3595" y="165"/>
                  </a:cubicBezTo>
                  <a:cubicBezTo>
                    <a:pt x="3681" y="137"/>
                    <a:pt x="3795" y="123"/>
                    <a:pt x="3881" y="108"/>
                  </a:cubicBezTo>
                  <a:cubicBezTo>
                    <a:pt x="3956" y="92"/>
                    <a:pt x="4029" y="83"/>
                    <a:pt x="4102" y="83"/>
                  </a:cubicBezTo>
                  <a:cubicBezTo>
                    <a:pt x="4278" y="83"/>
                    <a:pt x="4447" y="131"/>
                    <a:pt x="4608" y="222"/>
                  </a:cubicBezTo>
                  <a:lnTo>
                    <a:pt x="4451" y="123"/>
                  </a:lnTo>
                  <a:cubicBezTo>
                    <a:pt x="4285" y="50"/>
                    <a:pt x="4104" y="0"/>
                    <a:pt x="3925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6374375" y="1857775"/>
              <a:ext cx="115575" cy="43950"/>
            </a:xfrm>
            <a:custGeom>
              <a:avLst/>
              <a:gdLst/>
              <a:ahLst/>
              <a:cxnLst/>
              <a:rect l="l" t="t" r="r" b="b"/>
              <a:pathLst>
                <a:path w="4623" h="1758" extrusionOk="0">
                  <a:moveTo>
                    <a:pt x="3932" y="1"/>
                  </a:moveTo>
                  <a:cubicBezTo>
                    <a:pt x="3867" y="1"/>
                    <a:pt x="3801" y="6"/>
                    <a:pt x="3738" y="17"/>
                  </a:cubicBezTo>
                  <a:cubicBezTo>
                    <a:pt x="3638" y="32"/>
                    <a:pt x="3538" y="46"/>
                    <a:pt x="3453" y="60"/>
                  </a:cubicBezTo>
                  <a:cubicBezTo>
                    <a:pt x="3025" y="160"/>
                    <a:pt x="2254" y="517"/>
                    <a:pt x="1527" y="873"/>
                  </a:cubicBezTo>
                  <a:cubicBezTo>
                    <a:pt x="928" y="1173"/>
                    <a:pt x="357" y="1473"/>
                    <a:pt x="0" y="1672"/>
                  </a:cubicBezTo>
                  <a:lnTo>
                    <a:pt x="171" y="1758"/>
                  </a:lnTo>
                  <a:cubicBezTo>
                    <a:pt x="528" y="1558"/>
                    <a:pt x="1099" y="1244"/>
                    <a:pt x="1684" y="959"/>
                  </a:cubicBezTo>
                  <a:cubicBezTo>
                    <a:pt x="2411" y="602"/>
                    <a:pt x="3181" y="246"/>
                    <a:pt x="3609" y="160"/>
                  </a:cubicBezTo>
                  <a:cubicBezTo>
                    <a:pt x="3709" y="117"/>
                    <a:pt x="3809" y="117"/>
                    <a:pt x="3895" y="103"/>
                  </a:cubicBezTo>
                  <a:cubicBezTo>
                    <a:pt x="3958" y="92"/>
                    <a:pt x="4022" y="87"/>
                    <a:pt x="4087" y="87"/>
                  </a:cubicBezTo>
                  <a:cubicBezTo>
                    <a:pt x="4270" y="87"/>
                    <a:pt x="4454" y="129"/>
                    <a:pt x="4622" y="203"/>
                  </a:cubicBezTo>
                  <a:lnTo>
                    <a:pt x="4465" y="117"/>
                  </a:lnTo>
                  <a:cubicBezTo>
                    <a:pt x="4307" y="44"/>
                    <a:pt x="4118" y="1"/>
                    <a:pt x="3932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6365100" y="1852425"/>
              <a:ext cx="115575" cy="43950"/>
            </a:xfrm>
            <a:custGeom>
              <a:avLst/>
              <a:gdLst/>
              <a:ahLst/>
              <a:cxnLst/>
              <a:rect l="l" t="t" r="r" b="b"/>
              <a:pathLst>
                <a:path w="4623" h="1758" extrusionOk="0">
                  <a:moveTo>
                    <a:pt x="3927" y="1"/>
                  </a:moveTo>
                  <a:cubicBezTo>
                    <a:pt x="3859" y="1"/>
                    <a:pt x="3791" y="6"/>
                    <a:pt x="3724" y="17"/>
                  </a:cubicBezTo>
                  <a:cubicBezTo>
                    <a:pt x="3638" y="32"/>
                    <a:pt x="3538" y="46"/>
                    <a:pt x="3438" y="60"/>
                  </a:cubicBezTo>
                  <a:cubicBezTo>
                    <a:pt x="2996" y="160"/>
                    <a:pt x="2254" y="517"/>
                    <a:pt x="1513" y="873"/>
                  </a:cubicBezTo>
                  <a:cubicBezTo>
                    <a:pt x="928" y="1173"/>
                    <a:pt x="357" y="1473"/>
                    <a:pt x="0" y="1672"/>
                  </a:cubicBezTo>
                  <a:lnTo>
                    <a:pt x="157" y="1758"/>
                  </a:lnTo>
                  <a:cubicBezTo>
                    <a:pt x="514" y="1558"/>
                    <a:pt x="1085" y="1259"/>
                    <a:pt x="1684" y="959"/>
                  </a:cubicBezTo>
                  <a:cubicBezTo>
                    <a:pt x="2411" y="602"/>
                    <a:pt x="3182" y="260"/>
                    <a:pt x="3610" y="160"/>
                  </a:cubicBezTo>
                  <a:cubicBezTo>
                    <a:pt x="3695" y="117"/>
                    <a:pt x="3795" y="117"/>
                    <a:pt x="3895" y="103"/>
                  </a:cubicBezTo>
                  <a:cubicBezTo>
                    <a:pt x="3958" y="92"/>
                    <a:pt x="4023" y="87"/>
                    <a:pt x="4087" y="87"/>
                  </a:cubicBezTo>
                  <a:cubicBezTo>
                    <a:pt x="4270" y="87"/>
                    <a:pt x="4454" y="129"/>
                    <a:pt x="4622" y="203"/>
                  </a:cubicBezTo>
                  <a:lnTo>
                    <a:pt x="4465" y="117"/>
                  </a:lnTo>
                  <a:cubicBezTo>
                    <a:pt x="4307" y="44"/>
                    <a:pt x="4118" y="1"/>
                    <a:pt x="3927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6355825" y="1847075"/>
              <a:ext cx="115225" cy="43950"/>
            </a:xfrm>
            <a:custGeom>
              <a:avLst/>
              <a:gdLst/>
              <a:ahLst/>
              <a:cxnLst/>
              <a:rect l="l" t="t" r="r" b="b"/>
              <a:pathLst>
                <a:path w="4609" h="1758" extrusionOk="0">
                  <a:moveTo>
                    <a:pt x="3924" y="1"/>
                  </a:moveTo>
                  <a:cubicBezTo>
                    <a:pt x="3858" y="1"/>
                    <a:pt x="3791" y="6"/>
                    <a:pt x="3724" y="17"/>
                  </a:cubicBezTo>
                  <a:cubicBezTo>
                    <a:pt x="3638" y="32"/>
                    <a:pt x="3524" y="46"/>
                    <a:pt x="3438" y="60"/>
                  </a:cubicBezTo>
                  <a:cubicBezTo>
                    <a:pt x="2996" y="160"/>
                    <a:pt x="2240" y="517"/>
                    <a:pt x="1513" y="873"/>
                  </a:cubicBezTo>
                  <a:cubicBezTo>
                    <a:pt x="928" y="1173"/>
                    <a:pt x="357" y="1473"/>
                    <a:pt x="0" y="1672"/>
                  </a:cubicBezTo>
                  <a:lnTo>
                    <a:pt x="157" y="1758"/>
                  </a:lnTo>
                  <a:cubicBezTo>
                    <a:pt x="514" y="1558"/>
                    <a:pt x="1085" y="1244"/>
                    <a:pt x="1670" y="959"/>
                  </a:cubicBezTo>
                  <a:cubicBezTo>
                    <a:pt x="2411" y="602"/>
                    <a:pt x="3167" y="246"/>
                    <a:pt x="3595" y="160"/>
                  </a:cubicBezTo>
                  <a:cubicBezTo>
                    <a:pt x="3695" y="132"/>
                    <a:pt x="3795" y="117"/>
                    <a:pt x="3881" y="103"/>
                  </a:cubicBezTo>
                  <a:cubicBezTo>
                    <a:pt x="3948" y="92"/>
                    <a:pt x="4014" y="87"/>
                    <a:pt x="4079" y="87"/>
                  </a:cubicBezTo>
                  <a:cubicBezTo>
                    <a:pt x="4263" y="87"/>
                    <a:pt x="4440" y="129"/>
                    <a:pt x="4608" y="203"/>
                  </a:cubicBezTo>
                  <a:lnTo>
                    <a:pt x="4451" y="117"/>
                  </a:lnTo>
                  <a:cubicBezTo>
                    <a:pt x="4293" y="44"/>
                    <a:pt x="4112" y="1"/>
                    <a:pt x="3924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6346550" y="1841725"/>
              <a:ext cx="115225" cy="43950"/>
            </a:xfrm>
            <a:custGeom>
              <a:avLst/>
              <a:gdLst/>
              <a:ahLst/>
              <a:cxnLst/>
              <a:rect l="l" t="t" r="r" b="b"/>
              <a:pathLst>
                <a:path w="4609" h="1758" extrusionOk="0">
                  <a:moveTo>
                    <a:pt x="3918" y="1"/>
                  </a:moveTo>
                  <a:cubicBezTo>
                    <a:pt x="3853" y="1"/>
                    <a:pt x="3787" y="6"/>
                    <a:pt x="3724" y="18"/>
                  </a:cubicBezTo>
                  <a:cubicBezTo>
                    <a:pt x="3638" y="32"/>
                    <a:pt x="3524" y="46"/>
                    <a:pt x="3439" y="60"/>
                  </a:cubicBezTo>
                  <a:cubicBezTo>
                    <a:pt x="3011" y="160"/>
                    <a:pt x="2240" y="488"/>
                    <a:pt x="1513" y="873"/>
                  </a:cubicBezTo>
                  <a:cubicBezTo>
                    <a:pt x="928" y="1173"/>
                    <a:pt x="357" y="1473"/>
                    <a:pt x="1" y="1672"/>
                  </a:cubicBezTo>
                  <a:lnTo>
                    <a:pt x="158" y="1758"/>
                  </a:lnTo>
                  <a:cubicBezTo>
                    <a:pt x="528" y="1558"/>
                    <a:pt x="1085" y="1244"/>
                    <a:pt x="1670" y="959"/>
                  </a:cubicBezTo>
                  <a:cubicBezTo>
                    <a:pt x="2397" y="602"/>
                    <a:pt x="3168" y="246"/>
                    <a:pt x="3595" y="160"/>
                  </a:cubicBezTo>
                  <a:cubicBezTo>
                    <a:pt x="3710" y="117"/>
                    <a:pt x="3795" y="117"/>
                    <a:pt x="3881" y="103"/>
                  </a:cubicBezTo>
                  <a:cubicBezTo>
                    <a:pt x="3948" y="92"/>
                    <a:pt x="4014" y="87"/>
                    <a:pt x="4079" y="87"/>
                  </a:cubicBezTo>
                  <a:cubicBezTo>
                    <a:pt x="4263" y="87"/>
                    <a:pt x="4440" y="129"/>
                    <a:pt x="4608" y="203"/>
                  </a:cubicBezTo>
                  <a:lnTo>
                    <a:pt x="4451" y="117"/>
                  </a:lnTo>
                  <a:cubicBezTo>
                    <a:pt x="4293" y="44"/>
                    <a:pt x="4104" y="1"/>
                    <a:pt x="3918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6336925" y="1836375"/>
              <a:ext cx="115575" cy="43950"/>
            </a:xfrm>
            <a:custGeom>
              <a:avLst/>
              <a:gdLst/>
              <a:ahLst/>
              <a:cxnLst/>
              <a:rect l="l" t="t" r="r" b="b"/>
              <a:pathLst>
                <a:path w="4623" h="1758" extrusionOk="0">
                  <a:moveTo>
                    <a:pt x="3932" y="1"/>
                  </a:moveTo>
                  <a:cubicBezTo>
                    <a:pt x="3867" y="1"/>
                    <a:pt x="3801" y="6"/>
                    <a:pt x="3738" y="18"/>
                  </a:cubicBezTo>
                  <a:cubicBezTo>
                    <a:pt x="3638" y="32"/>
                    <a:pt x="3538" y="46"/>
                    <a:pt x="3453" y="60"/>
                  </a:cubicBezTo>
                  <a:cubicBezTo>
                    <a:pt x="2996" y="160"/>
                    <a:pt x="2254" y="517"/>
                    <a:pt x="1527" y="873"/>
                  </a:cubicBezTo>
                  <a:cubicBezTo>
                    <a:pt x="928" y="1173"/>
                    <a:pt x="357" y="1473"/>
                    <a:pt x="0" y="1672"/>
                  </a:cubicBezTo>
                  <a:lnTo>
                    <a:pt x="172" y="1758"/>
                  </a:lnTo>
                  <a:cubicBezTo>
                    <a:pt x="528" y="1558"/>
                    <a:pt x="1099" y="1259"/>
                    <a:pt x="1684" y="959"/>
                  </a:cubicBezTo>
                  <a:cubicBezTo>
                    <a:pt x="2411" y="602"/>
                    <a:pt x="3182" y="260"/>
                    <a:pt x="3610" y="160"/>
                  </a:cubicBezTo>
                  <a:cubicBezTo>
                    <a:pt x="3695" y="132"/>
                    <a:pt x="3809" y="117"/>
                    <a:pt x="3895" y="103"/>
                  </a:cubicBezTo>
                  <a:cubicBezTo>
                    <a:pt x="3958" y="92"/>
                    <a:pt x="4023" y="87"/>
                    <a:pt x="4087" y="87"/>
                  </a:cubicBezTo>
                  <a:cubicBezTo>
                    <a:pt x="4270" y="87"/>
                    <a:pt x="4454" y="129"/>
                    <a:pt x="4622" y="203"/>
                  </a:cubicBezTo>
                  <a:lnTo>
                    <a:pt x="4465" y="117"/>
                  </a:lnTo>
                  <a:cubicBezTo>
                    <a:pt x="4307" y="44"/>
                    <a:pt x="4118" y="1"/>
                    <a:pt x="3932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6327650" y="1831050"/>
              <a:ext cx="115575" cy="43925"/>
            </a:xfrm>
            <a:custGeom>
              <a:avLst/>
              <a:gdLst/>
              <a:ahLst/>
              <a:cxnLst/>
              <a:rect l="l" t="t" r="r" b="b"/>
              <a:pathLst>
                <a:path w="4623" h="1757" extrusionOk="0">
                  <a:moveTo>
                    <a:pt x="3927" y="0"/>
                  </a:moveTo>
                  <a:cubicBezTo>
                    <a:pt x="3859" y="0"/>
                    <a:pt x="3791" y="5"/>
                    <a:pt x="3724" y="17"/>
                  </a:cubicBezTo>
                  <a:cubicBezTo>
                    <a:pt x="3638" y="31"/>
                    <a:pt x="3538" y="45"/>
                    <a:pt x="3438" y="59"/>
                  </a:cubicBezTo>
                  <a:cubicBezTo>
                    <a:pt x="2996" y="159"/>
                    <a:pt x="2254" y="516"/>
                    <a:pt x="1513" y="872"/>
                  </a:cubicBezTo>
                  <a:cubicBezTo>
                    <a:pt x="928" y="1172"/>
                    <a:pt x="357" y="1472"/>
                    <a:pt x="1" y="1671"/>
                  </a:cubicBezTo>
                  <a:lnTo>
                    <a:pt x="157" y="1757"/>
                  </a:lnTo>
                  <a:cubicBezTo>
                    <a:pt x="514" y="1557"/>
                    <a:pt x="1085" y="1243"/>
                    <a:pt x="1684" y="958"/>
                  </a:cubicBezTo>
                  <a:cubicBezTo>
                    <a:pt x="2411" y="601"/>
                    <a:pt x="3182" y="245"/>
                    <a:pt x="3610" y="159"/>
                  </a:cubicBezTo>
                  <a:cubicBezTo>
                    <a:pt x="3695" y="116"/>
                    <a:pt x="3795" y="116"/>
                    <a:pt x="3895" y="102"/>
                  </a:cubicBezTo>
                  <a:cubicBezTo>
                    <a:pt x="3958" y="91"/>
                    <a:pt x="4023" y="86"/>
                    <a:pt x="4087" y="86"/>
                  </a:cubicBezTo>
                  <a:cubicBezTo>
                    <a:pt x="4270" y="86"/>
                    <a:pt x="4454" y="128"/>
                    <a:pt x="4623" y="202"/>
                  </a:cubicBezTo>
                  <a:lnTo>
                    <a:pt x="4451" y="116"/>
                  </a:lnTo>
                  <a:cubicBezTo>
                    <a:pt x="4304" y="43"/>
                    <a:pt x="4117" y="0"/>
                    <a:pt x="3927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6318375" y="1825525"/>
              <a:ext cx="115575" cy="44100"/>
            </a:xfrm>
            <a:custGeom>
              <a:avLst/>
              <a:gdLst/>
              <a:ahLst/>
              <a:cxnLst/>
              <a:rect l="l" t="t" r="r" b="b"/>
              <a:pathLst>
                <a:path w="4623" h="1764" extrusionOk="0">
                  <a:moveTo>
                    <a:pt x="3931" y="1"/>
                  </a:moveTo>
                  <a:cubicBezTo>
                    <a:pt x="3863" y="1"/>
                    <a:pt x="3794" y="8"/>
                    <a:pt x="3724" y="24"/>
                  </a:cubicBezTo>
                  <a:cubicBezTo>
                    <a:pt x="3638" y="38"/>
                    <a:pt x="3524" y="52"/>
                    <a:pt x="3439" y="66"/>
                  </a:cubicBezTo>
                  <a:cubicBezTo>
                    <a:pt x="3011" y="166"/>
                    <a:pt x="2240" y="523"/>
                    <a:pt x="1513" y="879"/>
                  </a:cubicBezTo>
                  <a:cubicBezTo>
                    <a:pt x="928" y="1179"/>
                    <a:pt x="357" y="1479"/>
                    <a:pt x="1" y="1678"/>
                  </a:cubicBezTo>
                  <a:lnTo>
                    <a:pt x="158" y="1764"/>
                  </a:lnTo>
                  <a:cubicBezTo>
                    <a:pt x="514" y="1564"/>
                    <a:pt x="1085" y="1250"/>
                    <a:pt x="1670" y="965"/>
                  </a:cubicBezTo>
                  <a:cubicBezTo>
                    <a:pt x="2411" y="608"/>
                    <a:pt x="3168" y="252"/>
                    <a:pt x="3595" y="166"/>
                  </a:cubicBezTo>
                  <a:cubicBezTo>
                    <a:pt x="3695" y="138"/>
                    <a:pt x="3795" y="123"/>
                    <a:pt x="3881" y="109"/>
                  </a:cubicBezTo>
                  <a:cubicBezTo>
                    <a:pt x="3951" y="94"/>
                    <a:pt x="4022" y="86"/>
                    <a:pt x="4093" y="86"/>
                  </a:cubicBezTo>
                  <a:cubicBezTo>
                    <a:pt x="4281" y="86"/>
                    <a:pt x="4467" y="136"/>
                    <a:pt x="4623" y="209"/>
                  </a:cubicBezTo>
                  <a:lnTo>
                    <a:pt x="4451" y="123"/>
                  </a:lnTo>
                  <a:cubicBezTo>
                    <a:pt x="4286" y="51"/>
                    <a:pt x="4112" y="1"/>
                    <a:pt x="3931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6309100" y="1820350"/>
              <a:ext cx="115225" cy="43925"/>
            </a:xfrm>
            <a:custGeom>
              <a:avLst/>
              <a:gdLst/>
              <a:ahLst/>
              <a:cxnLst/>
              <a:rect l="l" t="t" r="r" b="b"/>
              <a:pathLst>
                <a:path w="4609" h="1757" extrusionOk="0">
                  <a:moveTo>
                    <a:pt x="3918" y="0"/>
                  </a:moveTo>
                  <a:cubicBezTo>
                    <a:pt x="3853" y="0"/>
                    <a:pt x="3787" y="5"/>
                    <a:pt x="3724" y="17"/>
                  </a:cubicBezTo>
                  <a:cubicBezTo>
                    <a:pt x="3624" y="31"/>
                    <a:pt x="3524" y="45"/>
                    <a:pt x="3439" y="59"/>
                  </a:cubicBezTo>
                  <a:cubicBezTo>
                    <a:pt x="3011" y="159"/>
                    <a:pt x="2240" y="516"/>
                    <a:pt x="1513" y="873"/>
                  </a:cubicBezTo>
                  <a:cubicBezTo>
                    <a:pt x="928" y="1172"/>
                    <a:pt x="357" y="1472"/>
                    <a:pt x="1" y="1671"/>
                  </a:cubicBezTo>
                  <a:lnTo>
                    <a:pt x="158" y="1757"/>
                  </a:lnTo>
                  <a:cubicBezTo>
                    <a:pt x="514" y="1557"/>
                    <a:pt x="1085" y="1243"/>
                    <a:pt x="1670" y="958"/>
                  </a:cubicBezTo>
                  <a:cubicBezTo>
                    <a:pt x="2397" y="601"/>
                    <a:pt x="3168" y="245"/>
                    <a:pt x="3596" y="159"/>
                  </a:cubicBezTo>
                  <a:cubicBezTo>
                    <a:pt x="3710" y="116"/>
                    <a:pt x="3795" y="116"/>
                    <a:pt x="3881" y="102"/>
                  </a:cubicBezTo>
                  <a:cubicBezTo>
                    <a:pt x="3958" y="85"/>
                    <a:pt x="4034" y="77"/>
                    <a:pt x="4110" y="77"/>
                  </a:cubicBezTo>
                  <a:cubicBezTo>
                    <a:pt x="4287" y="77"/>
                    <a:pt x="4458" y="122"/>
                    <a:pt x="4608" y="202"/>
                  </a:cubicBezTo>
                  <a:lnTo>
                    <a:pt x="4452" y="116"/>
                  </a:lnTo>
                  <a:cubicBezTo>
                    <a:pt x="4293" y="43"/>
                    <a:pt x="4104" y="0"/>
                    <a:pt x="3918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6589075" y="1826450"/>
              <a:ext cx="124825" cy="76350"/>
            </a:xfrm>
            <a:custGeom>
              <a:avLst/>
              <a:gdLst/>
              <a:ahLst/>
              <a:cxnLst/>
              <a:rect l="l" t="t" r="r" b="b"/>
              <a:pathLst>
                <a:path w="4993" h="3054" extrusionOk="0">
                  <a:moveTo>
                    <a:pt x="4822" y="1"/>
                  </a:moveTo>
                  <a:lnTo>
                    <a:pt x="585" y="2454"/>
                  </a:lnTo>
                  <a:cubicBezTo>
                    <a:pt x="371" y="2583"/>
                    <a:pt x="157" y="2768"/>
                    <a:pt x="0" y="2954"/>
                  </a:cubicBezTo>
                  <a:lnTo>
                    <a:pt x="157" y="3054"/>
                  </a:lnTo>
                  <a:cubicBezTo>
                    <a:pt x="314" y="2854"/>
                    <a:pt x="514" y="2697"/>
                    <a:pt x="742" y="2554"/>
                  </a:cubicBezTo>
                  <a:lnTo>
                    <a:pt x="4993" y="86"/>
                  </a:lnTo>
                  <a:lnTo>
                    <a:pt x="4822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6579425" y="182075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37" y="1"/>
                  </a:moveTo>
                  <a:lnTo>
                    <a:pt x="600" y="2454"/>
                  </a:lnTo>
                  <a:cubicBezTo>
                    <a:pt x="386" y="2583"/>
                    <a:pt x="172" y="2754"/>
                    <a:pt x="1" y="2954"/>
                  </a:cubicBezTo>
                  <a:lnTo>
                    <a:pt x="172" y="3039"/>
                  </a:lnTo>
                  <a:cubicBezTo>
                    <a:pt x="329" y="2854"/>
                    <a:pt x="529" y="2682"/>
                    <a:pt x="757" y="2540"/>
                  </a:cubicBezTo>
                  <a:lnTo>
                    <a:pt x="4994" y="86"/>
                  </a:lnTo>
                  <a:lnTo>
                    <a:pt x="4837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6570150" y="181540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37" y="1"/>
                  </a:moveTo>
                  <a:lnTo>
                    <a:pt x="586" y="2454"/>
                  </a:lnTo>
                  <a:cubicBezTo>
                    <a:pt x="372" y="2583"/>
                    <a:pt x="158" y="2754"/>
                    <a:pt x="1" y="2954"/>
                  </a:cubicBezTo>
                  <a:lnTo>
                    <a:pt x="158" y="3039"/>
                  </a:lnTo>
                  <a:cubicBezTo>
                    <a:pt x="315" y="2854"/>
                    <a:pt x="515" y="2682"/>
                    <a:pt x="757" y="2540"/>
                  </a:cubicBezTo>
                  <a:lnTo>
                    <a:pt x="4994" y="86"/>
                  </a:lnTo>
                  <a:lnTo>
                    <a:pt x="4837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6560900" y="1810050"/>
              <a:ext cx="124825" cy="76000"/>
            </a:xfrm>
            <a:custGeom>
              <a:avLst/>
              <a:gdLst/>
              <a:ahLst/>
              <a:cxnLst/>
              <a:rect l="l" t="t" r="r" b="b"/>
              <a:pathLst>
                <a:path w="4993" h="3040" extrusionOk="0">
                  <a:moveTo>
                    <a:pt x="4836" y="1"/>
                  </a:moveTo>
                  <a:lnTo>
                    <a:pt x="585" y="2454"/>
                  </a:lnTo>
                  <a:cubicBezTo>
                    <a:pt x="371" y="2583"/>
                    <a:pt x="157" y="2754"/>
                    <a:pt x="0" y="2954"/>
                  </a:cubicBezTo>
                  <a:lnTo>
                    <a:pt x="157" y="3039"/>
                  </a:lnTo>
                  <a:cubicBezTo>
                    <a:pt x="314" y="2854"/>
                    <a:pt x="514" y="2683"/>
                    <a:pt x="742" y="2540"/>
                  </a:cubicBezTo>
                  <a:lnTo>
                    <a:pt x="4993" y="86"/>
                  </a:lnTo>
                  <a:lnTo>
                    <a:pt x="4836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6551625" y="180435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22" y="0"/>
                  </a:moveTo>
                  <a:lnTo>
                    <a:pt x="585" y="2468"/>
                  </a:lnTo>
                  <a:cubicBezTo>
                    <a:pt x="371" y="2597"/>
                    <a:pt x="157" y="2768"/>
                    <a:pt x="0" y="2968"/>
                  </a:cubicBezTo>
                  <a:lnTo>
                    <a:pt x="157" y="3053"/>
                  </a:lnTo>
                  <a:cubicBezTo>
                    <a:pt x="314" y="2853"/>
                    <a:pt x="514" y="2697"/>
                    <a:pt x="742" y="2554"/>
                  </a:cubicBezTo>
                  <a:lnTo>
                    <a:pt x="4993" y="100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542700" y="179935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22" y="1"/>
                  </a:moveTo>
                  <a:lnTo>
                    <a:pt x="585" y="2454"/>
                  </a:lnTo>
                  <a:cubicBezTo>
                    <a:pt x="371" y="2583"/>
                    <a:pt x="157" y="2754"/>
                    <a:pt x="1" y="2954"/>
                  </a:cubicBezTo>
                  <a:lnTo>
                    <a:pt x="157" y="3039"/>
                  </a:lnTo>
                  <a:cubicBezTo>
                    <a:pt x="314" y="2854"/>
                    <a:pt x="514" y="2683"/>
                    <a:pt x="742" y="2540"/>
                  </a:cubicBezTo>
                  <a:lnTo>
                    <a:pt x="4993" y="86"/>
                  </a:lnTo>
                  <a:lnTo>
                    <a:pt x="4822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533075" y="179400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36" y="1"/>
                  </a:moveTo>
                  <a:lnTo>
                    <a:pt x="600" y="2454"/>
                  </a:lnTo>
                  <a:cubicBezTo>
                    <a:pt x="371" y="2583"/>
                    <a:pt x="172" y="2754"/>
                    <a:pt x="0" y="2954"/>
                  </a:cubicBezTo>
                  <a:lnTo>
                    <a:pt x="172" y="3039"/>
                  </a:lnTo>
                  <a:cubicBezTo>
                    <a:pt x="328" y="2854"/>
                    <a:pt x="528" y="2683"/>
                    <a:pt x="756" y="2540"/>
                  </a:cubicBezTo>
                  <a:lnTo>
                    <a:pt x="4993" y="86"/>
                  </a:lnTo>
                  <a:lnTo>
                    <a:pt x="4836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523800" y="178865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36" y="1"/>
                  </a:moveTo>
                  <a:lnTo>
                    <a:pt x="585" y="2454"/>
                  </a:lnTo>
                  <a:cubicBezTo>
                    <a:pt x="371" y="2583"/>
                    <a:pt x="157" y="2754"/>
                    <a:pt x="0" y="2954"/>
                  </a:cubicBezTo>
                  <a:lnTo>
                    <a:pt x="157" y="3039"/>
                  </a:lnTo>
                  <a:cubicBezTo>
                    <a:pt x="329" y="2854"/>
                    <a:pt x="514" y="2683"/>
                    <a:pt x="757" y="2540"/>
                  </a:cubicBezTo>
                  <a:lnTo>
                    <a:pt x="4993" y="86"/>
                  </a:lnTo>
                  <a:lnTo>
                    <a:pt x="4836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514525" y="1783300"/>
              <a:ext cx="124850" cy="76000"/>
            </a:xfrm>
            <a:custGeom>
              <a:avLst/>
              <a:gdLst/>
              <a:ahLst/>
              <a:cxnLst/>
              <a:rect l="l" t="t" r="r" b="b"/>
              <a:pathLst>
                <a:path w="4994" h="3040" extrusionOk="0">
                  <a:moveTo>
                    <a:pt x="4822" y="1"/>
                  </a:moveTo>
                  <a:lnTo>
                    <a:pt x="585" y="2454"/>
                  </a:lnTo>
                  <a:cubicBezTo>
                    <a:pt x="371" y="2583"/>
                    <a:pt x="158" y="2754"/>
                    <a:pt x="1" y="2954"/>
                  </a:cubicBezTo>
                  <a:lnTo>
                    <a:pt x="158" y="3039"/>
                  </a:lnTo>
                  <a:cubicBezTo>
                    <a:pt x="314" y="2854"/>
                    <a:pt x="514" y="2683"/>
                    <a:pt x="742" y="2540"/>
                  </a:cubicBezTo>
                  <a:lnTo>
                    <a:pt x="4993" y="86"/>
                  </a:lnTo>
                  <a:lnTo>
                    <a:pt x="4822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505250" y="177760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22" y="0"/>
                  </a:moveTo>
                  <a:lnTo>
                    <a:pt x="586" y="2468"/>
                  </a:lnTo>
                  <a:cubicBezTo>
                    <a:pt x="372" y="2597"/>
                    <a:pt x="158" y="2768"/>
                    <a:pt x="1" y="2968"/>
                  </a:cubicBezTo>
                  <a:lnTo>
                    <a:pt x="158" y="3053"/>
                  </a:lnTo>
                  <a:cubicBezTo>
                    <a:pt x="315" y="2854"/>
                    <a:pt x="514" y="2697"/>
                    <a:pt x="742" y="2554"/>
                  </a:cubicBezTo>
                  <a:lnTo>
                    <a:pt x="4994" y="100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5625" y="177190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36" y="0"/>
                  </a:moveTo>
                  <a:lnTo>
                    <a:pt x="600" y="2468"/>
                  </a:lnTo>
                  <a:cubicBezTo>
                    <a:pt x="386" y="2597"/>
                    <a:pt x="172" y="2768"/>
                    <a:pt x="1" y="2967"/>
                  </a:cubicBezTo>
                  <a:lnTo>
                    <a:pt x="172" y="3053"/>
                  </a:lnTo>
                  <a:cubicBezTo>
                    <a:pt x="329" y="2853"/>
                    <a:pt x="528" y="2696"/>
                    <a:pt x="757" y="2554"/>
                  </a:cubicBezTo>
                  <a:lnTo>
                    <a:pt x="4993" y="100"/>
                  </a:lnTo>
                  <a:lnTo>
                    <a:pt x="4836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86350" y="176655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37" y="0"/>
                  </a:moveTo>
                  <a:lnTo>
                    <a:pt x="585" y="2468"/>
                  </a:lnTo>
                  <a:cubicBezTo>
                    <a:pt x="372" y="2597"/>
                    <a:pt x="158" y="2768"/>
                    <a:pt x="1" y="2967"/>
                  </a:cubicBezTo>
                  <a:lnTo>
                    <a:pt x="158" y="3053"/>
                  </a:lnTo>
                  <a:cubicBezTo>
                    <a:pt x="329" y="2853"/>
                    <a:pt x="514" y="2696"/>
                    <a:pt x="757" y="2554"/>
                  </a:cubicBezTo>
                  <a:lnTo>
                    <a:pt x="4994" y="86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77075" y="176120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37" y="0"/>
                  </a:moveTo>
                  <a:lnTo>
                    <a:pt x="586" y="2468"/>
                  </a:lnTo>
                  <a:cubicBezTo>
                    <a:pt x="372" y="2597"/>
                    <a:pt x="158" y="2768"/>
                    <a:pt x="1" y="2967"/>
                  </a:cubicBezTo>
                  <a:lnTo>
                    <a:pt x="158" y="3053"/>
                  </a:lnTo>
                  <a:cubicBezTo>
                    <a:pt x="315" y="2853"/>
                    <a:pt x="514" y="2696"/>
                    <a:pt x="743" y="2554"/>
                  </a:cubicBezTo>
                  <a:lnTo>
                    <a:pt x="4994" y="100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467800" y="175585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23" y="0"/>
                  </a:moveTo>
                  <a:lnTo>
                    <a:pt x="586" y="2468"/>
                  </a:lnTo>
                  <a:cubicBezTo>
                    <a:pt x="372" y="2597"/>
                    <a:pt x="158" y="2768"/>
                    <a:pt x="1" y="2967"/>
                  </a:cubicBezTo>
                  <a:lnTo>
                    <a:pt x="158" y="3053"/>
                  </a:lnTo>
                  <a:cubicBezTo>
                    <a:pt x="315" y="2853"/>
                    <a:pt x="514" y="2696"/>
                    <a:pt x="743" y="2554"/>
                  </a:cubicBezTo>
                  <a:lnTo>
                    <a:pt x="4994" y="100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458175" y="175050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37" y="0"/>
                  </a:moveTo>
                  <a:lnTo>
                    <a:pt x="600" y="2468"/>
                  </a:lnTo>
                  <a:cubicBezTo>
                    <a:pt x="386" y="2597"/>
                    <a:pt x="172" y="2768"/>
                    <a:pt x="1" y="2967"/>
                  </a:cubicBezTo>
                  <a:lnTo>
                    <a:pt x="172" y="3053"/>
                  </a:lnTo>
                  <a:cubicBezTo>
                    <a:pt x="329" y="2853"/>
                    <a:pt x="528" y="2696"/>
                    <a:pt x="757" y="2554"/>
                  </a:cubicBezTo>
                  <a:lnTo>
                    <a:pt x="4994" y="100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448900" y="174515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37" y="0"/>
                  </a:moveTo>
                  <a:lnTo>
                    <a:pt x="586" y="2468"/>
                  </a:lnTo>
                  <a:cubicBezTo>
                    <a:pt x="372" y="2597"/>
                    <a:pt x="158" y="2768"/>
                    <a:pt x="1" y="2968"/>
                  </a:cubicBezTo>
                  <a:lnTo>
                    <a:pt x="158" y="3053"/>
                  </a:lnTo>
                  <a:cubicBezTo>
                    <a:pt x="329" y="2853"/>
                    <a:pt x="514" y="2696"/>
                    <a:pt x="757" y="2554"/>
                  </a:cubicBezTo>
                  <a:lnTo>
                    <a:pt x="4994" y="100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439625" y="1739800"/>
              <a:ext cx="124850" cy="76350"/>
            </a:xfrm>
            <a:custGeom>
              <a:avLst/>
              <a:gdLst/>
              <a:ahLst/>
              <a:cxnLst/>
              <a:rect l="l" t="t" r="r" b="b"/>
              <a:pathLst>
                <a:path w="4994" h="3054" extrusionOk="0">
                  <a:moveTo>
                    <a:pt x="4823" y="0"/>
                  </a:moveTo>
                  <a:lnTo>
                    <a:pt x="586" y="2468"/>
                  </a:lnTo>
                  <a:cubicBezTo>
                    <a:pt x="372" y="2597"/>
                    <a:pt x="158" y="2768"/>
                    <a:pt x="1" y="2968"/>
                  </a:cubicBezTo>
                  <a:lnTo>
                    <a:pt x="158" y="3053"/>
                  </a:lnTo>
                  <a:cubicBezTo>
                    <a:pt x="315" y="2853"/>
                    <a:pt x="514" y="2696"/>
                    <a:pt x="743" y="2554"/>
                  </a:cubicBezTo>
                  <a:lnTo>
                    <a:pt x="4994" y="86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718525" y="1837150"/>
              <a:ext cx="24625" cy="15000"/>
            </a:xfrm>
            <a:custGeom>
              <a:avLst/>
              <a:gdLst/>
              <a:ahLst/>
              <a:cxnLst/>
              <a:rect l="l" t="t" r="r" b="b"/>
              <a:pathLst>
                <a:path w="985" h="600" extrusionOk="0">
                  <a:moveTo>
                    <a:pt x="985" y="1"/>
                  </a:moveTo>
                  <a:lnTo>
                    <a:pt x="0" y="600"/>
                  </a:lnTo>
                  <a:lnTo>
                    <a:pt x="985" y="72"/>
                  </a:lnTo>
                  <a:lnTo>
                    <a:pt x="98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701750" y="1844650"/>
              <a:ext cx="41400" cy="24975"/>
            </a:xfrm>
            <a:custGeom>
              <a:avLst/>
              <a:gdLst/>
              <a:ahLst/>
              <a:cxnLst/>
              <a:rect l="l" t="t" r="r" b="b"/>
              <a:pathLst>
                <a:path w="1656" h="999" extrusionOk="0">
                  <a:moveTo>
                    <a:pt x="1656" y="0"/>
                  </a:moveTo>
                  <a:lnTo>
                    <a:pt x="1" y="999"/>
                  </a:lnTo>
                  <a:lnTo>
                    <a:pt x="1656" y="72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315525" y="1813125"/>
              <a:ext cx="274625" cy="107875"/>
            </a:xfrm>
            <a:custGeom>
              <a:avLst/>
              <a:gdLst/>
              <a:ahLst/>
              <a:cxnLst/>
              <a:rect l="l" t="t" r="r" b="b"/>
              <a:pathLst>
                <a:path w="10985" h="4315" extrusionOk="0">
                  <a:moveTo>
                    <a:pt x="3193" y="1"/>
                  </a:moveTo>
                  <a:cubicBezTo>
                    <a:pt x="3064" y="1"/>
                    <a:pt x="2914" y="15"/>
                    <a:pt x="2739" y="49"/>
                  </a:cubicBezTo>
                  <a:cubicBezTo>
                    <a:pt x="2112" y="177"/>
                    <a:pt x="899" y="762"/>
                    <a:pt x="0" y="1247"/>
                  </a:cubicBezTo>
                  <a:cubicBezTo>
                    <a:pt x="708" y="1042"/>
                    <a:pt x="1439" y="939"/>
                    <a:pt x="2168" y="939"/>
                  </a:cubicBezTo>
                  <a:cubicBezTo>
                    <a:pt x="2909" y="939"/>
                    <a:pt x="3647" y="1046"/>
                    <a:pt x="4351" y="1261"/>
                  </a:cubicBezTo>
                  <a:cubicBezTo>
                    <a:pt x="6677" y="2017"/>
                    <a:pt x="10257" y="4200"/>
                    <a:pt x="10257" y="4200"/>
                  </a:cubicBezTo>
                  <a:cubicBezTo>
                    <a:pt x="10315" y="4193"/>
                    <a:pt x="10373" y="4190"/>
                    <a:pt x="10431" y="4190"/>
                  </a:cubicBezTo>
                  <a:cubicBezTo>
                    <a:pt x="10619" y="4190"/>
                    <a:pt x="10810" y="4227"/>
                    <a:pt x="10985" y="4314"/>
                  </a:cubicBezTo>
                  <a:lnTo>
                    <a:pt x="3752" y="120"/>
                  </a:lnTo>
                  <a:cubicBezTo>
                    <a:pt x="3620" y="54"/>
                    <a:pt x="3445" y="1"/>
                    <a:pt x="3193" y="1"/>
                  </a:cubicBez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760250" y="1155925"/>
              <a:ext cx="146950" cy="111050"/>
            </a:xfrm>
            <a:custGeom>
              <a:avLst/>
              <a:gdLst/>
              <a:ahLst/>
              <a:cxnLst/>
              <a:rect l="l" t="t" r="r" b="b"/>
              <a:pathLst>
                <a:path w="5878" h="4442" extrusionOk="0">
                  <a:moveTo>
                    <a:pt x="3351" y="0"/>
                  </a:moveTo>
                  <a:cubicBezTo>
                    <a:pt x="3304" y="0"/>
                    <a:pt x="3257" y="1"/>
                    <a:pt x="3210" y="3"/>
                  </a:cubicBezTo>
                  <a:cubicBezTo>
                    <a:pt x="2811" y="31"/>
                    <a:pt x="2440" y="117"/>
                    <a:pt x="2055" y="160"/>
                  </a:cubicBezTo>
                  <a:cubicBezTo>
                    <a:pt x="1641" y="203"/>
                    <a:pt x="1099" y="374"/>
                    <a:pt x="699" y="388"/>
                  </a:cubicBezTo>
                  <a:cubicBezTo>
                    <a:pt x="571" y="388"/>
                    <a:pt x="443" y="417"/>
                    <a:pt x="343" y="459"/>
                  </a:cubicBezTo>
                  <a:cubicBezTo>
                    <a:pt x="143" y="588"/>
                    <a:pt x="29" y="802"/>
                    <a:pt x="15" y="1016"/>
                  </a:cubicBezTo>
                  <a:cubicBezTo>
                    <a:pt x="0" y="1330"/>
                    <a:pt x="15" y="1643"/>
                    <a:pt x="86" y="1943"/>
                  </a:cubicBezTo>
                  <a:cubicBezTo>
                    <a:pt x="143" y="2171"/>
                    <a:pt x="171" y="2385"/>
                    <a:pt x="214" y="2599"/>
                  </a:cubicBezTo>
                  <a:cubicBezTo>
                    <a:pt x="214" y="2713"/>
                    <a:pt x="243" y="2813"/>
                    <a:pt x="300" y="2927"/>
                  </a:cubicBezTo>
                  <a:cubicBezTo>
                    <a:pt x="443" y="3198"/>
                    <a:pt x="870" y="3384"/>
                    <a:pt x="1142" y="3512"/>
                  </a:cubicBezTo>
                  <a:cubicBezTo>
                    <a:pt x="1341" y="3584"/>
                    <a:pt x="1527" y="3669"/>
                    <a:pt x="1726" y="3726"/>
                  </a:cubicBezTo>
                  <a:lnTo>
                    <a:pt x="1783" y="3526"/>
                  </a:lnTo>
                  <a:cubicBezTo>
                    <a:pt x="1783" y="3526"/>
                    <a:pt x="1923" y="3400"/>
                    <a:pt x="2354" y="3400"/>
                  </a:cubicBezTo>
                  <a:cubicBezTo>
                    <a:pt x="2570" y="3400"/>
                    <a:pt x="2858" y="3431"/>
                    <a:pt x="3239" y="3526"/>
                  </a:cubicBezTo>
                  <a:cubicBezTo>
                    <a:pt x="4408" y="3812"/>
                    <a:pt x="4423" y="4168"/>
                    <a:pt x="4423" y="4168"/>
                  </a:cubicBezTo>
                  <a:cubicBezTo>
                    <a:pt x="4408" y="4268"/>
                    <a:pt x="4365" y="4354"/>
                    <a:pt x="4351" y="4439"/>
                  </a:cubicBezTo>
                  <a:cubicBezTo>
                    <a:pt x="4365" y="4441"/>
                    <a:pt x="4379" y="4442"/>
                    <a:pt x="4392" y="4442"/>
                  </a:cubicBezTo>
                  <a:cubicBezTo>
                    <a:pt x="4737" y="4442"/>
                    <a:pt x="4928" y="3928"/>
                    <a:pt x="5079" y="3626"/>
                  </a:cubicBezTo>
                  <a:cubicBezTo>
                    <a:pt x="5321" y="3084"/>
                    <a:pt x="5521" y="2528"/>
                    <a:pt x="5664" y="1957"/>
                  </a:cubicBezTo>
                  <a:cubicBezTo>
                    <a:pt x="5878" y="1158"/>
                    <a:pt x="5164" y="431"/>
                    <a:pt x="4380" y="160"/>
                  </a:cubicBezTo>
                  <a:cubicBezTo>
                    <a:pt x="4041" y="47"/>
                    <a:pt x="3692" y="0"/>
                    <a:pt x="3351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739550" y="1167050"/>
              <a:ext cx="51025" cy="90600"/>
            </a:xfrm>
            <a:custGeom>
              <a:avLst/>
              <a:gdLst/>
              <a:ahLst/>
              <a:cxnLst/>
              <a:rect l="l" t="t" r="r" b="b"/>
              <a:pathLst>
                <a:path w="2041" h="3624" extrusionOk="0">
                  <a:moveTo>
                    <a:pt x="2041" y="0"/>
                  </a:moveTo>
                  <a:lnTo>
                    <a:pt x="1970" y="14"/>
                  </a:lnTo>
                  <a:cubicBezTo>
                    <a:pt x="1556" y="86"/>
                    <a:pt x="1042" y="300"/>
                    <a:pt x="629" y="357"/>
                  </a:cubicBezTo>
                  <a:cubicBezTo>
                    <a:pt x="500" y="357"/>
                    <a:pt x="400" y="400"/>
                    <a:pt x="286" y="442"/>
                  </a:cubicBezTo>
                  <a:cubicBezTo>
                    <a:pt x="115" y="585"/>
                    <a:pt x="1" y="785"/>
                    <a:pt x="15" y="1013"/>
                  </a:cubicBezTo>
                  <a:cubicBezTo>
                    <a:pt x="15" y="1327"/>
                    <a:pt x="58" y="1641"/>
                    <a:pt x="144" y="1940"/>
                  </a:cubicBezTo>
                  <a:lnTo>
                    <a:pt x="315" y="2582"/>
                  </a:lnTo>
                  <a:cubicBezTo>
                    <a:pt x="329" y="2696"/>
                    <a:pt x="358" y="2796"/>
                    <a:pt x="429" y="2910"/>
                  </a:cubicBezTo>
                  <a:cubicBezTo>
                    <a:pt x="600" y="3181"/>
                    <a:pt x="1042" y="3338"/>
                    <a:pt x="1328" y="3438"/>
                  </a:cubicBezTo>
                  <a:cubicBezTo>
                    <a:pt x="1513" y="3509"/>
                    <a:pt x="1713" y="3567"/>
                    <a:pt x="1927" y="3624"/>
                  </a:cubicBezTo>
                  <a:lnTo>
                    <a:pt x="1970" y="3424"/>
                  </a:lnTo>
                  <a:cubicBezTo>
                    <a:pt x="1898" y="2925"/>
                    <a:pt x="1898" y="2440"/>
                    <a:pt x="1955" y="1969"/>
                  </a:cubicBezTo>
                  <a:cubicBezTo>
                    <a:pt x="2027" y="1184"/>
                    <a:pt x="2041" y="0"/>
                    <a:pt x="2041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710675" y="1210200"/>
              <a:ext cx="90975" cy="73450"/>
            </a:xfrm>
            <a:custGeom>
              <a:avLst/>
              <a:gdLst/>
              <a:ahLst/>
              <a:cxnLst/>
              <a:rect l="l" t="t" r="r" b="b"/>
              <a:pathLst>
                <a:path w="3639" h="2938" extrusionOk="0">
                  <a:moveTo>
                    <a:pt x="2996" y="0"/>
                  </a:moveTo>
                  <a:lnTo>
                    <a:pt x="0" y="72"/>
                  </a:lnTo>
                  <a:lnTo>
                    <a:pt x="514" y="1997"/>
                  </a:lnTo>
                  <a:lnTo>
                    <a:pt x="728" y="2582"/>
                  </a:lnTo>
                  <a:cubicBezTo>
                    <a:pt x="799" y="2654"/>
                    <a:pt x="871" y="2711"/>
                    <a:pt x="956" y="2753"/>
                  </a:cubicBezTo>
                  <a:cubicBezTo>
                    <a:pt x="1214" y="2878"/>
                    <a:pt x="1490" y="2938"/>
                    <a:pt x="1763" y="2938"/>
                  </a:cubicBezTo>
                  <a:cubicBezTo>
                    <a:pt x="2306" y="2938"/>
                    <a:pt x="2840" y="2700"/>
                    <a:pt x="3210" y="2254"/>
                  </a:cubicBezTo>
                  <a:cubicBezTo>
                    <a:pt x="3367" y="2069"/>
                    <a:pt x="3638" y="1783"/>
                    <a:pt x="3638" y="1783"/>
                  </a:cubicBezTo>
                  <a:lnTo>
                    <a:pt x="2996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567650" y="1068600"/>
              <a:ext cx="229700" cy="168750"/>
            </a:xfrm>
            <a:custGeom>
              <a:avLst/>
              <a:gdLst/>
              <a:ahLst/>
              <a:cxnLst/>
              <a:rect l="l" t="t" r="r" b="b"/>
              <a:pathLst>
                <a:path w="9188" h="6750" extrusionOk="0">
                  <a:moveTo>
                    <a:pt x="72" y="1"/>
                  </a:moveTo>
                  <a:lnTo>
                    <a:pt x="72" y="1"/>
                  </a:lnTo>
                  <a:cubicBezTo>
                    <a:pt x="1" y="586"/>
                    <a:pt x="87" y="1813"/>
                    <a:pt x="857" y="2526"/>
                  </a:cubicBezTo>
                  <a:cubicBezTo>
                    <a:pt x="1627" y="3239"/>
                    <a:pt x="3425" y="4209"/>
                    <a:pt x="4166" y="4637"/>
                  </a:cubicBezTo>
                  <a:cubicBezTo>
                    <a:pt x="5137" y="5179"/>
                    <a:pt x="5778" y="6363"/>
                    <a:pt x="5778" y="6363"/>
                  </a:cubicBezTo>
                  <a:cubicBezTo>
                    <a:pt x="5778" y="6363"/>
                    <a:pt x="6104" y="6750"/>
                    <a:pt x="6996" y="6750"/>
                  </a:cubicBezTo>
                  <a:cubicBezTo>
                    <a:pt x="7160" y="6750"/>
                    <a:pt x="7343" y="6737"/>
                    <a:pt x="7547" y="6706"/>
                  </a:cubicBezTo>
                  <a:cubicBezTo>
                    <a:pt x="8475" y="6563"/>
                    <a:pt x="8874" y="6206"/>
                    <a:pt x="9002" y="5935"/>
                  </a:cubicBezTo>
                  <a:cubicBezTo>
                    <a:pt x="9002" y="5935"/>
                    <a:pt x="9045" y="5507"/>
                    <a:pt x="9074" y="5279"/>
                  </a:cubicBezTo>
                  <a:cubicBezTo>
                    <a:pt x="9188" y="4566"/>
                    <a:pt x="9188" y="3853"/>
                    <a:pt x="9088" y="3139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552600" y="1045825"/>
              <a:ext cx="267225" cy="131225"/>
            </a:xfrm>
            <a:custGeom>
              <a:avLst/>
              <a:gdLst/>
              <a:ahLst/>
              <a:cxnLst/>
              <a:rect l="l" t="t" r="r" b="b"/>
              <a:pathLst>
                <a:path w="10689" h="5249" extrusionOk="0">
                  <a:moveTo>
                    <a:pt x="2408" y="1"/>
                  </a:moveTo>
                  <a:cubicBezTo>
                    <a:pt x="1" y="1"/>
                    <a:pt x="539" y="1536"/>
                    <a:pt x="1530" y="2296"/>
                  </a:cubicBezTo>
                  <a:cubicBezTo>
                    <a:pt x="2301" y="2881"/>
                    <a:pt x="4255" y="3779"/>
                    <a:pt x="5739" y="4635"/>
                  </a:cubicBezTo>
                  <a:cubicBezTo>
                    <a:pt x="6473" y="5067"/>
                    <a:pt x="7165" y="5249"/>
                    <a:pt x="7766" y="5249"/>
                  </a:cubicBezTo>
                  <a:cubicBezTo>
                    <a:pt x="8356" y="5249"/>
                    <a:pt x="8859" y="5075"/>
                    <a:pt x="9234" y="4792"/>
                  </a:cubicBezTo>
                  <a:cubicBezTo>
                    <a:pt x="10689" y="3708"/>
                    <a:pt x="8164" y="2538"/>
                    <a:pt x="7122" y="2124"/>
                  </a:cubicBezTo>
                  <a:cubicBezTo>
                    <a:pt x="6081" y="1711"/>
                    <a:pt x="4911" y="142"/>
                    <a:pt x="2800" y="13"/>
                  </a:cubicBezTo>
                  <a:cubicBezTo>
                    <a:pt x="2661" y="5"/>
                    <a:pt x="2530" y="1"/>
                    <a:pt x="2408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721025" y="1236225"/>
              <a:ext cx="497875" cy="501450"/>
            </a:xfrm>
            <a:custGeom>
              <a:avLst/>
              <a:gdLst/>
              <a:ahLst/>
              <a:cxnLst/>
              <a:rect l="l" t="t" r="r" b="b"/>
              <a:pathLst>
                <a:path w="19915" h="20058" extrusionOk="0">
                  <a:moveTo>
                    <a:pt x="2982" y="1"/>
                  </a:moveTo>
                  <a:cubicBezTo>
                    <a:pt x="2888" y="427"/>
                    <a:pt x="1579" y="854"/>
                    <a:pt x="706" y="854"/>
                  </a:cubicBezTo>
                  <a:cubicBezTo>
                    <a:pt x="383" y="854"/>
                    <a:pt x="120" y="796"/>
                    <a:pt x="0" y="657"/>
                  </a:cubicBezTo>
                  <a:lnTo>
                    <a:pt x="0" y="657"/>
                  </a:lnTo>
                  <a:cubicBezTo>
                    <a:pt x="927" y="5265"/>
                    <a:pt x="1783" y="11256"/>
                    <a:pt x="2511" y="12497"/>
                  </a:cubicBezTo>
                  <a:cubicBezTo>
                    <a:pt x="2939" y="13210"/>
                    <a:pt x="3367" y="13510"/>
                    <a:pt x="5064" y="14295"/>
                  </a:cubicBezTo>
                  <a:cubicBezTo>
                    <a:pt x="6733" y="15079"/>
                    <a:pt x="13552" y="18260"/>
                    <a:pt x="16705" y="20058"/>
                  </a:cubicBezTo>
                  <a:lnTo>
                    <a:pt x="19915" y="16820"/>
                  </a:lnTo>
                  <a:cubicBezTo>
                    <a:pt x="18916" y="15079"/>
                    <a:pt x="17818" y="13011"/>
                    <a:pt x="13196" y="11998"/>
                  </a:cubicBezTo>
                  <a:cubicBezTo>
                    <a:pt x="12268" y="11784"/>
                    <a:pt x="9372" y="11356"/>
                    <a:pt x="7475" y="11071"/>
                  </a:cubicBezTo>
                  <a:cubicBezTo>
                    <a:pt x="6905" y="8160"/>
                    <a:pt x="2982" y="1"/>
                    <a:pt x="2982" y="1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795900" y="1241625"/>
              <a:ext cx="74575" cy="59175"/>
            </a:xfrm>
            <a:custGeom>
              <a:avLst/>
              <a:gdLst/>
              <a:ahLst/>
              <a:cxnLst/>
              <a:rect l="l" t="t" r="r" b="b"/>
              <a:pathLst>
                <a:path w="2983" h="2367" extrusionOk="0">
                  <a:moveTo>
                    <a:pt x="922" y="0"/>
                  </a:moveTo>
                  <a:cubicBezTo>
                    <a:pt x="491" y="0"/>
                    <a:pt x="357" y="127"/>
                    <a:pt x="357" y="127"/>
                  </a:cubicBezTo>
                  <a:lnTo>
                    <a:pt x="300" y="312"/>
                  </a:lnTo>
                  <a:lnTo>
                    <a:pt x="1" y="1496"/>
                  </a:lnTo>
                  <a:lnTo>
                    <a:pt x="2583" y="2367"/>
                  </a:lnTo>
                  <a:cubicBezTo>
                    <a:pt x="2583" y="2310"/>
                    <a:pt x="2740" y="1639"/>
                    <a:pt x="2911" y="1026"/>
                  </a:cubicBezTo>
                  <a:cubicBezTo>
                    <a:pt x="2939" y="940"/>
                    <a:pt x="2954" y="855"/>
                    <a:pt x="2982" y="769"/>
                  </a:cubicBezTo>
                  <a:cubicBezTo>
                    <a:pt x="2982" y="769"/>
                    <a:pt x="2939" y="412"/>
                    <a:pt x="1813" y="127"/>
                  </a:cubicBezTo>
                  <a:cubicBezTo>
                    <a:pt x="1427" y="32"/>
                    <a:pt x="1137" y="0"/>
                    <a:pt x="922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681425" y="1272825"/>
              <a:ext cx="423350" cy="525850"/>
            </a:xfrm>
            <a:custGeom>
              <a:avLst/>
              <a:gdLst/>
              <a:ahLst/>
              <a:cxnLst/>
              <a:rect l="l" t="t" r="r" b="b"/>
              <a:pathLst>
                <a:path w="16934" h="21034" extrusionOk="0">
                  <a:moveTo>
                    <a:pt x="4899" y="1"/>
                  </a:moveTo>
                  <a:cubicBezTo>
                    <a:pt x="4672" y="1"/>
                    <a:pt x="4498" y="34"/>
                    <a:pt x="4423" y="106"/>
                  </a:cubicBezTo>
                  <a:cubicBezTo>
                    <a:pt x="4423" y="106"/>
                    <a:pt x="1" y="13016"/>
                    <a:pt x="1156" y="14571"/>
                  </a:cubicBezTo>
                  <a:cubicBezTo>
                    <a:pt x="2326" y="16112"/>
                    <a:pt x="8360" y="19236"/>
                    <a:pt x="13596" y="21033"/>
                  </a:cubicBezTo>
                  <a:lnTo>
                    <a:pt x="16934" y="13187"/>
                  </a:lnTo>
                  <a:cubicBezTo>
                    <a:pt x="16934" y="13187"/>
                    <a:pt x="15537" y="12344"/>
                    <a:pt x="13630" y="12344"/>
                  </a:cubicBezTo>
                  <a:cubicBezTo>
                    <a:pt x="13032" y="12344"/>
                    <a:pt x="12384" y="12427"/>
                    <a:pt x="11713" y="12645"/>
                  </a:cubicBezTo>
                  <a:cubicBezTo>
                    <a:pt x="9887" y="12146"/>
                    <a:pt x="8032" y="11789"/>
                    <a:pt x="6163" y="11575"/>
                  </a:cubicBezTo>
                  <a:cubicBezTo>
                    <a:pt x="7247" y="9435"/>
                    <a:pt x="7033" y="4656"/>
                    <a:pt x="7290" y="1033"/>
                  </a:cubicBezTo>
                  <a:cubicBezTo>
                    <a:pt x="7335" y="459"/>
                    <a:pt x="5747" y="1"/>
                    <a:pt x="4899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681425" y="1272825"/>
              <a:ext cx="423350" cy="525850"/>
            </a:xfrm>
            <a:custGeom>
              <a:avLst/>
              <a:gdLst/>
              <a:ahLst/>
              <a:cxnLst/>
              <a:rect l="l" t="t" r="r" b="b"/>
              <a:pathLst>
                <a:path w="16934" h="21034" extrusionOk="0">
                  <a:moveTo>
                    <a:pt x="4899" y="1"/>
                  </a:moveTo>
                  <a:cubicBezTo>
                    <a:pt x="4672" y="1"/>
                    <a:pt x="4498" y="34"/>
                    <a:pt x="4423" y="106"/>
                  </a:cubicBezTo>
                  <a:cubicBezTo>
                    <a:pt x="4423" y="106"/>
                    <a:pt x="1" y="13016"/>
                    <a:pt x="1156" y="14571"/>
                  </a:cubicBezTo>
                  <a:cubicBezTo>
                    <a:pt x="2326" y="16112"/>
                    <a:pt x="8360" y="19236"/>
                    <a:pt x="13596" y="21033"/>
                  </a:cubicBezTo>
                  <a:lnTo>
                    <a:pt x="16934" y="13187"/>
                  </a:lnTo>
                  <a:cubicBezTo>
                    <a:pt x="16934" y="13187"/>
                    <a:pt x="15537" y="12344"/>
                    <a:pt x="13630" y="12344"/>
                  </a:cubicBezTo>
                  <a:cubicBezTo>
                    <a:pt x="13032" y="12344"/>
                    <a:pt x="12384" y="12427"/>
                    <a:pt x="11713" y="12645"/>
                  </a:cubicBezTo>
                  <a:cubicBezTo>
                    <a:pt x="9887" y="12146"/>
                    <a:pt x="8032" y="11789"/>
                    <a:pt x="6163" y="11575"/>
                  </a:cubicBezTo>
                  <a:cubicBezTo>
                    <a:pt x="7247" y="9435"/>
                    <a:pt x="7033" y="4656"/>
                    <a:pt x="7290" y="1033"/>
                  </a:cubicBezTo>
                  <a:cubicBezTo>
                    <a:pt x="7335" y="459"/>
                    <a:pt x="5747" y="1"/>
                    <a:pt x="4899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992050" y="1438700"/>
              <a:ext cx="471350" cy="393075"/>
            </a:xfrm>
            <a:custGeom>
              <a:avLst/>
              <a:gdLst/>
              <a:ahLst/>
              <a:cxnLst/>
              <a:rect l="l" t="t" r="r" b="b"/>
              <a:pathLst>
                <a:path w="18854" h="15723" extrusionOk="0">
                  <a:moveTo>
                    <a:pt x="15006" y="0"/>
                  </a:moveTo>
                  <a:cubicBezTo>
                    <a:pt x="14277" y="0"/>
                    <a:pt x="13424" y="181"/>
                    <a:pt x="12440" y="589"/>
                  </a:cubicBezTo>
                  <a:cubicBezTo>
                    <a:pt x="10643" y="1317"/>
                    <a:pt x="9915" y="1531"/>
                    <a:pt x="9045" y="1959"/>
                  </a:cubicBezTo>
                  <a:cubicBezTo>
                    <a:pt x="8075" y="2458"/>
                    <a:pt x="7790" y="3128"/>
                    <a:pt x="7133" y="4070"/>
                  </a:cubicBezTo>
                  <a:cubicBezTo>
                    <a:pt x="6578" y="4663"/>
                    <a:pt x="6011" y="4955"/>
                    <a:pt x="5631" y="4955"/>
                  </a:cubicBezTo>
                  <a:cubicBezTo>
                    <a:pt x="5582" y="4955"/>
                    <a:pt x="5536" y="4950"/>
                    <a:pt x="5493" y="4940"/>
                  </a:cubicBezTo>
                  <a:cubicBezTo>
                    <a:pt x="5476" y="4939"/>
                    <a:pt x="5457" y="4938"/>
                    <a:pt x="5438" y="4938"/>
                  </a:cubicBezTo>
                  <a:cubicBezTo>
                    <a:pt x="4735" y="4938"/>
                    <a:pt x="2422" y="5931"/>
                    <a:pt x="1270" y="8193"/>
                  </a:cubicBezTo>
                  <a:cubicBezTo>
                    <a:pt x="1" y="10675"/>
                    <a:pt x="243" y="13171"/>
                    <a:pt x="1071" y="14569"/>
                  </a:cubicBezTo>
                  <a:cubicBezTo>
                    <a:pt x="2715" y="15072"/>
                    <a:pt x="4612" y="15723"/>
                    <a:pt x="7542" y="15723"/>
                  </a:cubicBezTo>
                  <a:cubicBezTo>
                    <a:pt x="8019" y="15723"/>
                    <a:pt x="8524" y="15706"/>
                    <a:pt x="9059" y="15668"/>
                  </a:cubicBezTo>
                  <a:cubicBezTo>
                    <a:pt x="10800" y="15539"/>
                    <a:pt x="13367" y="13913"/>
                    <a:pt x="14437" y="12872"/>
                  </a:cubicBezTo>
                  <a:cubicBezTo>
                    <a:pt x="16834" y="10518"/>
                    <a:pt x="17676" y="8606"/>
                    <a:pt x="18260" y="5739"/>
                  </a:cubicBezTo>
                  <a:cubicBezTo>
                    <a:pt x="18854" y="2897"/>
                    <a:pt x="17923" y="0"/>
                    <a:pt x="15006" y="0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362950" y="1247650"/>
              <a:ext cx="177275" cy="177625"/>
            </a:xfrm>
            <a:custGeom>
              <a:avLst/>
              <a:gdLst/>
              <a:ahLst/>
              <a:cxnLst/>
              <a:rect l="l" t="t" r="r" b="b"/>
              <a:pathLst>
                <a:path w="7091" h="7105" extrusionOk="0">
                  <a:moveTo>
                    <a:pt x="3553" y="0"/>
                  </a:moveTo>
                  <a:cubicBezTo>
                    <a:pt x="1584" y="0"/>
                    <a:pt x="1" y="1598"/>
                    <a:pt x="1" y="3552"/>
                  </a:cubicBezTo>
                  <a:cubicBezTo>
                    <a:pt x="1" y="5507"/>
                    <a:pt x="1584" y="7104"/>
                    <a:pt x="3553" y="7104"/>
                  </a:cubicBezTo>
                  <a:cubicBezTo>
                    <a:pt x="5507" y="7104"/>
                    <a:pt x="7091" y="5507"/>
                    <a:pt x="7091" y="3552"/>
                  </a:cubicBezTo>
                  <a:cubicBezTo>
                    <a:pt x="7091" y="1598"/>
                    <a:pt x="5507" y="0"/>
                    <a:pt x="3553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301975" y="1420250"/>
              <a:ext cx="105225" cy="111725"/>
            </a:xfrm>
            <a:custGeom>
              <a:avLst/>
              <a:gdLst/>
              <a:ahLst/>
              <a:cxnLst/>
              <a:rect l="l" t="t" r="r" b="b"/>
              <a:pathLst>
                <a:path w="4209" h="4469" extrusionOk="0">
                  <a:moveTo>
                    <a:pt x="1042" y="1"/>
                  </a:moveTo>
                  <a:lnTo>
                    <a:pt x="229" y="1998"/>
                  </a:lnTo>
                  <a:cubicBezTo>
                    <a:pt x="0" y="2597"/>
                    <a:pt x="172" y="3767"/>
                    <a:pt x="1669" y="4337"/>
                  </a:cubicBezTo>
                  <a:cubicBezTo>
                    <a:pt x="1883" y="4425"/>
                    <a:pt x="2106" y="4468"/>
                    <a:pt x="2326" y="4468"/>
                  </a:cubicBezTo>
                  <a:cubicBezTo>
                    <a:pt x="2679" y="4468"/>
                    <a:pt x="3026" y="4357"/>
                    <a:pt x="3324" y="4138"/>
                  </a:cubicBezTo>
                  <a:lnTo>
                    <a:pt x="4209" y="2868"/>
                  </a:lnTo>
                  <a:lnTo>
                    <a:pt x="1042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303050" y="1380675"/>
              <a:ext cx="38900" cy="53875"/>
            </a:xfrm>
            <a:custGeom>
              <a:avLst/>
              <a:gdLst/>
              <a:ahLst/>
              <a:cxnLst/>
              <a:rect l="l" t="t" r="r" b="b"/>
              <a:pathLst>
                <a:path w="1556" h="2155" extrusionOk="0">
                  <a:moveTo>
                    <a:pt x="0" y="0"/>
                  </a:moveTo>
                  <a:cubicBezTo>
                    <a:pt x="0" y="0"/>
                    <a:pt x="186" y="956"/>
                    <a:pt x="385" y="1384"/>
                  </a:cubicBezTo>
                  <a:cubicBezTo>
                    <a:pt x="599" y="1798"/>
                    <a:pt x="985" y="2083"/>
                    <a:pt x="1427" y="2154"/>
                  </a:cubicBezTo>
                  <a:lnTo>
                    <a:pt x="1555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287000" y="1289175"/>
              <a:ext cx="41750" cy="95450"/>
            </a:xfrm>
            <a:custGeom>
              <a:avLst/>
              <a:gdLst/>
              <a:ahLst/>
              <a:cxnLst/>
              <a:rect l="l" t="t" r="r" b="b"/>
              <a:pathLst>
                <a:path w="1670" h="3818" extrusionOk="0">
                  <a:moveTo>
                    <a:pt x="1314" y="0"/>
                  </a:moveTo>
                  <a:cubicBezTo>
                    <a:pt x="1009" y="0"/>
                    <a:pt x="711" y="107"/>
                    <a:pt x="485" y="322"/>
                  </a:cubicBezTo>
                  <a:cubicBezTo>
                    <a:pt x="0" y="750"/>
                    <a:pt x="171" y="2191"/>
                    <a:pt x="642" y="3646"/>
                  </a:cubicBezTo>
                  <a:lnTo>
                    <a:pt x="1669" y="3817"/>
                  </a:lnTo>
                  <a:lnTo>
                    <a:pt x="1555" y="22"/>
                  </a:lnTo>
                  <a:cubicBezTo>
                    <a:pt x="1475" y="8"/>
                    <a:pt x="1394" y="0"/>
                    <a:pt x="1314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276300" y="1256950"/>
              <a:ext cx="245750" cy="246500"/>
            </a:xfrm>
            <a:custGeom>
              <a:avLst/>
              <a:gdLst/>
              <a:ahLst/>
              <a:cxnLst/>
              <a:rect l="l" t="t" r="r" b="b"/>
              <a:pathLst>
                <a:path w="9830" h="9860" extrusionOk="0">
                  <a:moveTo>
                    <a:pt x="6289" y="1"/>
                  </a:moveTo>
                  <a:cubicBezTo>
                    <a:pt x="5434" y="1"/>
                    <a:pt x="4565" y="219"/>
                    <a:pt x="3880" y="598"/>
                  </a:cubicBezTo>
                  <a:cubicBezTo>
                    <a:pt x="1855" y="1697"/>
                    <a:pt x="2540" y="4321"/>
                    <a:pt x="2540" y="4321"/>
                  </a:cubicBezTo>
                  <a:cubicBezTo>
                    <a:pt x="2411" y="3908"/>
                    <a:pt x="2326" y="3622"/>
                    <a:pt x="2069" y="3337"/>
                  </a:cubicBezTo>
                  <a:cubicBezTo>
                    <a:pt x="1960" y="3209"/>
                    <a:pt x="1708" y="3103"/>
                    <a:pt x="1422" y="3103"/>
                  </a:cubicBezTo>
                  <a:cubicBezTo>
                    <a:pt x="1073" y="3103"/>
                    <a:pt x="673" y="3260"/>
                    <a:pt x="414" y="3722"/>
                  </a:cubicBezTo>
                  <a:cubicBezTo>
                    <a:pt x="0" y="4507"/>
                    <a:pt x="542" y="5577"/>
                    <a:pt x="1113" y="5948"/>
                  </a:cubicBezTo>
                  <a:cubicBezTo>
                    <a:pt x="1170" y="5976"/>
                    <a:pt x="1241" y="6019"/>
                    <a:pt x="1313" y="6048"/>
                  </a:cubicBezTo>
                  <a:cubicBezTo>
                    <a:pt x="1500" y="6135"/>
                    <a:pt x="1687" y="6179"/>
                    <a:pt x="1884" y="6179"/>
                  </a:cubicBezTo>
                  <a:cubicBezTo>
                    <a:pt x="1912" y="6179"/>
                    <a:pt x="1940" y="6178"/>
                    <a:pt x="1969" y="6176"/>
                  </a:cubicBezTo>
                  <a:cubicBezTo>
                    <a:pt x="1981" y="6177"/>
                    <a:pt x="1993" y="6177"/>
                    <a:pt x="2005" y="6177"/>
                  </a:cubicBezTo>
                  <a:cubicBezTo>
                    <a:pt x="2277" y="6177"/>
                    <a:pt x="2529" y="6022"/>
                    <a:pt x="2625" y="5762"/>
                  </a:cubicBezTo>
                  <a:lnTo>
                    <a:pt x="2625" y="5762"/>
                  </a:lnTo>
                  <a:lnTo>
                    <a:pt x="2525" y="6861"/>
                  </a:lnTo>
                  <a:lnTo>
                    <a:pt x="2268" y="9728"/>
                  </a:lnTo>
                  <a:cubicBezTo>
                    <a:pt x="2411" y="9728"/>
                    <a:pt x="2554" y="9714"/>
                    <a:pt x="2682" y="9685"/>
                  </a:cubicBezTo>
                  <a:cubicBezTo>
                    <a:pt x="3096" y="9614"/>
                    <a:pt x="3481" y="9528"/>
                    <a:pt x="3880" y="9400"/>
                  </a:cubicBezTo>
                  <a:cubicBezTo>
                    <a:pt x="4237" y="9300"/>
                    <a:pt x="4480" y="9186"/>
                    <a:pt x="4480" y="9186"/>
                  </a:cubicBezTo>
                  <a:cubicBezTo>
                    <a:pt x="4950" y="9386"/>
                    <a:pt x="5421" y="9543"/>
                    <a:pt x="5920" y="9671"/>
                  </a:cubicBezTo>
                  <a:cubicBezTo>
                    <a:pt x="5920" y="9671"/>
                    <a:pt x="6798" y="9859"/>
                    <a:pt x="7319" y="9859"/>
                  </a:cubicBezTo>
                  <a:cubicBezTo>
                    <a:pt x="7354" y="9859"/>
                    <a:pt x="7387" y="9858"/>
                    <a:pt x="7418" y="9856"/>
                  </a:cubicBezTo>
                  <a:cubicBezTo>
                    <a:pt x="8260" y="9785"/>
                    <a:pt x="8816" y="9157"/>
                    <a:pt x="9116" y="8287"/>
                  </a:cubicBezTo>
                  <a:cubicBezTo>
                    <a:pt x="9615" y="6875"/>
                    <a:pt x="9829" y="5734"/>
                    <a:pt x="9672" y="2881"/>
                  </a:cubicBezTo>
                  <a:cubicBezTo>
                    <a:pt x="9550" y="820"/>
                    <a:pt x="7945" y="1"/>
                    <a:pt x="6289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316950" y="1208600"/>
              <a:ext cx="236475" cy="179475"/>
            </a:xfrm>
            <a:custGeom>
              <a:avLst/>
              <a:gdLst/>
              <a:ahLst/>
              <a:cxnLst/>
              <a:rect l="l" t="t" r="r" b="b"/>
              <a:pathLst>
                <a:path w="9459" h="7179" extrusionOk="0">
                  <a:moveTo>
                    <a:pt x="5547" y="0"/>
                  </a:moveTo>
                  <a:cubicBezTo>
                    <a:pt x="5316" y="0"/>
                    <a:pt x="5087" y="61"/>
                    <a:pt x="4865" y="121"/>
                  </a:cubicBezTo>
                  <a:cubicBezTo>
                    <a:pt x="4409" y="264"/>
                    <a:pt x="3938" y="407"/>
                    <a:pt x="3481" y="535"/>
                  </a:cubicBezTo>
                  <a:cubicBezTo>
                    <a:pt x="2654" y="749"/>
                    <a:pt x="1784" y="835"/>
                    <a:pt x="1013" y="1205"/>
                  </a:cubicBezTo>
                  <a:cubicBezTo>
                    <a:pt x="842" y="1305"/>
                    <a:pt x="685" y="1419"/>
                    <a:pt x="543" y="1562"/>
                  </a:cubicBezTo>
                  <a:cubicBezTo>
                    <a:pt x="357" y="1805"/>
                    <a:pt x="272" y="2061"/>
                    <a:pt x="272" y="2347"/>
                  </a:cubicBezTo>
                  <a:cubicBezTo>
                    <a:pt x="257" y="2703"/>
                    <a:pt x="400" y="3031"/>
                    <a:pt x="329" y="3374"/>
                  </a:cubicBezTo>
                  <a:cubicBezTo>
                    <a:pt x="272" y="3631"/>
                    <a:pt x="215" y="3887"/>
                    <a:pt x="157" y="4173"/>
                  </a:cubicBezTo>
                  <a:cubicBezTo>
                    <a:pt x="100" y="4458"/>
                    <a:pt x="58" y="4743"/>
                    <a:pt x="1" y="5043"/>
                  </a:cubicBezTo>
                  <a:cubicBezTo>
                    <a:pt x="343" y="5128"/>
                    <a:pt x="628" y="5328"/>
                    <a:pt x="928" y="6241"/>
                  </a:cubicBezTo>
                  <a:cubicBezTo>
                    <a:pt x="971" y="6441"/>
                    <a:pt x="985" y="6626"/>
                    <a:pt x="999" y="6826"/>
                  </a:cubicBezTo>
                  <a:cubicBezTo>
                    <a:pt x="999" y="6969"/>
                    <a:pt x="999" y="7083"/>
                    <a:pt x="1128" y="7154"/>
                  </a:cubicBezTo>
                  <a:cubicBezTo>
                    <a:pt x="1159" y="7171"/>
                    <a:pt x="1193" y="7179"/>
                    <a:pt x="1229" y="7179"/>
                  </a:cubicBezTo>
                  <a:cubicBezTo>
                    <a:pt x="1342" y="7179"/>
                    <a:pt x="1469" y="7108"/>
                    <a:pt x="1555" y="7054"/>
                  </a:cubicBezTo>
                  <a:cubicBezTo>
                    <a:pt x="1655" y="7012"/>
                    <a:pt x="1769" y="6940"/>
                    <a:pt x="1855" y="6840"/>
                  </a:cubicBezTo>
                  <a:cubicBezTo>
                    <a:pt x="2540" y="6270"/>
                    <a:pt x="2982" y="5485"/>
                    <a:pt x="3125" y="4615"/>
                  </a:cubicBezTo>
                  <a:cubicBezTo>
                    <a:pt x="3139" y="4601"/>
                    <a:pt x="3139" y="4558"/>
                    <a:pt x="3139" y="4544"/>
                  </a:cubicBezTo>
                  <a:cubicBezTo>
                    <a:pt x="3182" y="4444"/>
                    <a:pt x="3196" y="4330"/>
                    <a:pt x="3196" y="4201"/>
                  </a:cubicBezTo>
                  <a:cubicBezTo>
                    <a:pt x="3813" y="4407"/>
                    <a:pt x="4471" y="4522"/>
                    <a:pt x="5133" y="4522"/>
                  </a:cubicBezTo>
                  <a:cubicBezTo>
                    <a:pt x="5343" y="4522"/>
                    <a:pt x="5554" y="4511"/>
                    <a:pt x="5764" y="4487"/>
                  </a:cubicBezTo>
                  <a:cubicBezTo>
                    <a:pt x="6391" y="4444"/>
                    <a:pt x="7005" y="4315"/>
                    <a:pt x="7604" y="4087"/>
                  </a:cubicBezTo>
                  <a:cubicBezTo>
                    <a:pt x="8118" y="3873"/>
                    <a:pt x="8674" y="3631"/>
                    <a:pt x="9073" y="3245"/>
                  </a:cubicBezTo>
                  <a:cubicBezTo>
                    <a:pt x="9216" y="3117"/>
                    <a:pt x="9344" y="2946"/>
                    <a:pt x="9401" y="2746"/>
                  </a:cubicBezTo>
                  <a:cubicBezTo>
                    <a:pt x="9459" y="2447"/>
                    <a:pt x="9316" y="2133"/>
                    <a:pt x="9045" y="1976"/>
                  </a:cubicBezTo>
                  <a:cubicBezTo>
                    <a:pt x="8844" y="1864"/>
                    <a:pt x="8617" y="1805"/>
                    <a:pt x="8384" y="1805"/>
                  </a:cubicBezTo>
                  <a:cubicBezTo>
                    <a:pt x="8319" y="1805"/>
                    <a:pt x="8254" y="1810"/>
                    <a:pt x="8189" y="1819"/>
                  </a:cubicBezTo>
                  <a:cubicBezTo>
                    <a:pt x="8260" y="1377"/>
                    <a:pt x="8046" y="920"/>
                    <a:pt x="7633" y="706"/>
                  </a:cubicBezTo>
                  <a:cubicBezTo>
                    <a:pt x="7432" y="596"/>
                    <a:pt x="7232" y="542"/>
                    <a:pt x="7031" y="542"/>
                  </a:cubicBezTo>
                  <a:cubicBezTo>
                    <a:pt x="6787" y="542"/>
                    <a:pt x="6541" y="621"/>
                    <a:pt x="6292" y="778"/>
                  </a:cubicBezTo>
                  <a:cubicBezTo>
                    <a:pt x="6406" y="464"/>
                    <a:pt x="6149" y="121"/>
                    <a:pt x="5835" y="36"/>
                  </a:cubicBezTo>
                  <a:cubicBezTo>
                    <a:pt x="5739" y="11"/>
                    <a:pt x="5643" y="0"/>
                    <a:pt x="5547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295550" y="1267900"/>
              <a:ext cx="34975" cy="27550"/>
            </a:xfrm>
            <a:custGeom>
              <a:avLst/>
              <a:gdLst/>
              <a:ahLst/>
              <a:cxnLst/>
              <a:rect l="l" t="t" r="r" b="b"/>
              <a:pathLst>
                <a:path w="1399" h="1102" extrusionOk="0">
                  <a:moveTo>
                    <a:pt x="601" y="1"/>
                  </a:moveTo>
                  <a:cubicBezTo>
                    <a:pt x="364" y="1"/>
                    <a:pt x="126" y="128"/>
                    <a:pt x="1" y="360"/>
                  </a:cubicBezTo>
                  <a:lnTo>
                    <a:pt x="1199" y="1102"/>
                  </a:lnTo>
                  <a:cubicBezTo>
                    <a:pt x="1399" y="759"/>
                    <a:pt x="1285" y="317"/>
                    <a:pt x="971" y="103"/>
                  </a:cubicBezTo>
                  <a:cubicBezTo>
                    <a:pt x="942" y="103"/>
                    <a:pt x="942" y="89"/>
                    <a:pt x="928" y="89"/>
                  </a:cubicBezTo>
                  <a:cubicBezTo>
                    <a:pt x="827" y="29"/>
                    <a:pt x="714" y="1"/>
                    <a:pt x="60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6343350" y="1442000"/>
              <a:ext cx="62775" cy="62450"/>
            </a:xfrm>
            <a:custGeom>
              <a:avLst/>
              <a:gdLst/>
              <a:ahLst/>
              <a:cxnLst/>
              <a:rect l="l" t="t" r="r" b="b"/>
              <a:pathLst>
                <a:path w="2511" h="2498" extrusionOk="0">
                  <a:moveTo>
                    <a:pt x="0" y="1"/>
                  </a:moveTo>
                  <a:cubicBezTo>
                    <a:pt x="0" y="1"/>
                    <a:pt x="157" y="985"/>
                    <a:pt x="514" y="1499"/>
                  </a:cubicBezTo>
                  <a:cubicBezTo>
                    <a:pt x="642" y="1684"/>
                    <a:pt x="1198" y="2198"/>
                    <a:pt x="2211" y="2497"/>
                  </a:cubicBezTo>
                  <a:lnTo>
                    <a:pt x="2511" y="2055"/>
                  </a:lnTo>
                  <a:lnTo>
                    <a:pt x="1798" y="1784"/>
                  </a:lnTo>
                  <a:cubicBezTo>
                    <a:pt x="1512" y="1684"/>
                    <a:pt x="1227" y="1527"/>
                    <a:pt x="985" y="1342"/>
                  </a:cubicBezTo>
                  <a:cubicBezTo>
                    <a:pt x="585" y="1042"/>
                    <a:pt x="86" y="258"/>
                    <a:pt x="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6423575" y="1389225"/>
              <a:ext cx="19650" cy="18600"/>
            </a:xfrm>
            <a:custGeom>
              <a:avLst/>
              <a:gdLst/>
              <a:ahLst/>
              <a:cxnLst/>
              <a:rect l="l" t="t" r="r" b="b"/>
              <a:pathLst>
                <a:path w="786" h="744" extrusionOk="0">
                  <a:moveTo>
                    <a:pt x="415" y="0"/>
                  </a:moveTo>
                  <a:cubicBezTo>
                    <a:pt x="215" y="0"/>
                    <a:pt x="29" y="143"/>
                    <a:pt x="15" y="329"/>
                  </a:cubicBezTo>
                  <a:cubicBezTo>
                    <a:pt x="1" y="543"/>
                    <a:pt x="158" y="728"/>
                    <a:pt x="358" y="742"/>
                  </a:cubicBezTo>
                  <a:cubicBezTo>
                    <a:pt x="367" y="743"/>
                    <a:pt x="376" y="743"/>
                    <a:pt x="384" y="743"/>
                  </a:cubicBezTo>
                  <a:cubicBezTo>
                    <a:pt x="586" y="743"/>
                    <a:pt x="744" y="591"/>
                    <a:pt x="771" y="400"/>
                  </a:cubicBezTo>
                  <a:cubicBezTo>
                    <a:pt x="786" y="186"/>
                    <a:pt x="629" y="15"/>
                    <a:pt x="41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6411825" y="1356225"/>
              <a:ext cx="23200" cy="14125"/>
            </a:xfrm>
            <a:custGeom>
              <a:avLst/>
              <a:gdLst/>
              <a:ahLst/>
              <a:cxnLst/>
              <a:rect l="l" t="t" r="r" b="b"/>
              <a:pathLst>
                <a:path w="928" h="565" extrusionOk="0">
                  <a:moveTo>
                    <a:pt x="482" y="1"/>
                  </a:moveTo>
                  <a:cubicBezTo>
                    <a:pt x="454" y="1"/>
                    <a:pt x="427" y="3"/>
                    <a:pt x="400" y="8"/>
                  </a:cubicBezTo>
                  <a:cubicBezTo>
                    <a:pt x="143" y="65"/>
                    <a:pt x="0" y="322"/>
                    <a:pt x="57" y="564"/>
                  </a:cubicBezTo>
                  <a:lnTo>
                    <a:pt x="927" y="350"/>
                  </a:lnTo>
                  <a:lnTo>
                    <a:pt x="927" y="336"/>
                  </a:lnTo>
                  <a:cubicBezTo>
                    <a:pt x="890" y="135"/>
                    <a:pt x="686" y="1"/>
                    <a:pt x="482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6425375" y="1455200"/>
              <a:ext cx="23200" cy="16275"/>
            </a:xfrm>
            <a:custGeom>
              <a:avLst/>
              <a:gdLst/>
              <a:ahLst/>
              <a:cxnLst/>
              <a:rect l="l" t="t" r="r" b="b"/>
              <a:pathLst>
                <a:path w="928" h="651" extrusionOk="0">
                  <a:moveTo>
                    <a:pt x="100" y="1"/>
                  </a:moveTo>
                  <a:cubicBezTo>
                    <a:pt x="0" y="229"/>
                    <a:pt x="100" y="500"/>
                    <a:pt x="343" y="614"/>
                  </a:cubicBezTo>
                  <a:lnTo>
                    <a:pt x="357" y="614"/>
                  </a:lnTo>
                  <a:cubicBezTo>
                    <a:pt x="413" y="639"/>
                    <a:pt x="472" y="650"/>
                    <a:pt x="529" y="650"/>
                  </a:cubicBezTo>
                  <a:cubicBezTo>
                    <a:pt x="702" y="650"/>
                    <a:pt x="863" y="543"/>
                    <a:pt x="927" y="371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6495625" y="1351375"/>
              <a:ext cx="22850" cy="16475"/>
            </a:xfrm>
            <a:custGeom>
              <a:avLst/>
              <a:gdLst/>
              <a:ahLst/>
              <a:cxnLst/>
              <a:rect l="l" t="t" r="r" b="b"/>
              <a:pathLst>
                <a:path w="914" h="659" extrusionOk="0">
                  <a:moveTo>
                    <a:pt x="411" y="0"/>
                  </a:moveTo>
                  <a:cubicBezTo>
                    <a:pt x="242" y="0"/>
                    <a:pt x="76" y="97"/>
                    <a:pt x="1" y="259"/>
                  </a:cubicBezTo>
                  <a:lnTo>
                    <a:pt x="828" y="659"/>
                  </a:lnTo>
                  <a:cubicBezTo>
                    <a:pt x="914" y="416"/>
                    <a:pt x="828" y="159"/>
                    <a:pt x="600" y="31"/>
                  </a:cubicBezTo>
                  <a:lnTo>
                    <a:pt x="571" y="31"/>
                  </a:lnTo>
                  <a:cubicBezTo>
                    <a:pt x="519" y="10"/>
                    <a:pt x="465" y="0"/>
                    <a:pt x="411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6487425" y="1385650"/>
              <a:ext cx="19625" cy="18750"/>
            </a:xfrm>
            <a:custGeom>
              <a:avLst/>
              <a:gdLst/>
              <a:ahLst/>
              <a:cxnLst/>
              <a:rect l="l" t="t" r="r" b="b"/>
              <a:pathLst>
                <a:path w="785" h="750" extrusionOk="0">
                  <a:moveTo>
                    <a:pt x="428" y="1"/>
                  </a:moveTo>
                  <a:cubicBezTo>
                    <a:pt x="229" y="1"/>
                    <a:pt x="43" y="143"/>
                    <a:pt x="29" y="329"/>
                  </a:cubicBezTo>
                  <a:cubicBezTo>
                    <a:pt x="0" y="543"/>
                    <a:pt x="157" y="728"/>
                    <a:pt x="357" y="743"/>
                  </a:cubicBezTo>
                  <a:cubicBezTo>
                    <a:pt x="380" y="747"/>
                    <a:pt x="402" y="749"/>
                    <a:pt x="423" y="749"/>
                  </a:cubicBezTo>
                  <a:cubicBezTo>
                    <a:pt x="605" y="749"/>
                    <a:pt x="744" y="595"/>
                    <a:pt x="756" y="429"/>
                  </a:cubicBezTo>
                  <a:cubicBezTo>
                    <a:pt x="785" y="229"/>
                    <a:pt x="642" y="29"/>
                    <a:pt x="428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6457825" y="1389225"/>
              <a:ext cx="33900" cy="55300"/>
            </a:xfrm>
            <a:custGeom>
              <a:avLst/>
              <a:gdLst/>
              <a:ahLst/>
              <a:cxnLst/>
              <a:rect l="l" t="t" r="r" b="b"/>
              <a:pathLst>
                <a:path w="1356" h="2212" extrusionOk="0">
                  <a:moveTo>
                    <a:pt x="357" y="0"/>
                  </a:moveTo>
                  <a:lnTo>
                    <a:pt x="0" y="2212"/>
                  </a:lnTo>
                  <a:lnTo>
                    <a:pt x="1356" y="215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6662875" y="1760125"/>
              <a:ext cx="43675" cy="68950"/>
            </a:xfrm>
            <a:custGeom>
              <a:avLst/>
              <a:gdLst/>
              <a:ahLst/>
              <a:cxnLst/>
              <a:rect l="l" t="t" r="r" b="b"/>
              <a:pathLst>
                <a:path w="1747" h="2758" extrusionOk="0">
                  <a:moveTo>
                    <a:pt x="343" y="0"/>
                  </a:moveTo>
                  <a:lnTo>
                    <a:pt x="1" y="971"/>
                  </a:lnTo>
                  <a:lnTo>
                    <a:pt x="415" y="1213"/>
                  </a:lnTo>
                  <a:cubicBezTo>
                    <a:pt x="572" y="1441"/>
                    <a:pt x="629" y="1855"/>
                    <a:pt x="843" y="2240"/>
                  </a:cubicBezTo>
                  <a:cubicBezTo>
                    <a:pt x="1035" y="2610"/>
                    <a:pt x="1323" y="2758"/>
                    <a:pt x="1513" y="2758"/>
                  </a:cubicBezTo>
                  <a:cubicBezTo>
                    <a:pt x="1659" y="2758"/>
                    <a:pt x="1747" y="2669"/>
                    <a:pt x="1684" y="2525"/>
                  </a:cubicBezTo>
                  <a:cubicBezTo>
                    <a:pt x="1513" y="2155"/>
                    <a:pt x="1570" y="1541"/>
                    <a:pt x="1342" y="999"/>
                  </a:cubicBezTo>
                  <a:cubicBezTo>
                    <a:pt x="1171" y="614"/>
                    <a:pt x="843" y="329"/>
                    <a:pt x="343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6078375" y="1489800"/>
              <a:ext cx="358075" cy="535200"/>
            </a:xfrm>
            <a:custGeom>
              <a:avLst/>
              <a:gdLst/>
              <a:ahLst/>
              <a:cxnLst/>
              <a:rect l="l" t="t" r="r" b="b"/>
              <a:pathLst>
                <a:path w="14323" h="21408" extrusionOk="0">
                  <a:moveTo>
                    <a:pt x="5906" y="0"/>
                  </a:moveTo>
                  <a:cubicBezTo>
                    <a:pt x="3481" y="585"/>
                    <a:pt x="2996" y="1698"/>
                    <a:pt x="1997" y="5207"/>
                  </a:cubicBezTo>
                  <a:cubicBezTo>
                    <a:pt x="1355" y="7490"/>
                    <a:pt x="271" y="12597"/>
                    <a:pt x="171" y="13609"/>
                  </a:cubicBezTo>
                  <a:cubicBezTo>
                    <a:pt x="0" y="14965"/>
                    <a:pt x="29" y="15065"/>
                    <a:pt x="1384" y="15978"/>
                  </a:cubicBezTo>
                  <a:cubicBezTo>
                    <a:pt x="2625" y="16833"/>
                    <a:pt x="9401" y="20600"/>
                    <a:pt x="10942" y="21113"/>
                  </a:cubicBezTo>
                  <a:cubicBezTo>
                    <a:pt x="11628" y="21344"/>
                    <a:pt x="12382" y="21408"/>
                    <a:pt x="13003" y="21408"/>
                  </a:cubicBezTo>
                  <a:cubicBezTo>
                    <a:pt x="13761" y="21408"/>
                    <a:pt x="14322" y="21313"/>
                    <a:pt x="14322" y="21313"/>
                  </a:cubicBezTo>
                  <a:lnTo>
                    <a:pt x="11555" y="19701"/>
                  </a:lnTo>
                  <a:cubicBezTo>
                    <a:pt x="11555" y="19701"/>
                    <a:pt x="11783" y="19615"/>
                    <a:pt x="12482" y="19415"/>
                  </a:cubicBezTo>
                  <a:cubicBezTo>
                    <a:pt x="13181" y="19202"/>
                    <a:pt x="13538" y="19102"/>
                    <a:pt x="13795" y="18845"/>
                  </a:cubicBezTo>
                  <a:cubicBezTo>
                    <a:pt x="14011" y="18628"/>
                    <a:pt x="13875" y="18377"/>
                    <a:pt x="13263" y="18377"/>
                  </a:cubicBezTo>
                  <a:cubicBezTo>
                    <a:pt x="13190" y="18377"/>
                    <a:pt x="13111" y="18381"/>
                    <a:pt x="13024" y="18388"/>
                  </a:cubicBezTo>
                  <a:cubicBezTo>
                    <a:pt x="12969" y="18393"/>
                    <a:pt x="12912" y="18395"/>
                    <a:pt x="12855" y="18395"/>
                  </a:cubicBezTo>
                  <a:cubicBezTo>
                    <a:pt x="12168" y="18395"/>
                    <a:pt x="11366" y="18077"/>
                    <a:pt x="10516" y="18077"/>
                  </a:cubicBezTo>
                  <a:cubicBezTo>
                    <a:pt x="10383" y="18077"/>
                    <a:pt x="10249" y="18085"/>
                    <a:pt x="10114" y="18103"/>
                  </a:cubicBezTo>
                  <a:lnTo>
                    <a:pt x="4665" y="13609"/>
                  </a:lnTo>
                  <a:lnTo>
                    <a:pt x="6377" y="6177"/>
                  </a:lnTo>
                  <a:cubicBezTo>
                    <a:pt x="6377" y="6177"/>
                    <a:pt x="7832" y="1056"/>
                    <a:pt x="590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6099050" y="1478025"/>
              <a:ext cx="175475" cy="266750"/>
            </a:xfrm>
            <a:custGeom>
              <a:avLst/>
              <a:gdLst/>
              <a:ahLst/>
              <a:cxnLst/>
              <a:rect l="l" t="t" r="r" b="b"/>
              <a:pathLst>
                <a:path w="7019" h="10670" extrusionOk="0">
                  <a:moveTo>
                    <a:pt x="5564" y="1"/>
                  </a:moveTo>
                  <a:cubicBezTo>
                    <a:pt x="3082" y="671"/>
                    <a:pt x="2026" y="1484"/>
                    <a:pt x="1498" y="3039"/>
                  </a:cubicBezTo>
                  <a:cubicBezTo>
                    <a:pt x="956" y="4551"/>
                    <a:pt x="0" y="9302"/>
                    <a:pt x="0" y="9302"/>
                  </a:cubicBezTo>
                  <a:cubicBezTo>
                    <a:pt x="0" y="9302"/>
                    <a:pt x="771" y="10086"/>
                    <a:pt x="2269" y="10486"/>
                  </a:cubicBezTo>
                  <a:cubicBezTo>
                    <a:pt x="2768" y="10624"/>
                    <a:pt x="3209" y="10669"/>
                    <a:pt x="3574" y="10669"/>
                  </a:cubicBezTo>
                  <a:cubicBezTo>
                    <a:pt x="4305" y="10669"/>
                    <a:pt x="4737" y="10486"/>
                    <a:pt x="4737" y="10486"/>
                  </a:cubicBezTo>
                  <a:cubicBezTo>
                    <a:pt x="4737" y="10486"/>
                    <a:pt x="6077" y="5621"/>
                    <a:pt x="6334" y="4523"/>
                  </a:cubicBezTo>
                  <a:cubicBezTo>
                    <a:pt x="7019" y="1484"/>
                    <a:pt x="5564" y="1"/>
                    <a:pt x="5564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"/>
          <p:cNvSpPr txBox="1">
            <a:spLocks noGrp="1"/>
          </p:cNvSpPr>
          <p:nvPr>
            <p:ph type="ctrTitle" idx="2"/>
          </p:nvPr>
        </p:nvSpPr>
        <p:spPr>
          <a:xfrm>
            <a:off x="662150" y="319574"/>
            <a:ext cx="78198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rgbClr val="002D4F"/>
                </a:solidFill>
              </a:rPr>
              <a:t>Common nouns </a:t>
            </a:r>
            <a:r>
              <a:rPr lang="en-GB">
                <a:solidFill>
                  <a:srgbClr val="005EA6"/>
                </a:solidFill>
              </a:rPr>
              <a:t>are words for </a:t>
            </a:r>
            <a:r>
              <a:rPr lang="en-GB" u="sng">
                <a:solidFill>
                  <a:srgbClr val="002D4F"/>
                </a:solidFill>
              </a:rPr>
              <a:t>people, animals, places, or things.</a:t>
            </a:r>
            <a:endParaRPr u="sng">
              <a:solidFill>
                <a:srgbClr val="002D4F"/>
              </a:solidFill>
            </a:endParaRPr>
          </a:p>
        </p:txBody>
      </p:sp>
      <p:sp>
        <p:nvSpPr>
          <p:cNvPr id="361" name="Google Shape;361;p5"/>
          <p:cNvSpPr txBox="1">
            <a:spLocks noGrp="1"/>
          </p:cNvSpPr>
          <p:nvPr>
            <p:ph type="ctrTitle" idx="4"/>
          </p:nvPr>
        </p:nvSpPr>
        <p:spPr>
          <a:xfrm>
            <a:off x="1136924" y="3609400"/>
            <a:ext cx="2295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400"/>
              <a:t>Teacher</a:t>
            </a:r>
            <a:endParaRPr sz="2400"/>
          </a:p>
        </p:txBody>
      </p:sp>
      <p:grpSp>
        <p:nvGrpSpPr>
          <p:cNvPr id="362" name="Google Shape;362;p5"/>
          <p:cNvGrpSpPr/>
          <p:nvPr/>
        </p:nvGrpSpPr>
        <p:grpSpPr>
          <a:xfrm>
            <a:off x="4751228" y="1871636"/>
            <a:ext cx="461367" cy="339513"/>
            <a:chOff x="-41526450" y="3653375"/>
            <a:chExt cx="315875" cy="247350"/>
          </a:xfrm>
        </p:grpSpPr>
        <p:sp>
          <p:nvSpPr>
            <p:cNvPr id="363" name="Google Shape;363;p5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5"/>
          <p:cNvSpPr txBox="1"/>
          <p:nvPr/>
        </p:nvSpPr>
        <p:spPr>
          <a:xfrm>
            <a:off x="3996820" y="3611718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Cat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2418" y="2311468"/>
            <a:ext cx="1199931" cy="119993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"/>
          <p:cNvSpPr txBox="1"/>
          <p:nvPr/>
        </p:nvSpPr>
        <p:spPr>
          <a:xfrm>
            <a:off x="6257864" y="3609393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5275" y="23018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8475" y="2363543"/>
            <a:ext cx="1093457" cy="109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e477aaf6a_0_0"/>
          <p:cNvSpPr txBox="1">
            <a:spLocks noGrp="1"/>
          </p:cNvSpPr>
          <p:nvPr>
            <p:ph type="ctrTitle" idx="8"/>
          </p:nvPr>
        </p:nvSpPr>
        <p:spPr>
          <a:xfrm>
            <a:off x="1152000" y="5181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/>
              <a:t>VOCABULARY </a:t>
            </a:r>
            <a:r>
              <a:rPr lang="en-GB">
                <a:solidFill>
                  <a:srgbClr val="005EA6"/>
                </a:solidFill>
              </a:rPr>
              <a:t>RACE</a:t>
            </a:r>
            <a:endParaRPr>
              <a:solidFill>
                <a:srgbClr val="005EA6"/>
              </a:solidFill>
            </a:endParaRPr>
          </a:p>
        </p:txBody>
      </p:sp>
      <p:sp>
        <p:nvSpPr>
          <p:cNvPr id="375" name="Google Shape;375;g36e477aaf6a_0_0"/>
          <p:cNvSpPr txBox="1">
            <a:spLocks noGrp="1"/>
          </p:cNvSpPr>
          <p:nvPr>
            <p:ph type="ctrTitle"/>
          </p:nvPr>
        </p:nvSpPr>
        <p:spPr>
          <a:xfrm>
            <a:off x="216950" y="3276587"/>
            <a:ext cx="2364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800"/>
              <a:t>JOBS</a:t>
            </a:r>
            <a:endParaRPr sz="2800"/>
          </a:p>
        </p:txBody>
      </p:sp>
      <p:pic>
        <p:nvPicPr>
          <p:cNvPr id="376" name="Google Shape;376;g36e477aaf6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466" y="2093908"/>
            <a:ext cx="979214" cy="97921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6e477aaf6a_0_0"/>
          <p:cNvSpPr txBox="1"/>
          <p:nvPr/>
        </p:nvSpPr>
        <p:spPr>
          <a:xfrm>
            <a:off x="2216553" y="3276587"/>
            <a:ext cx="2364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8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ANIMALS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6e477aaf6a_0_0"/>
          <p:cNvSpPr txBox="1"/>
          <p:nvPr/>
        </p:nvSpPr>
        <p:spPr>
          <a:xfrm>
            <a:off x="4216156" y="3276587"/>
            <a:ext cx="2364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8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PLACES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6e477aaf6a_0_0"/>
          <p:cNvSpPr txBox="1"/>
          <p:nvPr/>
        </p:nvSpPr>
        <p:spPr>
          <a:xfrm>
            <a:off x="6215758" y="3276587"/>
            <a:ext cx="23883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8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36e477aaf6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9289" y="2064906"/>
            <a:ext cx="979214" cy="97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6e477aaf6a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2112" y="2064906"/>
            <a:ext cx="1037219" cy="103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6e477aaf6a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5003" y="1866913"/>
            <a:ext cx="1409674" cy="14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"/>
          <p:cNvSpPr txBox="1">
            <a:spLocks noGrp="1"/>
          </p:cNvSpPr>
          <p:nvPr>
            <p:ph type="ctrTitle" idx="2"/>
          </p:nvPr>
        </p:nvSpPr>
        <p:spPr>
          <a:xfrm>
            <a:off x="0" y="199949"/>
            <a:ext cx="9144000" cy="1219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Proper nouns are names for particular people, animals, places, or things</a:t>
            </a:r>
            <a:r>
              <a:rPr lang="en-GB"/>
              <a:t>.</a:t>
            </a:r>
            <a:endParaRPr/>
          </a:p>
        </p:txBody>
      </p:sp>
      <p:sp>
        <p:nvSpPr>
          <p:cNvPr id="388" name="Google Shape;388;p7"/>
          <p:cNvSpPr txBox="1">
            <a:spLocks noGrp="1"/>
          </p:cNvSpPr>
          <p:nvPr>
            <p:ph type="ctrTitle" idx="4"/>
          </p:nvPr>
        </p:nvSpPr>
        <p:spPr>
          <a:xfrm>
            <a:off x="917099" y="3621928"/>
            <a:ext cx="259170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400"/>
              <a:t>Ms. Jane</a:t>
            </a:r>
            <a:endParaRPr sz="2400"/>
          </a:p>
        </p:txBody>
      </p:sp>
      <p:grpSp>
        <p:nvGrpSpPr>
          <p:cNvPr id="389" name="Google Shape;389;p7"/>
          <p:cNvGrpSpPr/>
          <p:nvPr/>
        </p:nvGrpSpPr>
        <p:grpSpPr>
          <a:xfrm>
            <a:off x="4751228" y="1871636"/>
            <a:ext cx="461367" cy="339513"/>
            <a:chOff x="-41526450" y="3653375"/>
            <a:chExt cx="315875" cy="247350"/>
          </a:xfrm>
        </p:grpSpPr>
        <p:sp>
          <p:nvSpPr>
            <p:cNvPr id="390" name="Google Shape;390;p7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7"/>
          <p:cNvSpPr txBox="1"/>
          <p:nvPr/>
        </p:nvSpPr>
        <p:spPr>
          <a:xfrm>
            <a:off x="3996820" y="3611718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Milo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2418" y="2311468"/>
            <a:ext cx="1199931" cy="119993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7"/>
          <p:cNvSpPr txBox="1"/>
          <p:nvPr/>
        </p:nvSpPr>
        <p:spPr>
          <a:xfrm>
            <a:off x="6257864" y="3609393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LangGo</a:t>
            </a:r>
            <a:endParaRPr sz="2400" b="0" i="0" u="none" strike="noStrike" cap="none">
              <a:solidFill>
                <a:srgbClr val="00477D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395" name="Google Shape;39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350" y="230184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2750" y="2363543"/>
            <a:ext cx="1093450" cy="10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e477aaf6a_0_176"/>
          <p:cNvSpPr txBox="1">
            <a:spLocks noGrp="1"/>
          </p:cNvSpPr>
          <p:nvPr>
            <p:ph type="ctrTitle" idx="8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dirty="0"/>
              <a:t>VOCABULARY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RACE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2" name="Google Shape;402;g36e477aaf6a_0_176"/>
          <p:cNvSpPr txBox="1">
            <a:spLocks noGrp="1"/>
          </p:cNvSpPr>
          <p:nvPr>
            <p:ph type="ctrTitle"/>
          </p:nvPr>
        </p:nvSpPr>
        <p:spPr>
          <a:xfrm>
            <a:off x="216949" y="3031654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COUNTRIES</a:t>
            </a:r>
            <a:endParaRPr/>
          </a:p>
        </p:txBody>
      </p:sp>
      <p:sp>
        <p:nvSpPr>
          <p:cNvPr id="403" name="Google Shape;403;g36e477aaf6a_0_176"/>
          <p:cNvSpPr txBox="1"/>
          <p:nvPr/>
        </p:nvSpPr>
        <p:spPr>
          <a:xfrm>
            <a:off x="2394455" y="3031654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0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DAYS AND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6e477aaf6a_0_176"/>
          <p:cNvSpPr txBox="1"/>
          <p:nvPr/>
        </p:nvSpPr>
        <p:spPr>
          <a:xfrm>
            <a:off x="4571961" y="3031654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0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FESTIVALS, EVENTS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e477aaf6a_0_176"/>
          <p:cNvSpPr txBox="1"/>
          <p:nvPr/>
        </p:nvSpPr>
        <p:spPr>
          <a:xfrm>
            <a:off x="6749442" y="3031651"/>
            <a:ext cx="21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0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PLACES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g36e477aaf6a_0_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684" y="1707552"/>
            <a:ext cx="1238531" cy="123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6e477aaf6a_0_1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5190" y="1707552"/>
            <a:ext cx="1238531" cy="123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6e477aaf6a_0_1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696" y="1707552"/>
            <a:ext cx="1238531" cy="123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6e477aaf6a_0_17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10202" y="1707552"/>
            <a:ext cx="1238531" cy="1238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c4cb6a6dc_0_1"/>
          <p:cNvSpPr txBox="1"/>
          <p:nvPr/>
        </p:nvSpPr>
        <p:spPr>
          <a:xfrm>
            <a:off x="1669000" y="1043350"/>
            <a:ext cx="6290700" cy="401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Ms. Maria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is my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teacher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at the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Dong Da School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My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father 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is a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doctor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at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Bach Mai Hospital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Jason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wants to become an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engineer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in the future.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chef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at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Bella Italia Restaurant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makes delicious pasta.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Ms. Lee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is the best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nurse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 have ever met.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My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cousin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works as a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photographer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in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Paris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Mr. Brown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is a famous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singer 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from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Canada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Emma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is training to be a professional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dancer.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Dr. Patel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opened a new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clinic</a:t>
            </a:r>
            <a:r>
              <a:rPr lang="en-GB" dirty="0">
                <a:latin typeface="Nunito"/>
                <a:ea typeface="Nunito"/>
                <a:cs typeface="Nunito"/>
                <a:sym typeface="Nunito"/>
              </a:rPr>
              <a:t> downtown.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5" name="Google Shape;415;g36c4cb6a6dc_0_1"/>
          <p:cNvSpPr txBox="1"/>
          <p:nvPr/>
        </p:nvSpPr>
        <p:spPr>
          <a:xfrm>
            <a:off x="825850" y="293950"/>
            <a:ext cx="8003400" cy="92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Identify which noun is proper noun, and which noun is common noun by writing P or C: </a:t>
            </a:r>
            <a:endParaRPr sz="2400" b="1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6" name="Google Shape;416;g36c4cb6a6dc_0_1"/>
          <p:cNvSpPr txBox="1"/>
          <p:nvPr/>
        </p:nvSpPr>
        <p:spPr>
          <a:xfrm flipH="1">
            <a:off x="1994950" y="13853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 dirty="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7" name="Google Shape;417;g36c4cb6a6dc_0_1"/>
          <p:cNvSpPr txBox="1"/>
          <p:nvPr/>
        </p:nvSpPr>
        <p:spPr>
          <a:xfrm flipH="1">
            <a:off x="4357150" y="1842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8" name="Google Shape;418;g36c4cb6a6dc_0_1"/>
          <p:cNvSpPr txBox="1"/>
          <p:nvPr/>
        </p:nvSpPr>
        <p:spPr>
          <a:xfrm flipH="1">
            <a:off x="4966750" y="13853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9" name="Google Shape;419;g36c4cb6a6dc_0_1"/>
          <p:cNvSpPr txBox="1"/>
          <p:nvPr/>
        </p:nvSpPr>
        <p:spPr>
          <a:xfrm flipH="1">
            <a:off x="3366550" y="2604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0" name="Google Shape;420;g36c4cb6a6dc_0_1"/>
          <p:cNvSpPr txBox="1"/>
          <p:nvPr/>
        </p:nvSpPr>
        <p:spPr>
          <a:xfrm flipH="1">
            <a:off x="4966750" y="3442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g36c4cb6a6dc_0_1"/>
          <p:cNvSpPr txBox="1"/>
          <p:nvPr/>
        </p:nvSpPr>
        <p:spPr>
          <a:xfrm flipH="1">
            <a:off x="4814350" y="3823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g36c4cb6a6dc_0_1"/>
          <p:cNvSpPr txBox="1"/>
          <p:nvPr/>
        </p:nvSpPr>
        <p:spPr>
          <a:xfrm flipH="1">
            <a:off x="1994950" y="4204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3" name="Google Shape;423;g36c4cb6a6dc_0_1"/>
          <p:cNvSpPr txBox="1"/>
          <p:nvPr/>
        </p:nvSpPr>
        <p:spPr>
          <a:xfrm flipH="1">
            <a:off x="2147350" y="3823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g36c4cb6a6dc_0_1"/>
          <p:cNvSpPr txBox="1"/>
          <p:nvPr/>
        </p:nvSpPr>
        <p:spPr>
          <a:xfrm flipH="1">
            <a:off x="1918750" y="4585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5" name="Google Shape;425;g36c4cb6a6dc_0_1"/>
          <p:cNvSpPr txBox="1"/>
          <p:nvPr/>
        </p:nvSpPr>
        <p:spPr>
          <a:xfrm flipH="1">
            <a:off x="1842550" y="2223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6" name="Google Shape;426;g36c4cb6a6dc_0_1"/>
          <p:cNvSpPr txBox="1"/>
          <p:nvPr/>
        </p:nvSpPr>
        <p:spPr>
          <a:xfrm flipH="1">
            <a:off x="1994950" y="3061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7" name="Google Shape;427;g36c4cb6a6dc_0_1"/>
          <p:cNvSpPr txBox="1"/>
          <p:nvPr/>
        </p:nvSpPr>
        <p:spPr>
          <a:xfrm flipH="1">
            <a:off x="3366550" y="305125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6c4cb6a6dc_0_1"/>
          <p:cNvSpPr txBox="1"/>
          <p:nvPr/>
        </p:nvSpPr>
        <p:spPr>
          <a:xfrm flipH="1">
            <a:off x="3290350" y="13853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g36c4cb6a6dc_0_1"/>
          <p:cNvSpPr txBox="1"/>
          <p:nvPr/>
        </p:nvSpPr>
        <p:spPr>
          <a:xfrm flipH="1">
            <a:off x="2985550" y="1842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0" name="Google Shape;430;g36c4cb6a6dc_0_1"/>
          <p:cNvSpPr txBox="1"/>
          <p:nvPr/>
        </p:nvSpPr>
        <p:spPr>
          <a:xfrm flipH="1">
            <a:off x="4204750" y="2223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g36c4cb6a6dc_0_1"/>
          <p:cNvSpPr txBox="1"/>
          <p:nvPr/>
        </p:nvSpPr>
        <p:spPr>
          <a:xfrm flipH="1">
            <a:off x="2147350" y="2604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g36c4cb6a6dc_0_1"/>
          <p:cNvSpPr txBox="1"/>
          <p:nvPr/>
        </p:nvSpPr>
        <p:spPr>
          <a:xfrm flipH="1">
            <a:off x="2223550" y="3442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3" name="Google Shape;433;g36c4cb6a6dc_0_1"/>
          <p:cNvSpPr txBox="1"/>
          <p:nvPr/>
        </p:nvSpPr>
        <p:spPr>
          <a:xfrm flipH="1">
            <a:off x="3823750" y="3442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4" name="Google Shape;434;g36c4cb6a6dc_0_1"/>
          <p:cNvSpPr txBox="1"/>
          <p:nvPr/>
        </p:nvSpPr>
        <p:spPr>
          <a:xfrm flipH="1">
            <a:off x="3671350" y="3823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5" name="Google Shape;435;g36c4cb6a6dc_0_1"/>
          <p:cNvSpPr txBox="1"/>
          <p:nvPr/>
        </p:nvSpPr>
        <p:spPr>
          <a:xfrm flipH="1">
            <a:off x="4966750" y="4204700"/>
            <a:ext cx="29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6" name="Google Shape;436;g36c4cb6a6dc_0_1"/>
          <p:cNvSpPr txBox="1"/>
          <p:nvPr/>
        </p:nvSpPr>
        <p:spPr>
          <a:xfrm flipH="1">
            <a:off x="3747550" y="45857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7" name="Google Shape;437;g36c4cb6a6dc_0_1"/>
          <p:cNvSpPr txBox="1"/>
          <p:nvPr/>
        </p:nvSpPr>
        <p:spPr>
          <a:xfrm flipH="1">
            <a:off x="2147350" y="1842500"/>
            <a:ext cx="2907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 dirty="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"/>
          <p:cNvSpPr/>
          <p:nvPr/>
        </p:nvSpPr>
        <p:spPr>
          <a:xfrm rot="-2132261">
            <a:off x="699440" y="498293"/>
            <a:ext cx="722595" cy="623622"/>
          </a:xfrm>
          <a:prstGeom prst="ellipse">
            <a:avLst/>
          </a:prstGeom>
          <a:solidFill>
            <a:srgbClr val="FF52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>
            <a:spLocks noGrp="1"/>
          </p:cNvSpPr>
          <p:nvPr>
            <p:ph type="title"/>
          </p:nvPr>
        </p:nvSpPr>
        <p:spPr>
          <a:xfrm>
            <a:off x="0" y="1039071"/>
            <a:ext cx="6686700" cy="27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 sz="4400"/>
              <a:t>SINGULAR OR PLURAL NOUNS</a:t>
            </a:r>
            <a:endParaRPr sz="4400"/>
          </a:p>
        </p:txBody>
      </p:sp>
      <p:sp>
        <p:nvSpPr>
          <p:cNvPr id="444" name="Google Shape;444;p11"/>
          <p:cNvSpPr txBox="1">
            <a:spLocks noGrp="1"/>
          </p:cNvSpPr>
          <p:nvPr>
            <p:ph type="title" idx="3"/>
          </p:nvPr>
        </p:nvSpPr>
        <p:spPr>
          <a:xfrm>
            <a:off x="1021025" y="1273825"/>
            <a:ext cx="6927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445" name="Google Shape;445;p11"/>
          <p:cNvGrpSpPr/>
          <p:nvPr/>
        </p:nvGrpSpPr>
        <p:grpSpPr>
          <a:xfrm>
            <a:off x="5017924" y="2663999"/>
            <a:ext cx="3190016" cy="1940401"/>
            <a:chOff x="2400400" y="1314950"/>
            <a:chExt cx="1139825" cy="693250"/>
          </a:xfrm>
        </p:grpSpPr>
        <p:sp>
          <p:nvSpPr>
            <p:cNvPr id="446" name="Google Shape;446;p11"/>
            <p:cNvSpPr/>
            <p:nvPr/>
          </p:nvSpPr>
          <p:spPr>
            <a:xfrm>
              <a:off x="2734900" y="1348825"/>
              <a:ext cx="804250" cy="464100"/>
            </a:xfrm>
            <a:custGeom>
              <a:avLst/>
              <a:gdLst/>
              <a:ahLst/>
              <a:cxnLst/>
              <a:rect l="l" t="t" r="r" b="b"/>
              <a:pathLst>
                <a:path w="32170" h="18564" extrusionOk="0">
                  <a:moveTo>
                    <a:pt x="13532" y="1"/>
                  </a:moveTo>
                  <a:cubicBezTo>
                    <a:pt x="13425" y="1"/>
                    <a:pt x="13318" y="26"/>
                    <a:pt x="13225" y="76"/>
                  </a:cubicBezTo>
                  <a:lnTo>
                    <a:pt x="1" y="7351"/>
                  </a:lnTo>
                  <a:lnTo>
                    <a:pt x="1" y="7708"/>
                  </a:lnTo>
                  <a:lnTo>
                    <a:pt x="18831" y="18564"/>
                  </a:lnTo>
                  <a:lnTo>
                    <a:pt x="32055" y="10932"/>
                  </a:lnTo>
                  <a:cubicBezTo>
                    <a:pt x="32127" y="10903"/>
                    <a:pt x="32169" y="10832"/>
                    <a:pt x="32169" y="10761"/>
                  </a:cubicBezTo>
                  <a:lnTo>
                    <a:pt x="32169" y="10418"/>
                  </a:lnTo>
                  <a:lnTo>
                    <a:pt x="13838" y="76"/>
                  </a:lnTo>
                  <a:cubicBezTo>
                    <a:pt x="13746" y="26"/>
                    <a:pt x="13639" y="1"/>
                    <a:pt x="13532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3205325" y="1606050"/>
              <a:ext cx="333825" cy="207600"/>
            </a:xfrm>
            <a:custGeom>
              <a:avLst/>
              <a:gdLst/>
              <a:ahLst/>
              <a:cxnLst/>
              <a:rect l="l" t="t" r="r" b="b"/>
              <a:pathLst>
                <a:path w="13353" h="8304" extrusionOk="0">
                  <a:moveTo>
                    <a:pt x="13124" y="1"/>
                  </a:moveTo>
                  <a:lnTo>
                    <a:pt x="0" y="7947"/>
                  </a:lnTo>
                  <a:lnTo>
                    <a:pt x="0" y="8303"/>
                  </a:lnTo>
                  <a:lnTo>
                    <a:pt x="13210" y="671"/>
                  </a:lnTo>
                  <a:cubicBezTo>
                    <a:pt x="13310" y="629"/>
                    <a:pt x="13352" y="557"/>
                    <a:pt x="13352" y="472"/>
                  </a:cubicBezTo>
                  <a:lnTo>
                    <a:pt x="13352" y="129"/>
                  </a:lnTo>
                  <a:lnTo>
                    <a:pt x="13124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2734900" y="1340175"/>
              <a:ext cx="805325" cy="463850"/>
            </a:xfrm>
            <a:custGeom>
              <a:avLst/>
              <a:gdLst/>
              <a:ahLst/>
              <a:cxnLst/>
              <a:rect l="l" t="t" r="r" b="b"/>
              <a:pathLst>
                <a:path w="32213" h="18554" extrusionOk="0">
                  <a:moveTo>
                    <a:pt x="13532" y="1"/>
                  </a:moveTo>
                  <a:cubicBezTo>
                    <a:pt x="13425" y="1"/>
                    <a:pt x="13318" y="22"/>
                    <a:pt x="13225" y="65"/>
                  </a:cubicBezTo>
                  <a:lnTo>
                    <a:pt x="1" y="7697"/>
                  </a:lnTo>
                  <a:lnTo>
                    <a:pt x="18831" y="18553"/>
                  </a:lnTo>
                  <a:lnTo>
                    <a:pt x="32055" y="10921"/>
                  </a:lnTo>
                  <a:cubicBezTo>
                    <a:pt x="32098" y="10907"/>
                    <a:pt x="32155" y="10850"/>
                    <a:pt x="32169" y="10807"/>
                  </a:cubicBezTo>
                  <a:cubicBezTo>
                    <a:pt x="32212" y="10707"/>
                    <a:pt x="32155" y="10607"/>
                    <a:pt x="32055" y="10565"/>
                  </a:cubicBezTo>
                  <a:lnTo>
                    <a:pt x="13838" y="65"/>
                  </a:lnTo>
                  <a:cubicBezTo>
                    <a:pt x="13746" y="22"/>
                    <a:pt x="13639" y="1"/>
                    <a:pt x="13532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2734900" y="1532600"/>
              <a:ext cx="470450" cy="280325"/>
            </a:xfrm>
            <a:custGeom>
              <a:avLst/>
              <a:gdLst/>
              <a:ahLst/>
              <a:cxnLst/>
              <a:rect l="l" t="t" r="r" b="b"/>
              <a:pathLst>
                <a:path w="18818" h="11213" extrusionOk="0">
                  <a:moveTo>
                    <a:pt x="1" y="0"/>
                  </a:moveTo>
                  <a:lnTo>
                    <a:pt x="1" y="357"/>
                  </a:lnTo>
                  <a:lnTo>
                    <a:pt x="18817" y="11213"/>
                  </a:lnTo>
                  <a:lnTo>
                    <a:pt x="18817" y="108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1"/>
            <p:cNvSpPr/>
            <p:nvPr/>
          </p:nvSpPr>
          <p:spPr>
            <a:xfrm>
              <a:off x="2402175" y="1545425"/>
              <a:ext cx="796025" cy="462775"/>
            </a:xfrm>
            <a:custGeom>
              <a:avLst/>
              <a:gdLst/>
              <a:ahLst/>
              <a:cxnLst/>
              <a:rect l="l" t="t" r="r" b="b"/>
              <a:pathLst>
                <a:path w="31841" h="18511" extrusionOk="0">
                  <a:moveTo>
                    <a:pt x="13610" y="1"/>
                  </a:moveTo>
                  <a:lnTo>
                    <a:pt x="257" y="7034"/>
                  </a:lnTo>
                  <a:lnTo>
                    <a:pt x="0" y="7462"/>
                  </a:lnTo>
                  <a:lnTo>
                    <a:pt x="0" y="7818"/>
                  </a:lnTo>
                  <a:cubicBezTo>
                    <a:pt x="0" y="7989"/>
                    <a:pt x="100" y="8175"/>
                    <a:pt x="257" y="8246"/>
                  </a:cubicBezTo>
                  <a:lnTo>
                    <a:pt x="17861" y="18403"/>
                  </a:lnTo>
                  <a:cubicBezTo>
                    <a:pt x="18003" y="18474"/>
                    <a:pt x="18160" y="18510"/>
                    <a:pt x="18317" y="18510"/>
                  </a:cubicBezTo>
                  <a:cubicBezTo>
                    <a:pt x="18474" y="18510"/>
                    <a:pt x="18631" y="18474"/>
                    <a:pt x="18774" y="18403"/>
                  </a:cubicBezTo>
                  <a:lnTo>
                    <a:pt x="31841" y="10871"/>
                  </a:lnTo>
                  <a:lnTo>
                    <a:pt x="31841" y="10514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2402175" y="1545425"/>
              <a:ext cx="796025" cy="462775"/>
            </a:xfrm>
            <a:custGeom>
              <a:avLst/>
              <a:gdLst/>
              <a:ahLst/>
              <a:cxnLst/>
              <a:rect l="l" t="t" r="r" b="b"/>
              <a:pathLst>
                <a:path w="31841" h="18511" extrusionOk="0">
                  <a:moveTo>
                    <a:pt x="13610" y="1"/>
                  </a:moveTo>
                  <a:lnTo>
                    <a:pt x="257" y="7034"/>
                  </a:lnTo>
                  <a:lnTo>
                    <a:pt x="0" y="7462"/>
                  </a:lnTo>
                  <a:lnTo>
                    <a:pt x="0" y="7818"/>
                  </a:lnTo>
                  <a:cubicBezTo>
                    <a:pt x="0" y="7989"/>
                    <a:pt x="100" y="8175"/>
                    <a:pt x="257" y="8246"/>
                  </a:cubicBezTo>
                  <a:lnTo>
                    <a:pt x="17861" y="18403"/>
                  </a:lnTo>
                  <a:cubicBezTo>
                    <a:pt x="18003" y="18474"/>
                    <a:pt x="18160" y="18510"/>
                    <a:pt x="18317" y="18510"/>
                  </a:cubicBezTo>
                  <a:cubicBezTo>
                    <a:pt x="18474" y="18510"/>
                    <a:pt x="18631" y="18474"/>
                    <a:pt x="18774" y="18403"/>
                  </a:cubicBezTo>
                  <a:lnTo>
                    <a:pt x="31841" y="10871"/>
                  </a:lnTo>
                  <a:lnTo>
                    <a:pt x="31841" y="10514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2400400" y="1537575"/>
              <a:ext cx="797800" cy="462600"/>
            </a:xfrm>
            <a:custGeom>
              <a:avLst/>
              <a:gdLst/>
              <a:ahLst/>
              <a:cxnLst/>
              <a:rect l="l" t="t" r="r" b="b"/>
              <a:pathLst>
                <a:path w="31912" h="18504" extrusionOk="0">
                  <a:moveTo>
                    <a:pt x="13096" y="1"/>
                  </a:moveTo>
                  <a:lnTo>
                    <a:pt x="328" y="7362"/>
                  </a:lnTo>
                  <a:cubicBezTo>
                    <a:pt x="228" y="7419"/>
                    <a:pt x="157" y="7490"/>
                    <a:pt x="100" y="7590"/>
                  </a:cubicBezTo>
                  <a:cubicBezTo>
                    <a:pt x="0" y="7847"/>
                    <a:pt x="100" y="8132"/>
                    <a:pt x="328" y="8232"/>
                  </a:cubicBezTo>
                  <a:lnTo>
                    <a:pt x="17932" y="18403"/>
                  </a:lnTo>
                  <a:cubicBezTo>
                    <a:pt x="18074" y="18475"/>
                    <a:pt x="18231" y="18503"/>
                    <a:pt x="18402" y="18503"/>
                  </a:cubicBezTo>
                  <a:cubicBezTo>
                    <a:pt x="18559" y="18503"/>
                    <a:pt x="18702" y="18475"/>
                    <a:pt x="18845" y="18389"/>
                  </a:cubicBezTo>
                  <a:lnTo>
                    <a:pt x="31912" y="10843"/>
                  </a:lnTo>
                  <a:lnTo>
                    <a:pt x="13096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2745250" y="1314950"/>
              <a:ext cx="779625" cy="483350"/>
            </a:xfrm>
            <a:custGeom>
              <a:avLst/>
              <a:gdLst/>
              <a:ahLst/>
              <a:cxnLst/>
              <a:rect l="l" t="t" r="r" b="b"/>
              <a:pathLst>
                <a:path w="31185" h="19334" extrusionOk="0">
                  <a:moveTo>
                    <a:pt x="12754" y="1"/>
                  </a:moveTo>
                  <a:cubicBezTo>
                    <a:pt x="12647" y="1"/>
                    <a:pt x="12540" y="26"/>
                    <a:pt x="12440" y="76"/>
                  </a:cubicBezTo>
                  <a:lnTo>
                    <a:pt x="1" y="7280"/>
                  </a:lnTo>
                  <a:lnTo>
                    <a:pt x="1" y="8820"/>
                  </a:lnTo>
                  <a:lnTo>
                    <a:pt x="18246" y="19334"/>
                  </a:lnTo>
                  <a:lnTo>
                    <a:pt x="31028" y="11959"/>
                  </a:lnTo>
                  <a:cubicBezTo>
                    <a:pt x="31114" y="11887"/>
                    <a:pt x="31171" y="11787"/>
                    <a:pt x="31185" y="11673"/>
                  </a:cubicBezTo>
                  <a:lnTo>
                    <a:pt x="31185" y="10689"/>
                  </a:lnTo>
                  <a:cubicBezTo>
                    <a:pt x="31185" y="10575"/>
                    <a:pt x="31114" y="10475"/>
                    <a:pt x="31028" y="10404"/>
                  </a:cubicBezTo>
                  <a:lnTo>
                    <a:pt x="13068" y="76"/>
                  </a:lnTo>
                  <a:cubicBezTo>
                    <a:pt x="12968" y="26"/>
                    <a:pt x="12861" y="1"/>
                    <a:pt x="12754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2745250" y="1497275"/>
              <a:ext cx="456175" cy="301025"/>
            </a:xfrm>
            <a:custGeom>
              <a:avLst/>
              <a:gdLst/>
              <a:ahLst/>
              <a:cxnLst/>
              <a:rect l="l" t="t" r="r" b="b"/>
              <a:pathLst>
                <a:path w="18247" h="12041" extrusionOk="0">
                  <a:moveTo>
                    <a:pt x="1" y="1"/>
                  </a:moveTo>
                  <a:lnTo>
                    <a:pt x="1" y="1527"/>
                  </a:lnTo>
                  <a:lnTo>
                    <a:pt x="18246" y="12041"/>
                  </a:lnTo>
                  <a:lnTo>
                    <a:pt x="18246" y="105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2745600" y="1315675"/>
              <a:ext cx="775725" cy="445175"/>
            </a:xfrm>
            <a:custGeom>
              <a:avLst/>
              <a:gdLst/>
              <a:ahLst/>
              <a:cxnLst/>
              <a:rect l="l" t="t" r="r" b="b"/>
              <a:pathLst>
                <a:path w="31029" h="17807" extrusionOk="0">
                  <a:moveTo>
                    <a:pt x="12747" y="0"/>
                  </a:moveTo>
                  <a:cubicBezTo>
                    <a:pt x="12640" y="0"/>
                    <a:pt x="12533" y="25"/>
                    <a:pt x="12440" y="75"/>
                  </a:cubicBezTo>
                  <a:lnTo>
                    <a:pt x="44" y="7236"/>
                  </a:lnTo>
                  <a:lnTo>
                    <a:pt x="1" y="7265"/>
                  </a:lnTo>
                  <a:lnTo>
                    <a:pt x="18246" y="17807"/>
                  </a:lnTo>
                  <a:lnTo>
                    <a:pt x="31028" y="10403"/>
                  </a:lnTo>
                  <a:cubicBezTo>
                    <a:pt x="31020" y="10403"/>
                    <a:pt x="31016" y="10399"/>
                    <a:pt x="31018" y="10397"/>
                  </a:cubicBezTo>
                  <a:lnTo>
                    <a:pt x="31018" y="10397"/>
                  </a:lnTo>
                  <a:lnTo>
                    <a:pt x="31028" y="10403"/>
                  </a:lnTo>
                  <a:cubicBezTo>
                    <a:pt x="31023" y="10399"/>
                    <a:pt x="31020" y="10397"/>
                    <a:pt x="31019" y="10397"/>
                  </a:cubicBezTo>
                  <a:lnTo>
                    <a:pt x="31019" y="10397"/>
                  </a:lnTo>
                  <a:cubicBezTo>
                    <a:pt x="31018" y="10397"/>
                    <a:pt x="31018" y="10397"/>
                    <a:pt x="31018" y="10397"/>
                  </a:cubicBezTo>
                  <a:lnTo>
                    <a:pt x="31018" y="10397"/>
                  </a:lnTo>
                  <a:lnTo>
                    <a:pt x="13054" y="75"/>
                  </a:lnTo>
                  <a:cubicBezTo>
                    <a:pt x="12961" y="25"/>
                    <a:pt x="12854" y="0"/>
                    <a:pt x="1274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2411800" y="1509775"/>
              <a:ext cx="774275" cy="480950"/>
            </a:xfrm>
            <a:custGeom>
              <a:avLst/>
              <a:gdLst/>
              <a:ahLst/>
              <a:cxnLst/>
              <a:rect l="l" t="t" r="r" b="b"/>
              <a:pathLst>
                <a:path w="30971" h="19238" extrusionOk="0">
                  <a:moveTo>
                    <a:pt x="12754" y="0"/>
                  </a:moveTo>
                  <a:lnTo>
                    <a:pt x="129" y="7304"/>
                  </a:lnTo>
                  <a:lnTo>
                    <a:pt x="1" y="7475"/>
                  </a:lnTo>
                  <a:lnTo>
                    <a:pt x="1" y="8830"/>
                  </a:lnTo>
                  <a:cubicBezTo>
                    <a:pt x="1" y="8902"/>
                    <a:pt x="58" y="8973"/>
                    <a:pt x="129" y="9016"/>
                  </a:cubicBezTo>
                  <a:lnTo>
                    <a:pt x="17732" y="19173"/>
                  </a:lnTo>
                  <a:cubicBezTo>
                    <a:pt x="17825" y="19216"/>
                    <a:pt x="17932" y="19237"/>
                    <a:pt x="18039" y="19237"/>
                  </a:cubicBezTo>
                  <a:cubicBezTo>
                    <a:pt x="18146" y="19237"/>
                    <a:pt x="18253" y="19216"/>
                    <a:pt x="18346" y="19173"/>
                  </a:cubicBezTo>
                  <a:lnTo>
                    <a:pt x="30971" y="11883"/>
                  </a:lnTo>
                  <a:lnTo>
                    <a:pt x="30971" y="10528"/>
                  </a:lnTo>
                  <a:lnTo>
                    <a:pt x="12754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2411100" y="1509775"/>
              <a:ext cx="775700" cy="447050"/>
            </a:xfrm>
            <a:custGeom>
              <a:avLst/>
              <a:gdLst/>
              <a:ahLst/>
              <a:cxnLst/>
              <a:rect l="l" t="t" r="r" b="b"/>
              <a:pathLst>
                <a:path w="31028" h="17882" extrusionOk="0">
                  <a:moveTo>
                    <a:pt x="12782" y="0"/>
                  </a:moveTo>
                  <a:lnTo>
                    <a:pt x="314" y="7190"/>
                  </a:lnTo>
                  <a:lnTo>
                    <a:pt x="157" y="7276"/>
                  </a:lnTo>
                  <a:cubicBezTo>
                    <a:pt x="100" y="7304"/>
                    <a:pt x="43" y="7347"/>
                    <a:pt x="29" y="7404"/>
                  </a:cubicBezTo>
                  <a:cubicBezTo>
                    <a:pt x="0" y="7504"/>
                    <a:pt x="43" y="7618"/>
                    <a:pt x="157" y="7661"/>
                  </a:cubicBezTo>
                  <a:lnTo>
                    <a:pt x="17775" y="17818"/>
                  </a:lnTo>
                  <a:cubicBezTo>
                    <a:pt x="17875" y="17860"/>
                    <a:pt x="17982" y="17882"/>
                    <a:pt x="18089" y="17882"/>
                  </a:cubicBezTo>
                  <a:cubicBezTo>
                    <a:pt x="18196" y="17882"/>
                    <a:pt x="18303" y="17860"/>
                    <a:pt x="18402" y="17818"/>
                  </a:cubicBezTo>
                  <a:lnTo>
                    <a:pt x="28431" y="12040"/>
                  </a:lnTo>
                  <a:lnTo>
                    <a:pt x="28816" y="11826"/>
                  </a:lnTo>
                  <a:lnTo>
                    <a:pt x="30856" y="10628"/>
                  </a:lnTo>
                  <a:lnTo>
                    <a:pt x="31027" y="10542"/>
                  </a:lnTo>
                  <a:lnTo>
                    <a:pt x="30899" y="10457"/>
                  </a:lnTo>
                  <a:lnTo>
                    <a:pt x="30856" y="10442"/>
                  </a:lnTo>
                  <a:lnTo>
                    <a:pt x="12782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1"/>
            <p:cNvSpPr/>
            <p:nvPr/>
          </p:nvSpPr>
          <p:spPr>
            <a:xfrm>
              <a:off x="2412150" y="1697000"/>
              <a:ext cx="451175" cy="294250"/>
            </a:xfrm>
            <a:custGeom>
              <a:avLst/>
              <a:gdLst/>
              <a:ahLst/>
              <a:cxnLst/>
              <a:rect l="l" t="t" r="r" b="b"/>
              <a:pathLst>
                <a:path w="18047" h="11770" extrusionOk="0">
                  <a:moveTo>
                    <a:pt x="1" y="0"/>
                  </a:moveTo>
                  <a:lnTo>
                    <a:pt x="1" y="1356"/>
                  </a:lnTo>
                  <a:cubicBezTo>
                    <a:pt x="1" y="1427"/>
                    <a:pt x="58" y="1498"/>
                    <a:pt x="129" y="1541"/>
                  </a:cubicBezTo>
                  <a:lnTo>
                    <a:pt x="17747" y="11698"/>
                  </a:lnTo>
                  <a:cubicBezTo>
                    <a:pt x="17833" y="11755"/>
                    <a:pt x="17947" y="11769"/>
                    <a:pt x="18047" y="11769"/>
                  </a:cubicBezTo>
                  <a:lnTo>
                    <a:pt x="18047" y="10414"/>
                  </a:lnTo>
                  <a:cubicBezTo>
                    <a:pt x="17932" y="10414"/>
                    <a:pt x="17818" y="10386"/>
                    <a:pt x="17733" y="10343"/>
                  </a:cubicBezTo>
                  <a:lnTo>
                    <a:pt x="129" y="186"/>
                  </a:lnTo>
                  <a:cubicBezTo>
                    <a:pt x="58" y="143"/>
                    <a:pt x="1" y="72"/>
                    <a:pt x="1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2417150" y="1505475"/>
              <a:ext cx="769650" cy="447425"/>
            </a:xfrm>
            <a:custGeom>
              <a:avLst/>
              <a:gdLst/>
              <a:ahLst/>
              <a:cxnLst/>
              <a:rect l="l" t="t" r="r" b="b"/>
              <a:pathLst>
                <a:path w="30786" h="17897" extrusionOk="0">
                  <a:moveTo>
                    <a:pt x="12554" y="1"/>
                  </a:moveTo>
                  <a:lnTo>
                    <a:pt x="1441" y="6406"/>
                  </a:lnTo>
                  <a:lnTo>
                    <a:pt x="1427" y="6420"/>
                  </a:lnTo>
                  <a:cubicBezTo>
                    <a:pt x="1056" y="6634"/>
                    <a:pt x="642" y="6791"/>
                    <a:pt x="229" y="6920"/>
                  </a:cubicBezTo>
                  <a:cubicBezTo>
                    <a:pt x="86" y="6948"/>
                    <a:pt x="1" y="7091"/>
                    <a:pt x="15" y="7234"/>
                  </a:cubicBezTo>
                  <a:cubicBezTo>
                    <a:pt x="15" y="7276"/>
                    <a:pt x="43" y="7291"/>
                    <a:pt x="58" y="7333"/>
                  </a:cubicBezTo>
                  <a:lnTo>
                    <a:pt x="86" y="7376"/>
                  </a:lnTo>
                  <a:cubicBezTo>
                    <a:pt x="343" y="7733"/>
                    <a:pt x="728" y="8089"/>
                    <a:pt x="1370" y="8489"/>
                  </a:cubicBezTo>
                  <a:cubicBezTo>
                    <a:pt x="1498" y="8560"/>
                    <a:pt x="1627" y="8646"/>
                    <a:pt x="1769" y="8717"/>
                  </a:cubicBezTo>
                  <a:lnTo>
                    <a:pt x="17533" y="17833"/>
                  </a:lnTo>
                  <a:cubicBezTo>
                    <a:pt x="17633" y="17876"/>
                    <a:pt x="17740" y="17897"/>
                    <a:pt x="17847" y="17897"/>
                  </a:cubicBezTo>
                  <a:cubicBezTo>
                    <a:pt x="17954" y="17897"/>
                    <a:pt x="18061" y="17876"/>
                    <a:pt x="18160" y="17833"/>
                  </a:cubicBezTo>
                  <a:lnTo>
                    <a:pt x="28146" y="12055"/>
                  </a:lnTo>
                  <a:lnTo>
                    <a:pt x="28503" y="11841"/>
                  </a:lnTo>
                  <a:lnTo>
                    <a:pt x="30785" y="10515"/>
                  </a:lnTo>
                  <a:lnTo>
                    <a:pt x="12554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1"/>
            <p:cNvSpPr/>
            <p:nvPr/>
          </p:nvSpPr>
          <p:spPr>
            <a:xfrm>
              <a:off x="2821225" y="1344600"/>
              <a:ext cx="275700" cy="159850"/>
            </a:xfrm>
            <a:custGeom>
              <a:avLst/>
              <a:gdLst/>
              <a:ahLst/>
              <a:cxnLst/>
              <a:rect l="l" t="t" r="r" b="b"/>
              <a:pathLst>
                <a:path w="11028" h="6394" extrusionOk="0">
                  <a:moveTo>
                    <a:pt x="9815" y="74"/>
                  </a:moveTo>
                  <a:cubicBezTo>
                    <a:pt x="9943" y="74"/>
                    <a:pt x="10043" y="88"/>
                    <a:pt x="10157" y="159"/>
                  </a:cubicBezTo>
                  <a:lnTo>
                    <a:pt x="10828" y="530"/>
                  </a:lnTo>
                  <a:cubicBezTo>
                    <a:pt x="10899" y="559"/>
                    <a:pt x="10956" y="630"/>
                    <a:pt x="10970" y="701"/>
                  </a:cubicBezTo>
                  <a:cubicBezTo>
                    <a:pt x="10970" y="758"/>
                    <a:pt x="10942" y="815"/>
                    <a:pt x="10885" y="830"/>
                  </a:cubicBezTo>
                  <a:lnTo>
                    <a:pt x="1455" y="6265"/>
                  </a:lnTo>
                  <a:cubicBezTo>
                    <a:pt x="1359" y="6313"/>
                    <a:pt x="1259" y="6338"/>
                    <a:pt x="1162" y="6338"/>
                  </a:cubicBezTo>
                  <a:cubicBezTo>
                    <a:pt x="1059" y="6338"/>
                    <a:pt x="959" y="6310"/>
                    <a:pt x="870" y="6251"/>
                  </a:cubicBezTo>
                  <a:lnTo>
                    <a:pt x="186" y="5865"/>
                  </a:lnTo>
                  <a:cubicBezTo>
                    <a:pt x="114" y="5823"/>
                    <a:pt x="72" y="5751"/>
                    <a:pt x="43" y="5680"/>
                  </a:cubicBezTo>
                  <a:cubicBezTo>
                    <a:pt x="43" y="5623"/>
                    <a:pt x="86" y="5580"/>
                    <a:pt x="143" y="5552"/>
                  </a:cubicBezTo>
                  <a:lnTo>
                    <a:pt x="9572" y="116"/>
                  </a:lnTo>
                  <a:cubicBezTo>
                    <a:pt x="9644" y="88"/>
                    <a:pt x="9729" y="74"/>
                    <a:pt x="9815" y="74"/>
                  </a:cubicBezTo>
                  <a:close/>
                  <a:moveTo>
                    <a:pt x="9873" y="0"/>
                  </a:moveTo>
                  <a:cubicBezTo>
                    <a:pt x="9768" y="0"/>
                    <a:pt x="9661" y="25"/>
                    <a:pt x="9558" y="74"/>
                  </a:cubicBezTo>
                  <a:lnTo>
                    <a:pt x="114" y="5509"/>
                  </a:lnTo>
                  <a:cubicBezTo>
                    <a:pt x="43" y="5537"/>
                    <a:pt x="0" y="5609"/>
                    <a:pt x="0" y="5680"/>
                  </a:cubicBezTo>
                  <a:cubicBezTo>
                    <a:pt x="0" y="5794"/>
                    <a:pt x="72" y="5880"/>
                    <a:pt x="157" y="5922"/>
                  </a:cubicBezTo>
                  <a:lnTo>
                    <a:pt x="828" y="6308"/>
                  </a:lnTo>
                  <a:cubicBezTo>
                    <a:pt x="942" y="6365"/>
                    <a:pt x="1070" y="6393"/>
                    <a:pt x="1184" y="6393"/>
                  </a:cubicBezTo>
                  <a:cubicBezTo>
                    <a:pt x="1298" y="6393"/>
                    <a:pt x="1384" y="6379"/>
                    <a:pt x="1470" y="6322"/>
                  </a:cubicBezTo>
                  <a:lnTo>
                    <a:pt x="10913" y="887"/>
                  </a:lnTo>
                  <a:cubicBezTo>
                    <a:pt x="10985" y="844"/>
                    <a:pt x="11027" y="787"/>
                    <a:pt x="11027" y="701"/>
                  </a:cubicBezTo>
                  <a:cubicBezTo>
                    <a:pt x="11027" y="601"/>
                    <a:pt x="10956" y="516"/>
                    <a:pt x="10870" y="473"/>
                  </a:cubicBezTo>
                  <a:lnTo>
                    <a:pt x="10200" y="88"/>
                  </a:lnTo>
                  <a:cubicBezTo>
                    <a:pt x="10097" y="29"/>
                    <a:pt x="9986" y="0"/>
                    <a:pt x="9873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2834050" y="1351425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57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1"/>
            <p:cNvSpPr/>
            <p:nvPr/>
          </p:nvSpPr>
          <p:spPr>
            <a:xfrm>
              <a:off x="2871150" y="1373800"/>
              <a:ext cx="595600" cy="343550"/>
            </a:xfrm>
            <a:custGeom>
              <a:avLst/>
              <a:gdLst/>
              <a:ahLst/>
              <a:cxnLst/>
              <a:rect l="l" t="t" r="r" b="b"/>
              <a:pathLst>
                <a:path w="23824" h="13742" extrusionOk="0">
                  <a:moveTo>
                    <a:pt x="9872" y="61"/>
                  </a:moveTo>
                  <a:cubicBezTo>
                    <a:pt x="9986" y="61"/>
                    <a:pt x="10086" y="75"/>
                    <a:pt x="10172" y="132"/>
                  </a:cubicBezTo>
                  <a:lnTo>
                    <a:pt x="23638" y="7893"/>
                  </a:lnTo>
                  <a:cubicBezTo>
                    <a:pt x="23695" y="7893"/>
                    <a:pt x="23724" y="7936"/>
                    <a:pt x="23752" y="7993"/>
                  </a:cubicBezTo>
                  <a:cubicBezTo>
                    <a:pt x="23781" y="8078"/>
                    <a:pt x="23724" y="8178"/>
                    <a:pt x="23638" y="8192"/>
                  </a:cubicBezTo>
                  <a:lnTo>
                    <a:pt x="14251" y="13613"/>
                  </a:lnTo>
                  <a:cubicBezTo>
                    <a:pt x="14159" y="13656"/>
                    <a:pt x="14059" y="13677"/>
                    <a:pt x="13959" y="13677"/>
                  </a:cubicBezTo>
                  <a:cubicBezTo>
                    <a:pt x="13859" y="13677"/>
                    <a:pt x="13759" y="13656"/>
                    <a:pt x="13667" y="13613"/>
                  </a:cubicBezTo>
                  <a:lnTo>
                    <a:pt x="200" y="5853"/>
                  </a:lnTo>
                  <a:cubicBezTo>
                    <a:pt x="157" y="5853"/>
                    <a:pt x="114" y="5796"/>
                    <a:pt x="100" y="5753"/>
                  </a:cubicBezTo>
                  <a:cubicBezTo>
                    <a:pt x="72" y="5653"/>
                    <a:pt x="114" y="5568"/>
                    <a:pt x="200" y="5553"/>
                  </a:cubicBezTo>
                  <a:lnTo>
                    <a:pt x="9587" y="132"/>
                  </a:lnTo>
                  <a:cubicBezTo>
                    <a:pt x="9672" y="75"/>
                    <a:pt x="9772" y="61"/>
                    <a:pt x="9872" y="61"/>
                  </a:cubicBezTo>
                  <a:close/>
                  <a:moveTo>
                    <a:pt x="9874" y="1"/>
                  </a:moveTo>
                  <a:cubicBezTo>
                    <a:pt x="9761" y="1"/>
                    <a:pt x="9651" y="25"/>
                    <a:pt x="9558" y="75"/>
                  </a:cubicBezTo>
                  <a:lnTo>
                    <a:pt x="172" y="5496"/>
                  </a:lnTo>
                  <a:cubicBezTo>
                    <a:pt x="114" y="5511"/>
                    <a:pt x="72" y="5568"/>
                    <a:pt x="43" y="5625"/>
                  </a:cubicBezTo>
                  <a:cubicBezTo>
                    <a:pt x="0" y="5753"/>
                    <a:pt x="72" y="5867"/>
                    <a:pt x="172" y="5910"/>
                  </a:cubicBezTo>
                  <a:lnTo>
                    <a:pt x="13638" y="13670"/>
                  </a:lnTo>
                  <a:cubicBezTo>
                    <a:pt x="13738" y="13713"/>
                    <a:pt x="13852" y="13742"/>
                    <a:pt x="13952" y="13742"/>
                  </a:cubicBezTo>
                  <a:cubicBezTo>
                    <a:pt x="14066" y="13742"/>
                    <a:pt x="14166" y="13713"/>
                    <a:pt x="14266" y="13670"/>
                  </a:cubicBezTo>
                  <a:lnTo>
                    <a:pt x="23638" y="8249"/>
                  </a:lnTo>
                  <a:cubicBezTo>
                    <a:pt x="23695" y="8221"/>
                    <a:pt x="23752" y="8178"/>
                    <a:pt x="23767" y="8121"/>
                  </a:cubicBezTo>
                  <a:cubicBezTo>
                    <a:pt x="23824" y="7993"/>
                    <a:pt x="23752" y="7864"/>
                    <a:pt x="23638" y="7836"/>
                  </a:cubicBezTo>
                  <a:lnTo>
                    <a:pt x="10200" y="75"/>
                  </a:lnTo>
                  <a:cubicBezTo>
                    <a:pt x="10100" y="25"/>
                    <a:pt x="9986" y="1"/>
                    <a:pt x="9874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1"/>
            <p:cNvSpPr/>
            <p:nvPr/>
          </p:nvSpPr>
          <p:spPr>
            <a:xfrm>
              <a:off x="2884700" y="1380675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2901100" y="1390300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2918225" y="1399925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2934975" y="1409550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58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1"/>
            <p:cNvSpPr/>
            <p:nvPr/>
          </p:nvSpPr>
          <p:spPr>
            <a:xfrm>
              <a:off x="2951400" y="141917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1"/>
            <p:cNvSpPr/>
            <p:nvPr/>
          </p:nvSpPr>
          <p:spPr>
            <a:xfrm>
              <a:off x="2968500" y="1428800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1"/>
            <p:cNvSpPr/>
            <p:nvPr/>
          </p:nvSpPr>
          <p:spPr>
            <a:xfrm>
              <a:off x="2984925" y="1438800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1"/>
            <p:cNvSpPr/>
            <p:nvPr/>
          </p:nvSpPr>
          <p:spPr>
            <a:xfrm>
              <a:off x="3002025" y="1448075"/>
              <a:ext cx="250400" cy="145875"/>
            </a:xfrm>
            <a:custGeom>
              <a:avLst/>
              <a:gdLst/>
              <a:ahLst/>
              <a:cxnLst/>
              <a:rect l="l" t="t" r="r" b="b"/>
              <a:pathLst>
                <a:path w="10016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15" y="5835"/>
                  </a:lnTo>
                  <a:lnTo>
                    <a:pt x="10015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3018800" y="1457700"/>
              <a:ext cx="250725" cy="146250"/>
            </a:xfrm>
            <a:custGeom>
              <a:avLst/>
              <a:gdLst/>
              <a:ahLst/>
              <a:cxnLst/>
              <a:rect l="l" t="t" r="r" b="b"/>
              <a:pathLst>
                <a:path w="10029" h="5850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49"/>
                  </a:lnTo>
                  <a:lnTo>
                    <a:pt x="10029" y="57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3035200" y="1467325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3052325" y="1476950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3"/>
                  </a:lnTo>
                  <a:lnTo>
                    <a:pt x="29" y="5835"/>
                  </a:lnTo>
                  <a:lnTo>
                    <a:pt x="10029" y="58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1"/>
            <p:cNvSpPr/>
            <p:nvPr/>
          </p:nvSpPr>
          <p:spPr>
            <a:xfrm>
              <a:off x="3068725" y="1486950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3085850" y="1496575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57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3102600" y="1505850"/>
              <a:ext cx="250750" cy="146250"/>
            </a:xfrm>
            <a:custGeom>
              <a:avLst/>
              <a:gdLst/>
              <a:ahLst/>
              <a:cxnLst/>
              <a:rect l="l" t="t" r="r" b="b"/>
              <a:pathLst>
                <a:path w="10030" h="5850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49"/>
                  </a:lnTo>
                  <a:lnTo>
                    <a:pt x="10029" y="57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1"/>
            <p:cNvSpPr/>
            <p:nvPr/>
          </p:nvSpPr>
          <p:spPr>
            <a:xfrm>
              <a:off x="3119375" y="1515825"/>
              <a:ext cx="250375" cy="145900"/>
            </a:xfrm>
            <a:custGeom>
              <a:avLst/>
              <a:gdLst/>
              <a:ahLst/>
              <a:cxnLst/>
              <a:rect l="l" t="t" r="r" b="b"/>
              <a:pathLst>
                <a:path w="10015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14" y="5835"/>
                  </a:lnTo>
                  <a:lnTo>
                    <a:pt x="10014" y="43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3136125" y="1525450"/>
              <a:ext cx="250750" cy="146250"/>
            </a:xfrm>
            <a:custGeom>
              <a:avLst/>
              <a:gdLst/>
              <a:ahLst/>
              <a:cxnLst/>
              <a:rect l="l" t="t" r="r" b="b"/>
              <a:pathLst>
                <a:path w="10030" h="5850" extrusionOk="0">
                  <a:moveTo>
                    <a:pt x="10001" y="1"/>
                  </a:moveTo>
                  <a:lnTo>
                    <a:pt x="1" y="5793"/>
                  </a:lnTo>
                  <a:lnTo>
                    <a:pt x="29" y="5850"/>
                  </a:lnTo>
                  <a:lnTo>
                    <a:pt x="10029" y="58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1"/>
            <p:cNvSpPr/>
            <p:nvPr/>
          </p:nvSpPr>
          <p:spPr>
            <a:xfrm>
              <a:off x="3152900" y="1535100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77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1"/>
            <p:cNvSpPr/>
            <p:nvPr/>
          </p:nvSpPr>
          <p:spPr>
            <a:xfrm>
              <a:off x="3169650" y="1544725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57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1"/>
            <p:cNvSpPr/>
            <p:nvPr/>
          </p:nvSpPr>
          <p:spPr>
            <a:xfrm>
              <a:off x="3186400" y="1554000"/>
              <a:ext cx="250750" cy="146225"/>
            </a:xfrm>
            <a:custGeom>
              <a:avLst/>
              <a:gdLst/>
              <a:ahLst/>
              <a:cxnLst/>
              <a:rect l="l" t="t" r="r" b="b"/>
              <a:pathLst>
                <a:path w="10030" h="5849" extrusionOk="0">
                  <a:moveTo>
                    <a:pt x="10001" y="0"/>
                  </a:moveTo>
                  <a:lnTo>
                    <a:pt x="1" y="5792"/>
                  </a:lnTo>
                  <a:lnTo>
                    <a:pt x="30" y="5849"/>
                  </a:lnTo>
                  <a:lnTo>
                    <a:pt x="10030" y="57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1"/>
            <p:cNvSpPr/>
            <p:nvPr/>
          </p:nvSpPr>
          <p:spPr>
            <a:xfrm>
              <a:off x="3202825" y="156397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58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1"/>
            <p:cNvSpPr/>
            <p:nvPr/>
          </p:nvSpPr>
          <p:spPr>
            <a:xfrm>
              <a:off x="2463525" y="1552075"/>
              <a:ext cx="276050" cy="159925"/>
            </a:xfrm>
            <a:custGeom>
              <a:avLst/>
              <a:gdLst/>
              <a:ahLst/>
              <a:cxnLst/>
              <a:rect l="l" t="t" r="r" b="b"/>
              <a:pathLst>
                <a:path w="11042" h="6397" extrusionOk="0">
                  <a:moveTo>
                    <a:pt x="9829" y="49"/>
                  </a:moveTo>
                  <a:cubicBezTo>
                    <a:pt x="9929" y="49"/>
                    <a:pt x="10057" y="77"/>
                    <a:pt x="10171" y="134"/>
                  </a:cubicBezTo>
                  <a:lnTo>
                    <a:pt x="10842" y="519"/>
                  </a:lnTo>
                  <a:cubicBezTo>
                    <a:pt x="10913" y="562"/>
                    <a:pt x="10970" y="633"/>
                    <a:pt x="10984" y="705"/>
                  </a:cubicBezTo>
                  <a:cubicBezTo>
                    <a:pt x="10984" y="748"/>
                    <a:pt x="10956" y="805"/>
                    <a:pt x="10899" y="819"/>
                  </a:cubicBezTo>
                  <a:lnTo>
                    <a:pt x="1469" y="6268"/>
                  </a:lnTo>
                  <a:cubicBezTo>
                    <a:pt x="1373" y="6309"/>
                    <a:pt x="1274" y="6331"/>
                    <a:pt x="1176" y="6331"/>
                  </a:cubicBezTo>
                  <a:cubicBezTo>
                    <a:pt x="1071" y="6331"/>
                    <a:pt x="967" y="6306"/>
                    <a:pt x="870" y="6254"/>
                  </a:cubicBezTo>
                  <a:lnTo>
                    <a:pt x="200" y="5855"/>
                  </a:lnTo>
                  <a:cubicBezTo>
                    <a:pt x="128" y="5826"/>
                    <a:pt x="71" y="5755"/>
                    <a:pt x="57" y="5683"/>
                  </a:cubicBezTo>
                  <a:cubicBezTo>
                    <a:pt x="57" y="5626"/>
                    <a:pt x="86" y="5569"/>
                    <a:pt x="143" y="5555"/>
                  </a:cubicBezTo>
                  <a:lnTo>
                    <a:pt x="9572" y="91"/>
                  </a:lnTo>
                  <a:cubicBezTo>
                    <a:pt x="9643" y="63"/>
                    <a:pt x="9729" y="49"/>
                    <a:pt x="9829" y="49"/>
                  </a:cubicBezTo>
                  <a:close/>
                  <a:moveTo>
                    <a:pt x="9872" y="0"/>
                  </a:moveTo>
                  <a:cubicBezTo>
                    <a:pt x="9767" y="0"/>
                    <a:pt x="9661" y="22"/>
                    <a:pt x="9558" y="63"/>
                  </a:cubicBezTo>
                  <a:lnTo>
                    <a:pt x="128" y="5498"/>
                  </a:lnTo>
                  <a:cubicBezTo>
                    <a:pt x="57" y="5541"/>
                    <a:pt x="0" y="5612"/>
                    <a:pt x="0" y="5683"/>
                  </a:cubicBezTo>
                  <a:cubicBezTo>
                    <a:pt x="0" y="5783"/>
                    <a:pt x="71" y="5869"/>
                    <a:pt x="157" y="5912"/>
                  </a:cubicBezTo>
                  <a:lnTo>
                    <a:pt x="842" y="6297"/>
                  </a:lnTo>
                  <a:cubicBezTo>
                    <a:pt x="942" y="6354"/>
                    <a:pt x="1070" y="6397"/>
                    <a:pt x="1198" y="6397"/>
                  </a:cubicBezTo>
                  <a:cubicBezTo>
                    <a:pt x="1284" y="6397"/>
                    <a:pt x="1398" y="6368"/>
                    <a:pt x="1484" y="6340"/>
                  </a:cubicBezTo>
                  <a:lnTo>
                    <a:pt x="10913" y="876"/>
                  </a:lnTo>
                  <a:cubicBezTo>
                    <a:pt x="10984" y="847"/>
                    <a:pt x="11041" y="776"/>
                    <a:pt x="11041" y="705"/>
                  </a:cubicBezTo>
                  <a:cubicBezTo>
                    <a:pt x="11041" y="591"/>
                    <a:pt x="10970" y="505"/>
                    <a:pt x="10870" y="462"/>
                  </a:cubicBezTo>
                  <a:lnTo>
                    <a:pt x="10200" y="77"/>
                  </a:lnTo>
                  <a:cubicBezTo>
                    <a:pt x="10096" y="25"/>
                    <a:pt x="9985" y="0"/>
                    <a:pt x="9872" y="0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1"/>
            <p:cNvSpPr/>
            <p:nvPr/>
          </p:nvSpPr>
          <p:spPr>
            <a:xfrm>
              <a:off x="2476000" y="1558625"/>
              <a:ext cx="250725" cy="145525"/>
            </a:xfrm>
            <a:custGeom>
              <a:avLst/>
              <a:gdLst/>
              <a:ahLst/>
              <a:cxnLst/>
              <a:rect l="l" t="t" r="r" b="b"/>
              <a:pathLst>
                <a:path w="10029" h="5821" extrusionOk="0">
                  <a:moveTo>
                    <a:pt x="10000" y="1"/>
                  </a:moveTo>
                  <a:lnTo>
                    <a:pt x="0" y="5778"/>
                  </a:lnTo>
                  <a:lnTo>
                    <a:pt x="15" y="5821"/>
                  </a:lnTo>
                  <a:lnTo>
                    <a:pt x="10029" y="43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1"/>
            <p:cNvSpPr/>
            <p:nvPr/>
          </p:nvSpPr>
          <p:spPr>
            <a:xfrm>
              <a:off x="2513075" y="1581000"/>
              <a:ext cx="595975" cy="343550"/>
            </a:xfrm>
            <a:custGeom>
              <a:avLst/>
              <a:gdLst/>
              <a:ahLst/>
              <a:cxnLst/>
              <a:rect l="l" t="t" r="r" b="b"/>
              <a:pathLst>
                <a:path w="23839" h="13742" extrusionOk="0">
                  <a:moveTo>
                    <a:pt x="9887" y="61"/>
                  </a:moveTo>
                  <a:cubicBezTo>
                    <a:pt x="9987" y="61"/>
                    <a:pt x="10087" y="76"/>
                    <a:pt x="10186" y="133"/>
                  </a:cubicBezTo>
                  <a:lnTo>
                    <a:pt x="23653" y="7864"/>
                  </a:lnTo>
                  <a:cubicBezTo>
                    <a:pt x="23710" y="7907"/>
                    <a:pt x="23767" y="7964"/>
                    <a:pt x="23767" y="8036"/>
                  </a:cubicBezTo>
                  <a:cubicBezTo>
                    <a:pt x="23767" y="8107"/>
                    <a:pt x="23724" y="8164"/>
                    <a:pt x="23653" y="8193"/>
                  </a:cubicBezTo>
                  <a:lnTo>
                    <a:pt x="14281" y="13613"/>
                  </a:lnTo>
                  <a:cubicBezTo>
                    <a:pt x="14181" y="13656"/>
                    <a:pt x="14077" y="13678"/>
                    <a:pt x="13977" y="13678"/>
                  </a:cubicBezTo>
                  <a:cubicBezTo>
                    <a:pt x="13878" y="13678"/>
                    <a:pt x="13781" y="13656"/>
                    <a:pt x="13696" y="13613"/>
                  </a:cubicBezTo>
                  <a:lnTo>
                    <a:pt x="229" y="5853"/>
                  </a:lnTo>
                  <a:cubicBezTo>
                    <a:pt x="158" y="5839"/>
                    <a:pt x="115" y="5782"/>
                    <a:pt x="101" y="5739"/>
                  </a:cubicBezTo>
                  <a:cubicBezTo>
                    <a:pt x="87" y="5668"/>
                    <a:pt x="144" y="5568"/>
                    <a:pt x="229" y="5553"/>
                  </a:cubicBezTo>
                  <a:lnTo>
                    <a:pt x="9602" y="133"/>
                  </a:lnTo>
                  <a:cubicBezTo>
                    <a:pt x="9701" y="76"/>
                    <a:pt x="9787" y="61"/>
                    <a:pt x="9887" y="61"/>
                  </a:cubicBezTo>
                  <a:close/>
                  <a:moveTo>
                    <a:pt x="9880" y="1"/>
                  </a:moveTo>
                  <a:cubicBezTo>
                    <a:pt x="9769" y="1"/>
                    <a:pt x="9659" y="26"/>
                    <a:pt x="9559" y="76"/>
                  </a:cubicBezTo>
                  <a:lnTo>
                    <a:pt x="172" y="5496"/>
                  </a:lnTo>
                  <a:cubicBezTo>
                    <a:pt x="129" y="5525"/>
                    <a:pt x="72" y="5568"/>
                    <a:pt x="58" y="5625"/>
                  </a:cubicBezTo>
                  <a:cubicBezTo>
                    <a:pt x="1" y="5753"/>
                    <a:pt x="72" y="5882"/>
                    <a:pt x="172" y="5910"/>
                  </a:cubicBezTo>
                  <a:lnTo>
                    <a:pt x="13639" y="13670"/>
                  </a:lnTo>
                  <a:cubicBezTo>
                    <a:pt x="13724" y="13728"/>
                    <a:pt x="13853" y="13742"/>
                    <a:pt x="13967" y="13742"/>
                  </a:cubicBezTo>
                  <a:cubicBezTo>
                    <a:pt x="14067" y="13742"/>
                    <a:pt x="14195" y="13699"/>
                    <a:pt x="14281" y="13670"/>
                  </a:cubicBezTo>
                  <a:lnTo>
                    <a:pt x="23667" y="8250"/>
                  </a:lnTo>
                  <a:cubicBezTo>
                    <a:pt x="23710" y="8235"/>
                    <a:pt x="23767" y="8178"/>
                    <a:pt x="23781" y="8121"/>
                  </a:cubicBezTo>
                  <a:cubicBezTo>
                    <a:pt x="23838" y="7993"/>
                    <a:pt x="23767" y="7879"/>
                    <a:pt x="23667" y="7836"/>
                  </a:cubicBezTo>
                  <a:lnTo>
                    <a:pt x="10201" y="76"/>
                  </a:lnTo>
                  <a:cubicBezTo>
                    <a:pt x="10101" y="26"/>
                    <a:pt x="9990" y="1"/>
                    <a:pt x="9880" y="1"/>
                  </a:cubicBez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1"/>
            <p:cNvSpPr/>
            <p:nvPr/>
          </p:nvSpPr>
          <p:spPr>
            <a:xfrm>
              <a:off x="2526650" y="1587875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78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1"/>
            <p:cNvSpPr/>
            <p:nvPr/>
          </p:nvSpPr>
          <p:spPr>
            <a:xfrm>
              <a:off x="2543750" y="1597500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1"/>
            <p:cNvSpPr/>
            <p:nvPr/>
          </p:nvSpPr>
          <p:spPr>
            <a:xfrm>
              <a:off x="2560150" y="1607475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3"/>
                  </a:lnTo>
                  <a:lnTo>
                    <a:pt x="29" y="5835"/>
                  </a:lnTo>
                  <a:lnTo>
                    <a:pt x="10030" y="44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1"/>
            <p:cNvSpPr/>
            <p:nvPr/>
          </p:nvSpPr>
          <p:spPr>
            <a:xfrm>
              <a:off x="2576925" y="1616750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1"/>
            <p:cNvSpPr/>
            <p:nvPr/>
          </p:nvSpPr>
          <p:spPr>
            <a:xfrm>
              <a:off x="2594050" y="162637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1"/>
            <p:cNvSpPr/>
            <p:nvPr/>
          </p:nvSpPr>
          <p:spPr>
            <a:xfrm>
              <a:off x="2610450" y="1636375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1"/>
            <p:cNvSpPr/>
            <p:nvPr/>
          </p:nvSpPr>
          <p:spPr>
            <a:xfrm>
              <a:off x="2627200" y="1645650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2643975" y="165562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1"/>
            <p:cNvSpPr/>
            <p:nvPr/>
          </p:nvSpPr>
          <p:spPr>
            <a:xfrm>
              <a:off x="2661100" y="1665250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1"/>
            <p:cNvSpPr/>
            <p:nvPr/>
          </p:nvSpPr>
          <p:spPr>
            <a:xfrm>
              <a:off x="2677850" y="1674525"/>
              <a:ext cx="250375" cy="145900"/>
            </a:xfrm>
            <a:custGeom>
              <a:avLst/>
              <a:gdLst/>
              <a:ahLst/>
              <a:cxnLst/>
              <a:rect l="l" t="t" r="r" b="b"/>
              <a:pathLst>
                <a:path w="10015" h="5836" extrusionOk="0">
                  <a:moveTo>
                    <a:pt x="10001" y="1"/>
                  </a:moveTo>
                  <a:lnTo>
                    <a:pt x="1" y="5793"/>
                  </a:lnTo>
                  <a:lnTo>
                    <a:pt x="29" y="5835"/>
                  </a:lnTo>
                  <a:lnTo>
                    <a:pt x="10015" y="44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2694250" y="1684525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1"/>
            <p:cNvSpPr/>
            <p:nvPr/>
          </p:nvSpPr>
          <p:spPr>
            <a:xfrm>
              <a:off x="2711375" y="1694150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1"/>
            <p:cNvSpPr/>
            <p:nvPr/>
          </p:nvSpPr>
          <p:spPr>
            <a:xfrm>
              <a:off x="2727775" y="1703775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2744550" y="1713400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1"/>
            <p:cNvSpPr/>
            <p:nvPr/>
          </p:nvSpPr>
          <p:spPr>
            <a:xfrm>
              <a:off x="2761650" y="1723025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3"/>
                  </a:lnTo>
                  <a:lnTo>
                    <a:pt x="29" y="5835"/>
                  </a:lnTo>
                  <a:lnTo>
                    <a:pt x="10029" y="44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2778075" y="1732675"/>
              <a:ext cx="250725" cy="145875"/>
            </a:xfrm>
            <a:custGeom>
              <a:avLst/>
              <a:gdLst/>
              <a:ahLst/>
              <a:cxnLst/>
              <a:rect l="l" t="t" r="r" b="b"/>
              <a:pathLst>
                <a:path w="10029" h="5835" extrusionOk="0">
                  <a:moveTo>
                    <a:pt x="10000" y="0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2795175" y="1742300"/>
              <a:ext cx="250750" cy="145875"/>
            </a:xfrm>
            <a:custGeom>
              <a:avLst/>
              <a:gdLst/>
              <a:ahLst/>
              <a:cxnLst/>
              <a:rect l="l" t="t" r="r" b="b"/>
              <a:pathLst>
                <a:path w="10030" h="5835" extrusionOk="0">
                  <a:moveTo>
                    <a:pt x="10001" y="0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2811600" y="175227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2828350" y="1761550"/>
              <a:ext cx="250750" cy="145900"/>
            </a:xfrm>
            <a:custGeom>
              <a:avLst/>
              <a:gdLst/>
              <a:ahLst/>
              <a:cxnLst/>
              <a:rect l="l" t="t" r="r" b="b"/>
              <a:pathLst>
                <a:path w="10030" h="5836" extrusionOk="0">
                  <a:moveTo>
                    <a:pt x="10001" y="1"/>
                  </a:moveTo>
                  <a:lnTo>
                    <a:pt x="1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1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2845475" y="1771175"/>
              <a:ext cx="250725" cy="145900"/>
            </a:xfrm>
            <a:custGeom>
              <a:avLst/>
              <a:gdLst/>
              <a:ahLst/>
              <a:cxnLst/>
              <a:rect l="l" t="t" r="r" b="b"/>
              <a:pathLst>
                <a:path w="10029" h="5836" extrusionOk="0">
                  <a:moveTo>
                    <a:pt x="10000" y="1"/>
                  </a:moveTo>
                  <a:lnTo>
                    <a:pt x="0" y="5792"/>
                  </a:lnTo>
                  <a:lnTo>
                    <a:pt x="29" y="5835"/>
                  </a:lnTo>
                  <a:lnTo>
                    <a:pt x="10029" y="43"/>
                  </a:lnTo>
                  <a:lnTo>
                    <a:pt x="10000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3178200" y="1735700"/>
              <a:ext cx="23225" cy="11850"/>
            </a:xfrm>
            <a:custGeom>
              <a:avLst/>
              <a:gdLst/>
              <a:ahLst/>
              <a:cxnLst/>
              <a:rect l="l" t="t" r="r" b="b"/>
              <a:pathLst>
                <a:path w="929" h="474" extrusionOk="0">
                  <a:moveTo>
                    <a:pt x="443" y="0"/>
                  </a:moveTo>
                  <a:cubicBezTo>
                    <a:pt x="375" y="0"/>
                    <a:pt x="308" y="7"/>
                    <a:pt x="243" y="22"/>
                  </a:cubicBezTo>
                  <a:cubicBezTo>
                    <a:pt x="215" y="22"/>
                    <a:pt x="172" y="50"/>
                    <a:pt x="144" y="64"/>
                  </a:cubicBezTo>
                  <a:cubicBezTo>
                    <a:pt x="86" y="79"/>
                    <a:pt x="58" y="122"/>
                    <a:pt x="29" y="164"/>
                  </a:cubicBezTo>
                  <a:cubicBezTo>
                    <a:pt x="1" y="264"/>
                    <a:pt x="58" y="364"/>
                    <a:pt x="144" y="407"/>
                  </a:cubicBezTo>
                  <a:cubicBezTo>
                    <a:pt x="242" y="451"/>
                    <a:pt x="340" y="474"/>
                    <a:pt x="441" y="474"/>
                  </a:cubicBezTo>
                  <a:cubicBezTo>
                    <a:pt x="502" y="474"/>
                    <a:pt x="564" y="466"/>
                    <a:pt x="629" y="450"/>
                  </a:cubicBezTo>
                  <a:cubicBezTo>
                    <a:pt x="671" y="435"/>
                    <a:pt x="728" y="421"/>
                    <a:pt x="771" y="407"/>
                  </a:cubicBezTo>
                  <a:cubicBezTo>
                    <a:pt x="785" y="378"/>
                    <a:pt x="814" y="364"/>
                    <a:pt x="843" y="350"/>
                  </a:cubicBezTo>
                  <a:cubicBezTo>
                    <a:pt x="928" y="264"/>
                    <a:pt x="914" y="136"/>
                    <a:pt x="743" y="79"/>
                  </a:cubicBezTo>
                  <a:cubicBezTo>
                    <a:pt x="714" y="50"/>
                    <a:pt x="671" y="50"/>
                    <a:pt x="643" y="22"/>
                  </a:cubicBezTo>
                  <a:cubicBezTo>
                    <a:pt x="579" y="7"/>
                    <a:pt x="511" y="0"/>
                    <a:pt x="443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1"/>
            <p:cNvSpPr/>
            <p:nvPr/>
          </p:nvSpPr>
          <p:spPr>
            <a:xfrm>
              <a:off x="3131850" y="1708950"/>
              <a:ext cx="23550" cy="12325"/>
            </a:xfrm>
            <a:custGeom>
              <a:avLst/>
              <a:gdLst/>
              <a:ahLst/>
              <a:cxnLst/>
              <a:rect l="l" t="t" r="r" b="b"/>
              <a:pathLst>
                <a:path w="942" h="493" extrusionOk="0">
                  <a:moveTo>
                    <a:pt x="443" y="0"/>
                  </a:moveTo>
                  <a:cubicBezTo>
                    <a:pt x="375" y="0"/>
                    <a:pt x="307" y="8"/>
                    <a:pt x="243" y="22"/>
                  </a:cubicBezTo>
                  <a:cubicBezTo>
                    <a:pt x="214" y="22"/>
                    <a:pt x="172" y="50"/>
                    <a:pt x="143" y="65"/>
                  </a:cubicBezTo>
                  <a:cubicBezTo>
                    <a:pt x="72" y="93"/>
                    <a:pt x="29" y="136"/>
                    <a:pt x="15" y="193"/>
                  </a:cubicBezTo>
                  <a:cubicBezTo>
                    <a:pt x="0" y="279"/>
                    <a:pt x="57" y="378"/>
                    <a:pt x="143" y="421"/>
                  </a:cubicBezTo>
                  <a:cubicBezTo>
                    <a:pt x="241" y="470"/>
                    <a:pt x="351" y="492"/>
                    <a:pt x="466" y="492"/>
                  </a:cubicBezTo>
                  <a:cubicBezTo>
                    <a:pt x="520" y="492"/>
                    <a:pt x="574" y="487"/>
                    <a:pt x="628" y="478"/>
                  </a:cubicBezTo>
                  <a:cubicBezTo>
                    <a:pt x="671" y="450"/>
                    <a:pt x="728" y="435"/>
                    <a:pt x="771" y="421"/>
                  </a:cubicBezTo>
                  <a:cubicBezTo>
                    <a:pt x="799" y="407"/>
                    <a:pt x="813" y="378"/>
                    <a:pt x="828" y="364"/>
                  </a:cubicBezTo>
                  <a:cubicBezTo>
                    <a:pt x="942" y="264"/>
                    <a:pt x="928" y="136"/>
                    <a:pt x="742" y="79"/>
                  </a:cubicBezTo>
                  <a:cubicBezTo>
                    <a:pt x="714" y="50"/>
                    <a:pt x="671" y="50"/>
                    <a:pt x="642" y="22"/>
                  </a:cubicBezTo>
                  <a:cubicBezTo>
                    <a:pt x="578" y="8"/>
                    <a:pt x="510" y="0"/>
                    <a:pt x="443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3086200" y="1682200"/>
              <a:ext cx="23200" cy="12325"/>
            </a:xfrm>
            <a:custGeom>
              <a:avLst/>
              <a:gdLst/>
              <a:ahLst/>
              <a:cxnLst/>
              <a:rect l="l" t="t" r="r" b="b"/>
              <a:pathLst>
                <a:path w="928" h="493" extrusionOk="0">
                  <a:moveTo>
                    <a:pt x="455" y="0"/>
                  </a:moveTo>
                  <a:cubicBezTo>
                    <a:pt x="389" y="0"/>
                    <a:pt x="321" y="8"/>
                    <a:pt x="257" y="22"/>
                  </a:cubicBezTo>
                  <a:cubicBezTo>
                    <a:pt x="214" y="22"/>
                    <a:pt x="186" y="50"/>
                    <a:pt x="143" y="65"/>
                  </a:cubicBezTo>
                  <a:cubicBezTo>
                    <a:pt x="72" y="93"/>
                    <a:pt x="43" y="136"/>
                    <a:pt x="29" y="193"/>
                  </a:cubicBezTo>
                  <a:cubicBezTo>
                    <a:pt x="0" y="279"/>
                    <a:pt x="57" y="379"/>
                    <a:pt x="143" y="421"/>
                  </a:cubicBezTo>
                  <a:cubicBezTo>
                    <a:pt x="241" y="470"/>
                    <a:pt x="351" y="492"/>
                    <a:pt x="462" y="492"/>
                  </a:cubicBezTo>
                  <a:cubicBezTo>
                    <a:pt x="513" y="492"/>
                    <a:pt x="564" y="487"/>
                    <a:pt x="614" y="478"/>
                  </a:cubicBezTo>
                  <a:cubicBezTo>
                    <a:pt x="671" y="450"/>
                    <a:pt x="714" y="436"/>
                    <a:pt x="756" y="421"/>
                  </a:cubicBezTo>
                  <a:cubicBezTo>
                    <a:pt x="785" y="407"/>
                    <a:pt x="814" y="379"/>
                    <a:pt x="828" y="364"/>
                  </a:cubicBezTo>
                  <a:cubicBezTo>
                    <a:pt x="928" y="264"/>
                    <a:pt x="899" y="136"/>
                    <a:pt x="756" y="79"/>
                  </a:cubicBezTo>
                  <a:cubicBezTo>
                    <a:pt x="714" y="50"/>
                    <a:pt x="685" y="50"/>
                    <a:pt x="642" y="22"/>
                  </a:cubicBezTo>
                  <a:cubicBezTo>
                    <a:pt x="585" y="8"/>
                    <a:pt x="521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3039825" y="1655900"/>
              <a:ext cx="23225" cy="11875"/>
            </a:xfrm>
            <a:custGeom>
              <a:avLst/>
              <a:gdLst/>
              <a:ahLst/>
              <a:cxnLst/>
              <a:rect l="l" t="t" r="r" b="b"/>
              <a:pathLst>
                <a:path w="929" h="475" extrusionOk="0">
                  <a:moveTo>
                    <a:pt x="456" y="0"/>
                  </a:moveTo>
                  <a:cubicBezTo>
                    <a:pt x="390" y="0"/>
                    <a:pt x="322" y="11"/>
                    <a:pt x="258" y="33"/>
                  </a:cubicBezTo>
                  <a:cubicBezTo>
                    <a:pt x="215" y="33"/>
                    <a:pt x="186" y="47"/>
                    <a:pt x="144" y="61"/>
                  </a:cubicBezTo>
                  <a:cubicBezTo>
                    <a:pt x="101" y="75"/>
                    <a:pt x="58" y="118"/>
                    <a:pt x="44" y="175"/>
                  </a:cubicBezTo>
                  <a:cubicBezTo>
                    <a:pt x="1" y="261"/>
                    <a:pt x="58" y="361"/>
                    <a:pt x="144" y="403"/>
                  </a:cubicBezTo>
                  <a:cubicBezTo>
                    <a:pt x="261" y="452"/>
                    <a:pt x="371" y="474"/>
                    <a:pt x="479" y="474"/>
                  </a:cubicBezTo>
                  <a:cubicBezTo>
                    <a:pt x="529" y="474"/>
                    <a:pt x="579" y="470"/>
                    <a:pt x="629" y="460"/>
                  </a:cubicBezTo>
                  <a:cubicBezTo>
                    <a:pt x="686" y="432"/>
                    <a:pt x="743" y="418"/>
                    <a:pt x="771" y="403"/>
                  </a:cubicBezTo>
                  <a:cubicBezTo>
                    <a:pt x="814" y="389"/>
                    <a:pt x="828" y="361"/>
                    <a:pt x="843" y="346"/>
                  </a:cubicBezTo>
                  <a:cubicBezTo>
                    <a:pt x="928" y="261"/>
                    <a:pt x="914" y="132"/>
                    <a:pt x="757" y="75"/>
                  </a:cubicBezTo>
                  <a:cubicBezTo>
                    <a:pt x="714" y="47"/>
                    <a:pt x="686" y="47"/>
                    <a:pt x="643" y="33"/>
                  </a:cubicBezTo>
                  <a:cubicBezTo>
                    <a:pt x="586" y="11"/>
                    <a:pt x="522" y="0"/>
                    <a:pt x="45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1"/>
            <p:cNvSpPr/>
            <p:nvPr/>
          </p:nvSpPr>
          <p:spPr>
            <a:xfrm>
              <a:off x="2993475" y="1629150"/>
              <a:ext cx="23925" cy="11875"/>
            </a:xfrm>
            <a:custGeom>
              <a:avLst/>
              <a:gdLst/>
              <a:ahLst/>
              <a:cxnLst/>
              <a:rect l="l" t="t" r="r" b="b"/>
              <a:pathLst>
                <a:path w="957" h="475" extrusionOk="0">
                  <a:moveTo>
                    <a:pt x="455" y="1"/>
                  </a:moveTo>
                  <a:cubicBezTo>
                    <a:pt x="389" y="1"/>
                    <a:pt x="321" y="11"/>
                    <a:pt x="257" y="33"/>
                  </a:cubicBezTo>
                  <a:cubicBezTo>
                    <a:pt x="214" y="33"/>
                    <a:pt x="186" y="47"/>
                    <a:pt x="143" y="61"/>
                  </a:cubicBezTo>
                  <a:cubicBezTo>
                    <a:pt x="86" y="75"/>
                    <a:pt x="57" y="118"/>
                    <a:pt x="43" y="175"/>
                  </a:cubicBezTo>
                  <a:cubicBezTo>
                    <a:pt x="0" y="261"/>
                    <a:pt x="57" y="361"/>
                    <a:pt x="143" y="404"/>
                  </a:cubicBezTo>
                  <a:cubicBezTo>
                    <a:pt x="260" y="452"/>
                    <a:pt x="370" y="474"/>
                    <a:pt x="479" y="474"/>
                  </a:cubicBezTo>
                  <a:cubicBezTo>
                    <a:pt x="529" y="474"/>
                    <a:pt x="578" y="470"/>
                    <a:pt x="628" y="461"/>
                  </a:cubicBezTo>
                  <a:cubicBezTo>
                    <a:pt x="685" y="432"/>
                    <a:pt x="728" y="418"/>
                    <a:pt x="771" y="404"/>
                  </a:cubicBezTo>
                  <a:cubicBezTo>
                    <a:pt x="799" y="389"/>
                    <a:pt x="828" y="361"/>
                    <a:pt x="842" y="346"/>
                  </a:cubicBezTo>
                  <a:cubicBezTo>
                    <a:pt x="956" y="261"/>
                    <a:pt x="928" y="132"/>
                    <a:pt x="756" y="75"/>
                  </a:cubicBezTo>
                  <a:cubicBezTo>
                    <a:pt x="714" y="47"/>
                    <a:pt x="685" y="47"/>
                    <a:pt x="642" y="33"/>
                  </a:cubicBezTo>
                  <a:cubicBezTo>
                    <a:pt x="585" y="11"/>
                    <a:pt x="521" y="1"/>
                    <a:pt x="455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1"/>
            <p:cNvSpPr/>
            <p:nvPr/>
          </p:nvSpPr>
          <p:spPr>
            <a:xfrm>
              <a:off x="2947825" y="1602400"/>
              <a:ext cx="23200" cy="12225"/>
            </a:xfrm>
            <a:custGeom>
              <a:avLst/>
              <a:gdLst/>
              <a:ahLst/>
              <a:cxnLst/>
              <a:rect l="l" t="t" r="r" b="b"/>
              <a:pathLst>
                <a:path w="928" h="489" extrusionOk="0">
                  <a:moveTo>
                    <a:pt x="443" y="1"/>
                  </a:moveTo>
                  <a:cubicBezTo>
                    <a:pt x="375" y="1"/>
                    <a:pt x="307" y="11"/>
                    <a:pt x="243" y="33"/>
                  </a:cubicBezTo>
                  <a:cubicBezTo>
                    <a:pt x="214" y="33"/>
                    <a:pt x="172" y="47"/>
                    <a:pt x="143" y="61"/>
                  </a:cubicBezTo>
                  <a:cubicBezTo>
                    <a:pt x="57" y="76"/>
                    <a:pt x="29" y="133"/>
                    <a:pt x="15" y="190"/>
                  </a:cubicBezTo>
                  <a:cubicBezTo>
                    <a:pt x="0" y="275"/>
                    <a:pt x="29" y="389"/>
                    <a:pt x="143" y="418"/>
                  </a:cubicBezTo>
                  <a:cubicBezTo>
                    <a:pt x="250" y="467"/>
                    <a:pt x="358" y="489"/>
                    <a:pt x="465" y="489"/>
                  </a:cubicBezTo>
                  <a:cubicBezTo>
                    <a:pt x="514" y="489"/>
                    <a:pt x="564" y="484"/>
                    <a:pt x="614" y="475"/>
                  </a:cubicBezTo>
                  <a:cubicBezTo>
                    <a:pt x="671" y="461"/>
                    <a:pt x="728" y="432"/>
                    <a:pt x="756" y="418"/>
                  </a:cubicBezTo>
                  <a:cubicBezTo>
                    <a:pt x="785" y="404"/>
                    <a:pt x="814" y="389"/>
                    <a:pt x="828" y="361"/>
                  </a:cubicBezTo>
                  <a:cubicBezTo>
                    <a:pt x="928" y="261"/>
                    <a:pt x="899" y="133"/>
                    <a:pt x="742" y="76"/>
                  </a:cubicBezTo>
                  <a:cubicBezTo>
                    <a:pt x="714" y="47"/>
                    <a:pt x="671" y="47"/>
                    <a:pt x="642" y="33"/>
                  </a:cubicBezTo>
                  <a:cubicBezTo>
                    <a:pt x="578" y="11"/>
                    <a:pt x="510" y="1"/>
                    <a:pt x="443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2901825" y="1575650"/>
              <a:ext cx="23200" cy="12225"/>
            </a:xfrm>
            <a:custGeom>
              <a:avLst/>
              <a:gdLst/>
              <a:ahLst/>
              <a:cxnLst/>
              <a:rect l="l" t="t" r="r" b="b"/>
              <a:pathLst>
                <a:path w="928" h="489" extrusionOk="0">
                  <a:moveTo>
                    <a:pt x="442" y="1"/>
                  </a:moveTo>
                  <a:cubicBezTo>
                    <a:pt x="375" y="1"/>
                    <a:pt x="307" y="11"/>
                    <a:pt x="243" y="33"/>
                  </a:cubicBezTo>
                  <a:cubicBezTo>
                    <a:pt x="214" y="33"/>
                    <a:pt x="171" y="47"/>
                    <a:pt x="143" y="61"/>
                  </a:cubicBezTo>
                  <a:cubicBezTo>
                    <a:pt x="86" y="76"/>
                    <a:pt x="29" y="133"/>
                    <a:pt x="14" y="190"/>
                  </a:cubicBezTo>
                  <a:cubicBezTo>
                    <a:pt x="0" y="275"/>
                    <a:pt x="57" y="389"/>
                    <a:pt x="143" y="418"/>
                  </a:cubicBezTo>
                  <a:cubicBezTo>
                    <a:pt x="250" y="467"/>
                    <a:pt x="357" y="489"/>
                    <a:pt x="469" y="489"/>
                  </a:cubicBezTo>
                  <a:cubicBezTo>
                    <a:pt x="521" y="489"/>
                    <a:pt x="574" y="484"/>
                    <a:pt x="628" y="475"/>
                  </a:cubicBezTo>
                  <a:cubicBezTo>
                    <a:pt x="671" y="461"/>
                    <a:pt x="728" y="432"/>
                    <a:pt x="771" y="418"/>
                  </a:cubicBezTo>
                  <a:cubicBezTo>
                    <a:pt x="799" y="404"/>
                    <a:pt x="813" y="389"/>
                    <a:pt x="842" y="361"/>
                  </a:cubicBezTo>
                  <a:cubicBezTo>
                    <a:pt x="927" y="275"/>
                    <a:pt x="913" y="147"/>
                    <a:pt x="742" y="76"/>
                  </a:cubicBezTo>
                  <a:cubicBezTo>
                    <a:pt x="713" y="47"/>
                    <a:pt x="671" y="47"/>
                    <a:pt x="642" y="33"/>
                  </a:cubicBezTo>
                  <a:cubicBezTo>
                    <a:pt x="578" y="11"/>
                    <a:pt x="510" y="1"/>
                    <a:pt x="442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2855800" y="1549900"/>
              <a:ext cx="23225" cy="11750"/>
            </a:xfrm>
            <a:custGeom>
              <a:avLst/>
              <a:gdLst/>
              <a:ahLst/>
              <a:cxnLst/>
              <a:rect l="l" t="t" r="r" b="b"/>
              <a:pathLst>
                <a:path w="929" h="470" extrusionOk="0">
                  <a:moveTo>
                    <a:pt x="445" y="0"/>
                  </a:moveTo>
                  <a:cubicBezTo>
                    <a:pt x="379" y="0"/>
                    <a:pt x="315" y="7"/>
                    <a:pt x="258" y="21"/>
                  </a:cubicBezTo>
                  <a:cubicBezTo>
                    <a:pt x="215" y="21"/>
                    <a:pt x="186" y="36"/>
                    <a:pt x="144" y="64"/>
                  </a:cubicBezTo>
                  <a:cubicBezTo>
                    <a:pt x="87" y="78"/>
                    <a:pt x="58" y="107"/>
                    <a:pt x="44" y="164"/>
                  </a:cubicBezTo>
                  <a:cubicBezTo>
                    <a:pt x="1" y="250"/>
                    <a:pt x="58" y="364"/>
                    <a:pt x="144" y="392"/>
                  </a:cubicBezTo>
                  <a:cubicBezTo>
                    <a:pt x="241" y="441"/>
                    <a:pt x="344" y="469"/>
                    <a:pt x="454" y="469"/>
                  </a:cubicBezTo>
                  <a:cubicBezTo>
                    <a:pt x="506" y="469"/>
                    <a:pt x="559" y="463"/>
                    <a:pt x="614" y="449"/>
                  </a:cubicBezTo>
                  <a:cubicBezTo>
                    <a:pt x="657" y="435"/>
                    <a:pt x="714" y="421"/>
                    <a:pt x="757" y="392"/>
                  </a:cubicBezTo>
                  <a:cubicBezTo>
                    <a:pt x="786" y="378"/>
                    <a:pt x="800" y="364"/>
                    <a:pt x="814" y="335"/>
                  </a:cubicBezTo>
                  <a:cubicBezTo>
                    <a:pt x="928" y="235"/>
                    <a:pt x="900" y="107"/>
                    <a:pt x="757" y="78"/>
                  </a:cubicBezTo>
                  <a:cubicBezTo>
                    <a:pt x="714" y="36"/>
                    <a:pt x="686" y="36"/>
                    <a:pt x="643" y="21"/>
                  </a:cubicBezTo>
                  <a:cubicBezTo>
                    <a:pt x="579" y="7"/>
                    <a:pt x="511" y="0"/>
                    <a:pt x="44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2809800" y="1523150"/>
              <a:ext cx="22850" cy="11750"/>
            </a:xfrm>
            <a:custGeom>
              <a:avLst/>
              <a:gdLst/>
              <a:ahLst/>
              <a:cxnLst/>
              <a:rect l="l" t="t" r="r" b="b"/>
              <a:pathLst>
                <a:path w="914" h="470" extrusionOk="0">
                  <a:moveTo>
                    <a:pt x="455" y="0"/>
                  </a:moveTo>
                  <a:cubicBezTo>
                    <a:pt x="389" y="0"/>
                    <a:pt x="322" y="7"/>
                    <a:pt x="257" y="22"/>
                  </a:cubicBezTo>
                  <a:cubicBezTo>
                    <a:pt x="215" y="22"/>
                    <a:pt x="186" y="36"/>
                    <a:pt x="143" y="64"/>
                  </a:cubicBezTo>
                  <a:cubicBezTo>
                    <a:pt x="101" y="79"/>
                    <a:pt x="58" y="107"/>
                    <a:pt x="44" y="164"/>
                  </a:cubicBezTo>
                  <a:cubicBezTo>
                    <a:pt x="1" y="250"/>
                    <a:pt x="58" y="364"/>
                    <a:pt x="143" y="392"/>
                  </a:cubicBezTo>
                  <a:cubicBezTo>
                    <a:pt x="240" y="441"/>
                    <a:pt x="350" y="470"/>
                    <a:pt x="460" y="470"/>
                  </a:cubicBezTo>
                  <a:cubicBezTo>
                    <a:pt x="512" y="470"/>
                    <a:pt x="564" y="463"/>
                    <a:pt x="614" y="449"/>
                  </a:cubicBezTo>
                  <a:cubicBezTo>
                    <a:pt x="671" y="435"/>
                    <a:pt x="714" y="421"/>
                    <a:pt x="757" y="392"/>
                  </a:cubicBezTo>
                  <a:cubicBezTo>
                    <a:pt x="785" y="378"/>
                    <a:pt x="814" y="364"/>
                    <a:pt x="828" y="335"/>
                  </a:cubicBezTo>
                  <a:cubicBezTo>
                    <a:pt x="914" y="236"/>
                    <a:pt x="899" y="107"/>
                    <a:pt x="757" y="79"/>
                  </a:cubicBezTo>
                  <a:cubicBezTo>
                    <a:pt x="714" y="36"/>
                    <a:pt x="685" y="36"/>
                    <a:pt x="643" y="22"/>
                  </a:cubicBezTo>
                  <a:cubicBezTo>
                    <a:pt x="586" y="7"/>
                    <a:pt x="521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1"/>
            <p:cNvSpPr/>
            <p:nvPr/>
          </p:nvSpPr>
          <p:spPr>
            <a:xfrm>
              <a:off x="2763450" y="1496400"/>
              <a:ext cx="23200" cy="11750"/>
            </a:xfrm>
            <a:custGeom>
              <a:avLst/>
              <a:gdLst/>
              <a:ahLst/>
              <a:cxnLst/>
              <a:rect l="l" t="t" r="r" b="b"/>
              <a:pathLst>
                <a:path w="928" h="470" extrusionOk="0">
                  <a:moveTo>
                    <a:pt x="455" y="0"/>
                  </a:moveTo>
                  <a:cubicBezTo>
                    <a:pt x="389" y="0"/>
                    <a:pt x="321" y="7"/>
                    <a:pt x="257" y="22"/>
                  </a:cubicBezTo>
                  <a:cubicBezTo>
                    <a:pt x="214" y="22"/>
                    <a:pt x="186" y="36"/>
                    <a:pt x="143" y="64"/>
                  </a:cubicBezTo>
                  <a:cubicBezTo>
                    <a:pt x="100" y="79"/>
                    <a:pt x="57" y="107"/>
                    <a:pt x="43" y="164"/>
                  </a:cubicBezTo>
                  <a:cubicBezTo>
                    <a:pt x="0" y="250"/>
                    <a:pt x="57" y="364"/>
                    <a:pt x="143" y="393"/>
                  </a:cubicBezTo>
                  <a:cubicBezTo>
                    <a:pt x="259" y="441"/>
                    <a:pt x="369" y="470"/>
                    <a:pt x="477" y="470"/>
                  </a:cubicBezTo>
                  <a:cubicBezTo>
                    <a:pt x="527" y="470"/>
                    <a:pt x="578" y="463"/>
                    <a:pt x="628" y="450"/>
                  </a:cubicBezTo>
                  <a:cubicBezTo>
                    <a:pt x="685" y="435"/>
                    <a:pt x="742" y="421"/>
                    <a:pt x="771" y="393"/>
                  </a:cubicBezTo>
                  <a:cubicBezTo>
                    <a:pt x="785" y="378"/>
                    <a:pt x="828" y="364"/>
                    <a:pt x="842" y="335"/>
                  </a:cubicBezTo>
                  <a:cubicBezTo>
                    <a:pt x="927" y="250"/>
                    <a:pt x="913" y="136"/>
                    <a:pt x="756" y="79"/>
                  </a:cubicBezTo>
                  <a:cubicBezTo>
                    <a:pt x="713" y="36"/>
                    <a:pt x="685" y="36"/>
                    <a:pt x="642" y="22"/>
                  </a:cubicBezTo>
                  <a:cubicBezTo>
                    <a:pt x="585" y="7"/>
                    <a:pt x="521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1"/>
            <p:cNvSpPr/>
            <p:nvPr/>
          </p:nvSpPr>
          <p:spPr>
            <a:xfrm>
              <a:off x="3137200" y="1758925"/>
              <a:ext cx="22125" cy="12375"/>
            </a:xfrm>
            <a:custGeom>
              <a:avLst/>
              <a:gdLst/>
              <a:ahLst/>
              <a:cxnLst/>
              <a:rect l="l" t="t" r="r" b="b"/>
              <a:pathLst>
                <a:path w="885" h="495" extrusionOk="0">
                  <a:moveTo>
                    <a:pt x="465" y="0"/>
                  </a:moveTo>
                  <a:cubicBezTo>
                    <a:pt x="358" y="0"/>
                    <a:pt x="247" y="25"/>
                    <a:pt x="143" y="77"/>
                  </a:cubicBezTo>
                  <a:cubicBezTo>
                    <a:pt x="57" y="120"/>
                    <a:pt x="0" y="220"/>
                    <a:pt x="29" y="305"/>
                  </a:cubicBezTo>
                  <a:cubicBezTo>
                    <a:pt x="57" y="362"/>
                    <a:pt x="86" y="405"/>
                    <a:pt x="143" y="419"/>
                  </a:cubicBezTo>
                  <a:cubicBezTo>
                    <a:pt x="243" y="469"/>
                    <a:pt x="350" y="494"/>
                    <a:pt x="453" y="494"/>
                  </a:cubicBezTo>
                  <a:cubicBezTo>
                    <a:pt x="557" y="494"/>
                    <a:pt x="657" y="469"/>
                    <a:pt x="742" y="419"/>
                  </a:cubicBezTo>
                  <a:cubicBezTo>
                    <a:pt x="842" y="377"/>
                    <a:pt x="885" y="277"/>
                    <a:pt x="871" y="191"/>
                  </a:cubicBezTo>
                  <a:cubicBezTo>
                    <a:pt x="856" y="134"/>
                    <a:pt x="799" y="77"/>
                    <a:pt x="742" y="63"/>
                  </a:cubicBezTo>
                  <a:cubicBezTo>
                    <a:pt x="660" y="22"/>
                    <a:pt x="564" y="0"/>
                    <a:pt x="46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3143975" y="1729825"/>
              <a:ext cx="55300" cy="41375"/>
            </a:xfrm>
            <a:custGeom>
              <a:avLst/>
              <a:gdLst/>
              <a:ahLst/>
              <a:cxnLst/>
              <a:rect l="l" t="t" r="r" b="b"/>
              <a:pathLst>
                <a:path w="2212" h="1655" extrusionOk="0">
                  <a:moveTo>
                    <a:pt x="1486" y="0"/>
                  </a:moveTo>
                  <a:cubicBezTo>
                    <a:pt x="1328" y="0"/>
                    <a:pt x="1171" y="47"/>
                    <a:pt x="1027" y="143"/>
                  </a:cubicBezTo>
                  <a:cubicBezTo>
                    <a:pt x="657" y="385"/>
                    <a:pt x="357" y="742"/>
                    <a:pt x="172" y="1155"/>
                  </a:cubicBezTo>
                  <a:cubicBezTo>
                    <a:pt x="100" y="1298"/>
                    <a:pt x="43" y="1455"/>
                    <a:pt x="0" y="1612"/>
                  </a:cubicBezTo>
                  <a:cubicBezTo>
                    <a:pt x="15" y="1612"/>
                    <a:pt x="15" y="1612"/>
                    <a:pt x="29" y="1640"/>
                  </a:cubicBezTo>
                  <a:cubicBezTo>
                    <a:pt x="43" y="1640"/>
                    <a:pt x="86" y="1655"/>
                    <a:pt x="100" y="1655"/>
                  </a:cubicBezTo>
                  <a:lnTo>
                    <a:pt x="214" y="1655"/>
                  </a:lnTo>
                  <a:cubicBezTo>
                    <a:pt x="257" y="1484"/>
                    <a:pt x="314" y="1327"/>
                    <a:pt x="386" y="1184"/>
                  </a:cubicBezTo>
                  <a:cubicBezTo>
                    <a:pt x="542" y="827"/>
                    <a:pt x="799" y="542"/>
                    <a:pt x="1113" y="328"/>
                  </a:cubicBezTo>
                  <a:cubicBezTo>
                    <a:pt x="1227" y="257"/>
                    <a:pt x="1370" y="228"/>
                    <a:pt x="1498" y="228"/>
                  </a:cubicBezTo>
                  <a:cubicBezTo>
                    <a:pt x="1527" y="228"/>
                    <a:pt x="1570" y="228"/>
                    <a:pt x="1612" y="242"/>
                  </a:cubicBezTo>
                  <a:cubicBezTo>
                    <a:pt x="1655" y="257"/>
                    <a:pt x="1684" y="257"/>
                    <a:pt x="1727" y="271"/>
                  </a:cubicBezTo>
                  <a:cubicBezTo>
                    <a:pt x="1869" y="371"/>
                    <a:pt x="1955" y="513"/>
                    <a:pt x="1998" y="685"/>
                  </a:cubicBezTo>
                  <a:cubicBezTo>
                    <a:pt x="2040" y="670"/>
                    <a:pt x="2083" y="656"/>
                    <a:pt x="2140" y="628"/>
                  </a:cubicBezTo>
                  <a:cubicBezTo>
                    <a:pt x="2154" y="613"/>
                    <a:pt x="2183" y="599"/>
                    <a:pt x="2212" y="585"/>
                  </a:cubicBezTo>
                  <a:cubicBezTo>
                    <a:pt x="2169" y="456"/>
                    <a:pt x="2097" y="328"/>
                    <a:pt x="2026" y="242"/>
                  </a:cubicBezTo>
                  <a:cubicBezTo>
                    <a:pt x="1969" y="171"/>
                    <a:pt x="1926" y="143"/>
                    <a:pt x="1855" y="86"/>
                  </a:cubicBezTo>
                  <a:cubicBezTo>
                    <a:pt x="1736" y="29"/>
                    <a:pt x="1611" y="0"/>
                    <a:pt x="148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1"/>
            <p:cNvSpPr/>
            <p:nvPr/>
          </p:nvSpPr>
          <p:spPr>
            <a:xfrm>
              <a:off x="3091200" y="1732175"/>
              <a:ext cx="22125" cy="12375"/>
            </a:xfrm>
            <a:custGeom>
              <a:avLst/>
              <a:gdLst/>
              <a:ahLst/>
              <a:cxnLst/>
              <a:rect l="l" t="t" r="r" b="b"/>
              <a:pathLst>
                <a:path w="885" h="495" extrusionOk="0">
                  <a:moveTo>
                    <a:pt x="465" y="0"/>
                  </a:moveTo>
                  <a:cubicBezTo>
                    <a:pt x="358" y="0"/>
                    <a:pt x="246" y="25"/>
                    <a:pt x="143" y="77"/>
                  </a:cubicBezTo>
                  <a:cubicBezTo>
                    <a:pt x="57" y="120"/>
                    <a:pt x="0" y="220"/>
                    <a:pt x="29" y="305"/>
                  </a:cubicBezTo>
                  <a:cubicBezTo>
                    <a:pt x="57" y="362"/>
                    <a:pt x="86" y="405"/>
                    <a:pt x="143" y="419"/>
                  </a:cubicBezTo>
                  <a:cubicBezTo>
                    <a:pt x="243" y="469"/>
                    <a:pt x="350" y="494"/>
                    <a:pt x="453" y="494"/>
                  </a:cubicBezTo>
                  <a:cubicBezTo>
                    <a:pt x="556" y="494"/>
                    <a:pt x="656" y="469"/>
                    <a:pt x="742" y="419"/>
                  </a:cubicBezTo>
                  <a:cubicBezTo>
                    <a:pt x="842" y="377"/>
                    <a:pt x="885" y="277"/>
                    <a:pt x="870" y="191"/>
                  </a:cubicBezTo>
                  <a:cubicBezTo>
                    <a:pt x="856" y="134"/>
                    <a:pt x="799" y="77"/>
                    <a:pt x="742" y="63"/>
                  </a:cubicBezTo>
                  <a:cubicBezTo>
                    <a:pt x="660" y="22"/>
                    <a:pt x="564" y="0"/>
                    <a:pt x="46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3097600" y="1702925"/>
              <a:ext cx="55325" cy="41175"/>
            </a:xfrm>
            <a:custGeom>
              <a:avLst/>
              <a:gdLst/>
              <a:ahLst/>
              <a:cxnLst/>
              <a:rect l="l" t="t" r="r" b="b"/>
              <a:pathLst>
                <a:path w="2213" h="1647" extrusionOk="0">
                  <a:moveTo>
                    <a:pt x="1517" y="0"/>
                  </a:moveTo>
                  <a:cubicBezTo>
                    <a:pt x="1364" y="0"/>
                    <a:pt x="1198" y="51"/>
                    <a:pt x="1028" y="149"/>
                  </a:cubicBezTo>
                  <a:cubicBezTo>
                    <a:pt x="657" y="391"/>
                    <a:pt x="358" y="748"/>
                    <a:pt x="172" y="1162"/>
                  </a:cubicBezTo>
                  <a:cubicBezTo>
                    <a:pt x="101" y="1304"/>
                    <a:pt x="44" y="1461"/>
                    <a:pt x="1" y="1618"/>
                  </a:cubicBezTo>
                  <a:lnTo>
                    <a:pt x="44" y="1618"/>
                  </a:lnTo>
                  <a:lnTo>
                    <a:pt x="101" y="1647"/>
                  </a:lnTo>
                  <a:lnTo>
                    <a:pt x="215" y="1647"/>
                  </a:lnTo>
                  <a:cubicBezTo>
                    <a:pt x="258" y="1475"/>
                    <a:pt x="315" y="1318"/>
                    <a:pt x="386" y="1176"/>
                  </a:cubicBezTo>
                  <a:cubicBezTo>
                    <a:pt x="543" y="819"/>
                    <a:pt x="800" y="534"/>
                    <a:pt x="1114" y="320"/>
                  </a:cubicBezTo>
                  <a:cubicBezTo>
                    <a:pt x="1228" y="249"/>
                    <a:pt x="1370" y="220"/>
                    <a:pt x="1499" y="220"/>
                  </a:cubicBezTo>
                  <a:cubicBezTo>
                    <a:pt x="1527" y="220"/>
                    <a:pt x="1570" y="220"/>
                    <a:pt x="1613" y="234"/>
                  </a:cubicBezTo>
                  <a:cubicBezTo>
                    <a:pt x="1656" y="234"/>
                    <a:pt x="1684" y="249"/>
                    <a:pt x="1727" y="263"/>
                  </a:cubicBezTo>
                  <a:cubicBezTo>
                    <a:pt x="1870" y="348"/>
                    <a:pt x="1955" y="491"/>
                    <a:pt x="1998" y="676"/>
                  </a:cubicBezTo>
                  <a:cubicBezTo>
                    <a:pt x="2041" y="662"/>
                    <a:pt x="2084" y="648"/>
                    <a:pt x="2141" y="619"/>
                  </a:cubicBezTo>
                  <a:cubicBezTo>
                    <a:pt x="2155" y="605"/>
                    <a:pt x="2183" y="591"/>
                    <a:pt x="2212" y="562"/>
                  </a:cubicBezTo>
                  <a:cubicBezTo>
                    <a:pt x="2169" y="448"/>
                    <a:pt x="2112" y="334"/>
                    <a:pt x="2027" y="249"/>
                  </a:cubicBezTo>
                  <a:cubicBezTo>
                    <a:pt x="1970" y="191"/>
                    <a:pt x="1912" y="149"/>
                    <a:pt x="1841" y="92"/>
                  </a:cubicBezTo>
                  <a:cubicBezTo>
                    <a:pt x="1742" y="30"/>
                    <a:pt x="1633" y="0"/>
                    <a:pt x="1517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3045175" y="1705700"/>
              <a:ext cx="22500" cy="12100"/>
            </a:xfrm>
            <a:custGeom>
              <a:avLst/>
              <a:gdLst/>
              <a:ahLst/>
              <a:cxnLst/>
              <a:rect l="l" t="t" r="r" b="b"/>
              <a:pathLst>
                <a:path w="900" h="484" extrusionOk="0">
                  <a:moveTo>
                    <a:pt x="459" y="0"/>
                  </a:moveTo>
                  <a:cubicBezTo>
                    <a:pt x="349" y="0"/>
                    <a:pt x="240" y="21"/>
                    <a:pt x="144" y="66"/>
                  </a:cubicBezTo>
                  <a:cubicBezTo>
                    <a:pt x="58" y="109"/>
                    <a:pt x="1" y="209"/>
                    <a:pt x="44" y="294"/>
                  </a:cubicBezTo>
                  <a:cubicBezTo>
                    <a:pt x="58" y="352"/>
                    <a:pt x="86" y="394"/>
                    <a:pt x="144" y="409"/>
                  </a:cubicBezTo>
                  <a:cubicBezTo>
                    <a:pt x="243" y="458"/>
                    <a:pt x="350" y="483"/>
                    <a:pt x="456" y="483"/>
                  </a:cubicBezTo>
                  <a:cubicBezTo>
                    <a:pt x="561" y="483"/>
                    <a:pt x="664" y="458"/>
                    <a:pt x="757" y="409"/>
                  </a:cubicBezTo>
                  <a:cubicBezTo>
                    <a:pt x="843" y="366"/>
                    <a:pt x="900" y="266"/>
                    <a:pt x="885" y="180"/>
                  </a:cubicBezTo>
                  <a:cubicBezTo>
                    <a:pt x="857" y="123"/>
                    <a:pt x="814" y="66"/>
                    <a:pt x="757" y="52"/>
                  </a:cubicBezTo>
                  <a:cubicBezTo>
                    <a:pt x="662" y="18"/>
                    <a:pt x="560" y="0"/>
                    <a:pt x="45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3051600" y="1676175"/>
              <a:ext cx="55300" cy="41175"/>
            </a:xfrm>
            <a:custGeom>
              <a:avLst/>
              <a:gdLst/>
              <a:ahLst/>
              <a:cxnLst/>
              <a:rect l="l" t="t" r="r" b="b"/>
              <a:pathLst>
                <a:path w="2212" h="1647" extrusionOk="0">
                  <a:moveTo>
                    <a:pt x="1530" y="0"/>
                  </a:moveTo>
                  <a:cubicBezTo>
                    <a:pt x="1375" y="0"/>
                    <a:pt x="1206" y="52"/>
                    <a:pt x="1028" y="149"/>
                  </a:cubicBezTo>
                  <a:cubicBezTo>
                    <a:pt x="657" y="391"/>
                    <a:pt x="357" y="748"/>
                    <a:pt x="172" y="1162"/>
                  </a:cubicBezTo>
                  <a:cubicBezTo>
                    <a:pt x="101" y="1304"/>
                    <a:pt x="58" y="1461"/>
                    <a:pt x="1" y="1618"/>
                  </a:cubicBezTo>
                  <a:cubicBezTo>
                    <a:pt x="29" y="1647"/>
                    <a:pt x="58" y="1647"/>
                    <a:pt x="86" y="1647"/>
                  </a:cubicBezTo>
                  <a:lnTo>
                    <a:pt x="215" y="1647"/>
                  </a:lnTo>
                  <a:cubicBezTo>
                    <a:pt x="272" y="1475"/>
                    <a:pt x="314" y="1319"/>
                    <a:pt x="386" y="1176"/>
                  </a:cubicBezTo>
                  <a:cubicBezTo>
                    <a:pt x="557" y="833"/>
                    <a:pt x="800" y="534"/>
                    <a:pt x="1128" y="320"/>
                  </a:cubicBezTo>
                  <a:cubicBezTo>
                    <a:pt x="1227" y="249"/>
                    <a:pt x="1370" y="220"/>
                    <a:pt x="1499" y="220"/>
                  </a:cubicBezTo>
                  <a:cubicBezTo>
                    <a:pt x="1527" y="220"/>
                    <a:pt x="1570" y="220"/>
                    <a:pt x="1627" y="234"/>
                  </a:cubicBezTo>
                  <a:cubicBezTo>
                    <a:pt x="1655" y="249"/>
                    <a:pt x="1698" y="249"/>
                    <a:pt x="1727" y="263"/>
                  </a:cubicBezTo>
                  <a:cubicBezTo>
                    <a:pt x="1869" y="348"/>
                    <a:pt x="1955" y="520"/>
                    <a:pt x="1998" y="677"/>
                  </a:cubicBezTo>
                  <a:cubicBezTo>
                    <a:pt x="2055" y="662"/>
                    <a:pt x="2083" y="648"/>
                    <a:pt x="2140" y="620"/>
                  </a:cubicBezTo>
                  <a:cubicBezTo>
                    <a:pt x="2155" y="605"/>
                    <a:pt x="2198" y="591"/>
                    <a:pt x="2212" y="562"/>
                  </a:cubicBezTo>
                  <a:cubicBezTo>
                    <a:pt x="2169" y="463"/>
                    <a:pt x="2126" y="363"/>
                    <a:pt x="2026" y="249"/>
                  </a:cubicBezTo>
                  <a:cubicBezTo>
                    <a:pt x="1984" y="192"/>
                    <a:pt x="1926" y="149"/>
                    <a:pt x="1855" y="92"/>
                  </a:cubicBezTo>
                  <a:cubicBezTo>
                    <a:pt x="1756" y="30"/>
                    <a:pt x="1647" y="0"/>
                    <a:pt x="1530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2998825" y="1679000"/>
              <a:ext cx="22500" cy="12675"/>
            </a:xfrm>
            <a:custGeom>
              <a:avLst/>
              <a:gdLst/>
              <a:ahLst/>
              <a:cxnLst/>
              <a:rect l="l" t="t" r="r" b="b"/>
              <a:pathLst>
                <a:path w="900" h="507" extrusionOk="0">
                  <a:moveTo>
                    <a:pt x="455" y="0"/>
                  </a:moveTo>
                  <a:cubicBezTo>
                    <a:pt x="350" y="0"/>
                    <a:pt x="243" y="21"/>
                    <a:pt x="143" y="64"/>
                  </a:cubicBezTo>
                  <a:cubicBezTo>
                    <a:pt x="57" y="107"/>
                    <a:pt x="0" y="207"/>
                    <a:pt x="29" y="293"/>
                  </a:cubicBezTo>
                  <a:cubicBezTo>
                    <a:pt x="43" y="350"/>
                    <a:pt x="72" y="392"/>
                    <a:pt x="143" y="421"/>
                  </a:cubicBezTo>
                  <a:cubicBezTo>
                    <a:pt x="243" y="478"/>
                    <a:pt x="350" y="507"/>
                    <a:pt x="455" y="507"/>
                  </a:cubicBezTo>
                  <a:cubicBezTo>
                    <a:pt x="560" y="507"/>
                    <a:pt x="664" y="478"/>
                    <a:pt x="756" y="421"/>
                  </a:cubicBezTo>
                  <a:cubicBezTo>
                    <a:pt x="842" y="392"/>
                    <a:pt x="899" y="278"/>
                    <a:pt x="885" y="193"/>
                  </a:cubicBezTo>
                  <a:cubicBezTo>
                    <a:pt x="856" y="136"/>
                    <a:pt x="828" y="107"/>
                    <a:pt x="756" y="64"/>
                  </a:cubicBezTo>
                  <a:cubicBezTo>
                    <a:pt x="664" y="21"/>
                    <a:pt x="560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3005600" y="1649900"/>
              <a:ext cx="54950" cy="41425"/>
            </a:xfrm>
            <a:custGeom>
              <a:avLst/>
              <a:gdLst/>
              <a:ahLst/>
              <a:cxnLst/>
              <a:rect l="l" t="t" r="r" b="b"/>
              <a:pathLst>
                <a:path w="2198" h="1657" extrusionOk="0">
                  <a:moveTo>
                    <a:pt x="1542" y="0"/>
                  </a:moveTo>
                  <a:cubicBezTo>
                    <a:pt x="1386" y="0"/>
                    <a:pt x="1216" y="53"/>
                    <a:pt x="1042" y="144"/>
                  </a:cubicBezTo>
                  <a:cubicBezTo>
                    <a:pt x="657" y="387"/>
                    <a:pt x="357" y="743"/>
                    <a:pt x="186" y="1157"/>
                  </a:cubicBezTo>
                  <a:cubicBezTo>
                    <a:pt x="115" y="1300"/>
                    <a:pt x="57" y="1457"/>
                    <a:pt x="0" y="1628"/>
                  </a:cubicBezTo>
                  <a:cubicBezTo>
                    <a:pt x="15" y="1628"/>
                    <a:pt x="43" y="1642"/>
                    <a:pt x="43" y="1642"/>
                  </a:cubicBezTo>
                  <a:cubicBezTo>
                    <a:pt x="57" y="1642"/>
                    <a:pt x="86" y="1656"/>
                    <a:pt x="115" y="1656"/>
                  </a:cubicBezTo>
                  <a:lnTo>
                    <a:pt x="214" y="1656"/>
                  </a:lnTo>
                  <a:cubicBezTo>
                    <a:pt x="271" y="1499"/>
                    <a:pt x="329" y="1328"/>
                    <a:pt x="400" y="1185"/>
                  </a:cubicBezTo>
                  <a:cubicBezTo>
                    <a:pt x="557" y="829"/>
                    <a:pt x="799" y="558"/>
                    <a:pt x="1127" y="330"/>
                  </a:cubicBezTo>
                  <a:cubicBezTo>
                    <a:pt x="1227" y="258"/>
                    <a:pt x="1370" y="230"/>
                    <a:pt x="1498" y="230"/>
                  </a:cubicBezTo>
                  <a:cubicBezTo>
                    <a:pt x="1570" y="230"/>
                    <a:pt x="1655" y="244"/>
                    <a:pt x="1712" y="287"/>
                  </a:cubicBezTo>
                  <a:cubicBezTo>
                    <a:pt x="1855" y="372"/>
                    <a:pt x="1941" y="529"/>
                    <a:pt x="1983" y="700"/>
                  </a:cubicBezTo>
                  <a:cubicBezTo>
                    <a:pt x="2040" y="672"/>
                    <a:pt x="2069" y="658"/>
                    <a:pt x="2126" y="643"/>
                  </a:cubicBezTo>
                  <a:cubicBezTo>
                    <a:pt x="2140" y="629"/>
                    <a:pt x="2183" y="601"/>
                    <a:pt x="2197" y="586"/>
                  </a:cubicBezTo>
                  <a:cubicBezTo>
                    <a:pt x="2183" y="444"/>
                    <a:pt x="2112" y="344"/>
                    <a:pt x="2040" y="244"/>
                  </a:cubicBezTo>
                  <a:cubicBezTo>
                    <a:pt x="1983" y="201"/>
                    <a:pt x="1926" y="144"/>
                    <a:pt x="1855" y="87"/>
                  </a:cubicBezTo>
                  <a:cubicBezTo>
                    <a:pt x="1759" y="27"/>
                    <a:pt x="1654" y="0"/>
                    <a:pt x="154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2953175" y="1652275"/>
              <a:ext cx="22125" cy="12650"/>
            </a:xfrm>
            <a:custGeom>
              <a:avLst/>
              <a:gdLst/>
              <a:ahLst/>
              <a:cxnLst/>
              <a:rect l="l" t="t" r="r" b="b"/>
              <a:pathLst>
                <a:path w="885" h="506" extrusionOk="0">
                  <a:moveTo>
                    <a:pt x="459" y="1"/>
                  </a:moveTo>
                  <a:cubicBezTo>
                    <a:pt x="348" y="1"/>
                    <a:pt x="233" y="26"/>
                    <a:pt x="129" y="78"/>
                  </a:cubicBezTo>
                  <a:cubicBezTo>
                    <a:pt x="43" y="120"/>
                    <a:pt x="0" y="220"/>
                    <a:pt x="29" y="320"/>
                  </a:cubicBezTo>
                  <a:cubicBezTo>
                    <a:pt x="43" y="363"/>
                    <a:pt x="86" y="406"/>
                    <a:pt x="129" y="420"/>
                  </a:cubicBezTo>
                  <a:cubicBezTo>
                    <a:pt x="229" y="477"/>
                    <a:pt x="332" y="506"/>
                    <a:pt x="436" y="506"/>
                  </a:cubicBezTo>
                  <a:cubicBezTo>
                    <a:pt x="539" y="506"/>
                    <a:pt x="642" y="477"/>
                    <a:pt x="742" y="420"/>
                  </a:cubicBezTo>
                  <a:cubicBezTo>
                    <a:pt x="828" y="391"/>
                    <a:pt x="885" y="277"/>
                    <a:pt x="871" y="192"/>
                  </a:cubicBezTo>
                  <a:cubicBezTo>
                    <a:pt x="842" y="135"/>
                    <a:pt x="799" y="78"/>
                    <a:pt x="742" y="63"/>
                  </a:cubicBezTo>
                  <a:cubicBezTo>
                    <a:pt x="660" y="22"/>
                    <a:pt x="561" y="1"/>
                    <a:pt x="459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2959225" y="1623300"/>
              <a:ext cx="55675" cy="41275"/>
            </a:xfrm>
            <a:custGeom>
              <a:avLst/>
              <a:gdLst/>
              <a:ahLst/>
              <a:cxnLst/>
              <a:rect l="l" t="t" r="r" b="b"/>
              <a:pathLst>
                <a:path w="2227" h="1651" extrusionOk="0">
                  <a:moveTo>
                    <a:pt x="1499" y="0"/>
                  </a:moveTo>
                  <a:cubicBezTo>
                    <a:pt x="1337" y="0"/>
                    <a:pt x="1176" y="48"/>
                    <a:pt x="1028" y="138"/>
                  </a:cubicBezTo>
                  <a:cubicBezTo>
                    <a:pt x="657" y="381"/>
                    <a:pt x="358" y="737"/>
                    <a:pt x="186" y="1151"/>
                  </a:cubicBezTo>
                  <a:cubicBezTo>
                    <a:pt x="115" y="1294"/>
                    <a:pt x="58" y="1451"/>
                    <a:pt x="1" y="1622"/>
                  </a:cubicBezTo>
                  <a:lnTo>
                    <a:pt x="44" y="1636"/>
                  </a:lnTo>
                  <a:lnTo>
                    <a:pt x="115" y="1650"/>
                  </a:lnTo>
                  <a:lnTo>
                    <a:pt x="215" y="1650"/>
                  </a:lnTo>
                  <a:cubicBezTo>
                    <a:pt x="272" y="1493"/>
                    <a:pt x="329" y="1322"/>
                    <a:pt x="400" y="1180"/>
                  </a:cubicBezTo>
                  <a:cubicBezTo>
                    <a:pt x="557" y="823"/>
                    <a:pt x="800" y="552"/>
                    <a:pt x="1142" y="324"/>
                  </a:cubicBezTo>
                  <a:cubicBezTo>
                    <a:pt x="1256" y="252"/>
                    <a:pt x="1399" y="224"/>
                    <a:pt x="1513" y="224"/>
                  </a:cubicBezTo>
                  <a:cubicBezTo>
                    <a:pt x="1556" y="224"/>
                    <a:pt x="1584" y="224"/>
                    <a:pt x="1641" y="238"/>
                  </a:cubicBezTo>
                  <a:cubicBezTo>
                    <a:pt x="1684" y="252"/>
                    <a:pt x="1713" y="252"/>
                    <a:pt x="1756" y="281"/>
                  </a:cubicBezTo>
                  <a:cubicBezTo>
                    <a:pt x="1898" y="366"/>
                    <a:pt x="1984" y="523"/>
                    <a:pt x="2012" y="680"/>
                  </a:cubicBezTo>
                  <a:cubicBezTo>
                    <a:pt x="2069" y="666"/>
                    <a:pt x="2112" y="652"/>
                    <a:pt x="2155" y="638"/>
                  </a:cubicBezTo>
                  <a:cubicBezTo>
                    <a:pt x="2184" y="609"/>
                    <a:pt x="2212" y="595"/>
                    <a:pt x="2226" y="580"/>
                  </a:cubicBezTo>
                  <a:cubicBezTo>
                    <a:pt x="2184" y="452"/>
                    <a:pt x="2126" y="338"/>
                    <a:pt x="2027" y="238"/>
                  </a:cubicBezTo>
                  <a:cubicBezTo>
                    <a:pt x="1984" y="167"/>
                    <a:pt x="1927" y="138"/>
                    <a:pt x="1855" y="81"/>
                  </a:cubicBezTo>
                  <a:cubicBezTo>
                    <a:pt x="1740" y="27"/>
                    <a:pt x="1620" y="0"/>
                    <a:pt x="149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2907175" y="1625800"/>
              <a:ext cx="22125" cy="12375"/>
            </a:xfrm>
            <a:custGeom>
              <a:avLst/>
              <a:gdLst/>
              <a:ahLst/>
              <a:cxnLst/>
              <a:rect l="l" t="t" r="r" b="b"/>
              <a:pathLst>
                <a:path w="885" h="495" extrusionOk="0">
                  <a:moveTo>
                    <a:pt x="446" y="1"/>
                  </a:moveTo>
                  <a:cubicBezTo>
                    <a:pt x="337" y="1"/>
                    <a:pt x="232" y="22"/>
                    <a:pt x="143" y="67"/>
                  </a:cubicBezTo>
                  <a:cubicBezTo>
                    <a:pt x="57" y="110"/>
                    <a:pt x="0" y="209"/>
                    <a:pt x="29" y="309"/>
                  </a:cubicBezTo>
                  <a:cubicBezTo>
                    <a:pt x="57" y="352"/>
                    <a:pt x="86" y="395"/>
                    <a:pt x="143" y="409"/>
                  </a:cubicBezTo>
                  <a:cubicBezTo>
                    <a:pt x="243" y="466"/>
                    <a:pt x="350" y="495"/>
                    <a:pt x="453" y="495"/>
                  </a:cubicBezTo>
                  <a:cubicBezTo>
                    <a:pt x="557" y="495"/>
                    <a:pt x="656" y="466"/>
                    <a:pt x="742" y="409"/>
                  </a:cubicBezTo>
                  <a:cubicBezTo>
                    <a:pt x="842" y="381"/>
                    <a:pt x="885" y="266"/>
                    <a:pt x="870" y="181"/>
                  </a:cubicBezTo>
                  <a:cubicBezTo>
                    <a:pt x="856" y="124"/>
                    <a:pt x="799" y="67"/>
                    <a:pt x="742" y="52"/>
                  </a:cubicBezTo>
                  <a:cubicBezTo>
                    <a:pt x="647" y="18"/>
                    <a:pt x="545" y="1"/>
                    <a:pt x="446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2913225" y="1596550"/>
              <a:ext cx="55300" cy="41275"/>
            </a:xfrm>
            <a:custGeom>
              <a:avLst/>
              <a:gdLst/>
              <a:ahLst/>
              <a:cxnLst/>
              <a:rect l="l" t="t" r="r" b="b"/>
              <a:pathLst>
                <a:path w="2212" h="1651" extrusionOk="0">
                  <a:moveTo>
                    <a:pt x="1506" y="0"/>
                  </a:moveTo>
                  <a:cubicBezTo>
                    <a:pt x="1344" y="0"/>
                    <a:pt x="1181" y="48"/>
                    <a:pt x="1042" y="138"/>
                  </a:cubicBezTo>
                  <a:cubicBezTo>
                    <a:pt x="657" y="381"/>
                    <a:pt x="357" y="737"/>
                    <a:pt x="186" y="1151"/>
                  </a:cubicBezTo>
                  <a:cubicBezTo>
                    <a:pt x="115" y="1294"/>
                    <a:pt x="58" y="1451"/>
                    <a:pt x="1" y="1622"/>
                  </a:cubicBezTo>
                  <a:lnTo>
                    <a:pt x="43" y="1636"/>
                  </a:lnTo>
                  <a:cubicBezTo>
                    <a:pt x="58" y="1636"/>
                    <a:pt x="101" y="1650"/>
                    <a:pt x="115" y="1650"/>
                  </a:cubicBezTo>
                  <a:lnTo>
                    <a:pt x="215" y="1650"/>
                  </a:lnTo>
                  <a:cubicBezTo>
                    <a:pt x="272" y="1494"/>
                    <a:pt x="329" y="1322"/>
                    <a:pt x="400" y="1180"/>
                  </a:cubicBezTo>
                  <a:cubicBezTo>
                    <a:pt x="557" y="852"/>
                    <a:pt x="814" y="552"/>
                    <a:pt x="1142" y="324"/>
                  </a:cubicBezTo>
                  <a:cubicBezTo>
                    <a:pt x="1256" y="252"/>
                    <a:pt x="1399" y="224"/>
                    <a:pt x="1527" y="224"/>
                  </a:cubicBezTo>
                  <a:cubicBezTo>
                    <a:pt x="1556" y="224"/>
                    <a:pt x="1598" y="224"/>
                    <a:pt x="1627" y="238"/>
                  </a:cubicBezTo>
                  <a:cubicBezTo>
                    <a:pt x="1670" y="238"/>
                    <a:pt x="1698" y="252"/>
                    <a:pt x="1741" y="281"/>
                  </a:cubicBezTo>
                  <a:cubicBezTo>
                    <a:pt x="1884" y="367"/>
                    <a:pt x="1969" y="523"/>
                    <a:pt x="1998" y="680"/>
                  </a:cubicBezTo>
                  <a:cubicBezTo>
                    <a:pt x="2055" y="666"/>
                    <a:pt x="2098" y="652"/>
                    <a:pt x="2140" y="638"/>
                  </a:cubicBezTo>
                  <a:cubicBezTo>
                    <a:pt x="2169" y="609"/>
                    <a:pt x="2198" y="595"/>
                    <a:pt x="2212" y="581"/>
                  </a:cubicBezTo>
                  <a:cubicBezTo>
                    <a:pt x="2183" y="452"/>
                    <a:pt x="2126" y="352"/>
                    <a:pt x="2041" y="238"/>
                  </a:cubicBezTo>
                  <a:cubicBezTo>
                    <a:pt x="1984" y="195"/>
                    <a:pt x="1927" y="138"/>
                    <a:pt x="1855" y="81"/>
                  </a:cubicBezTo>
                  <a:cubicBezTo>
                    <a:pt x="1746" y="27"/>
                    <a:pt x="1626" y="0"/>
                    <a:pt x="150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2860800" y="1599050"/>
              <a:ext cx="22150" cy="12375"/>
            </a:xfrm>
            <a:custGeom>
              <a:avLst/>
              <a:gdLst/>
              <a:ahLst/>
              <a:cxnLst/>
              <a:rect l="l" t="t" r="r" b="b"/>
              <a:pathLst>
                <a:path w="886" h="495" extrusionOk="0">
                  <a:moveTo>
                    <a:pt x="468" y="1"/>
                  </a:moveTo>
                  <a:cubicBezTo>
                    <a:pt x="360" y="1"/>
                    <a:pt x="248" y="22"/>
                    <a:pt x="143" y="67"/>
                  </a:cubicBezTo>
                  <a:cubicBezTo>
                    <a:pt x="58" y="110"/>
                    <a:pt x="1" y="210"/>
                    <a:pt x="29" y="309"/>
                  </a:cubicBezTo>
                  <a:cubicBezTo>
                    <a:pt x="58" y="352"/>
                    <a:pt x="86" y="395"/>
                    <a:pt x="143" y="409"/>
                  </a:cubicBezTo>
                  <a:cubicBezTo>
                    <a:pt x="243" y="466"/>
                    <a:pt x="350" y="495"/>
                    <a:pt x="454" y="495"/>
                  </a:cubicBezTo>
                  <a:cubicBezTo>
                    <a:pt x="557" y="495"/>
                    <a:pt x="657" y="466"/>
                    <a:pt x="742" y="409"/>
                  </a:cubicBezTo>
                  <a:cubicBezTo>
                    <a:pt x="842" y="381"/>
                    <a:pt x="885" y="267"/>
                    <a:pt x="871" y="181"/>
                  </a:cubicBezTo>
                  <a:cubicBezTo>
                    <a:pt x="857" y="124"/>
                    <a:pt x="800" y="67"/>
                    <a:pt x="742" y="53"/>
                  </a:cubicBezTo>
                  <a:cubicBezTo>
                    <a:pt x="661" y="19"/>
                    <a:pt x="566" y="1"/>
                    <a:pt x="468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2867575" y="1570000"/>
              <a:ext cx="55675" cy="41425"/>
            </a:xfrm>
            <a:custGeom>
              <a:avLst/>
              <a:gdLst/>
              <a:ahLst/>
              <a:cxnLst/>
              <a:rect l="l" t="t" r="r" b="b"/>
              <a:pathLst>
                <a:path w="2227" h="1657" extrusionOk="0">
                  <a:moveTo>
                    <a:pt x="1531" y="1"/>
                  </a:moveTo>
                  <a:cubicBezTo>
                    <a:pt x="1372" y="1"/>
                    <a:pt x="1202" y="53"/>
                    <a:pt x="1028" y="145"/>
                  </a:cubicBezTo>
                  <a:cubicBezTo>
                    <a:pt x="657" y="401"/>
                    <a:pt x="357" y="758"/>
                    <a:pt x="172" y="1158"/>
                  </a:cubicBezTo>
                  <a:cubicBezTo>
                    <a:pt x="101" y="1300"/>
                    <a:pt x="44" y="1457"/>
                    <a:pt x="1" y="1628"/>
                  </a:cubicBezTo>
                  <a:lnTo>
                    <a:pt x="44" y="1643"/>
                  </a:lnTo>
                  <a:cubicBezTo>
                    <a:pt x="72" y="1643"/>
                    <a:pt x="101" y="1643"/>
                    <a:pt x="115" y="1657"/>
                  </a:cubicBezTo>
                  <a:lnTo>
                    <a:pt x="229" y="1657"/>
                  </a:lnTo>
                  <a:cubicBezTo>
                    <a:pt x="286" y="1500"/>
                    <a:pt x="329" y="1343"/>
                    <a:pt x="400" y="1200"/>
                  </a:cubicBezTo>
                  <a:cubicBezTo>
                    <a:pt x="571" y="858"/>
                    <a:pt x="814" y="558"/>
                    <a:pt x="1142" y="344"/>
                  </a:cubicBezTo>
                  <a:cubicBezTo>
                    <a:pt x="1242" y="273"/>
                    <a:pt x="1384" y="230"/>
                    <a:pt x="1513" y="230"/>
                  </a:cubicBezTo>
                  <a:cubicBezTo>
                    <a:pt x="1541" y="230"/>
                    <a:pt x="1584" y="230"/>
                    <a:pt x="1641" y="245"/>
                  </a:cubicBezTo>
                  <a:cubicBezTo>
                    <a:pt x="1670" y="245"/>
                    <a:pt x="1713" y="273"/>
                    <a:pt x="1741" y="287"/>
                  </a:cubicBezTo>
                  <a:cubicBezTo>
                    <a:pt x="1884" y="373"/>
                    <a:pt x="1969" y="530"/>
                    <a:pt x="2012" y="701"/>
                  </a:cubicBezTo>
                  <a:cubicBezTo>
                    <a:pt x="2069" y="672"/>
                    <a:pt x="2098" y="658"/>
                    <a:pt x="2155" y="644"/>
                  </a:cubicBezTo>
                  <a:cubicBezTo>
                    <a:pt x="2169" y="630"/>
                    <a:pt x="2212" y="601"/>
                    <a:pt x="2226" y="587"/>
                  </a:cubicBezTo>
                  <a:cubicBezTo>
                    <a:pt x="2169" y="473"/>
                    <a:pt x="2098" y="344"/>
                    <a:pt x="2026" y="259"/>
                  </a:cubicBezTo>
                  <a:cubicBezTo>
                    <a:pt x="1969" y="202"/>
                    <a:pt x="1927" y="145"/>
                    <a:pt x="1855" y="88"/>
                  </a:cubicBezTo>
                  <a:cubicBezTo>
                    <a:pt x="1754" y="28"/>
                    <a:pt x="1645" y="1"/>
                    <a:pt x="153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2814800" y="1572425"/>
              <a:ext cx="22125" cy="12350"/>
            </a:xfrm>
            <a:custGeom>
              <a:avLst/>
              <a:gdLst/>
              <a:ahLst/>
              <a:cxnLst/>
              <a:rect l="l" t="t" r="r" b="b"/>
              <a:pathLst>
                <a:path w="885" h="494" extrusionOk="0">
                  <a:moveTo>
                    <a:pt x="470" y="1"/>
                  </a:moveTo>
                  <a:cubicBezTo>
                    <a:pt x="361" y="1"/>
                    <a:pt x="250" y="29"/>
                    <a:pt x="143" y="90"/>
                  </a:cubicBezTo>
                  <a:cubicBezTo>
                    <a:pt x="57" y="119"/>
                    <a:pt x="0" y="233"/>
                    <a:pt x="29" y="319"/>
                  </a:cubicBezTo>
                  <a:cubicBezTo>
                    <a:pt x="57" y="376"/>
                    <a:pt x="86" y="404"/>
                    <a:pt x="143" y="419"/>
                  </a:cubicBezTo>
                  <a:cubicBezTo>
                    <a:pt x="243" y="469"/>
                    <a:pt x="346" y="493"/>
                    <a:pt x="448" y="493"/>
                  </a:cubicBezTo>
                  <a:cubicBezTo>
                    <a:pt x="550" y="493"/>
                    <a:pt x="650" y="469"/>
                    <a:pt x="742" y="419"/>
                  </a:cubicBezTo>
                  <a:cubicBezTo>
                    <a:pt x="842" y="390"/>
                    <a:pt x="885" y="276"/>
                    <a:pt x="871" y="190"/>
                  </a:cubicBezTo>
                  <a:cubicBezTo>
                    <a:pt x="856" y="133"/>
                    <a:pt x="828" y="105"/>
                    <a:pt x="742" y="62"/>
                  </a:cubicBezTo>
                  <a:cubicBezTo>
                    <a:pt x="656" y="22"/>
                    <a:pt x="564" y="1"/>
                    <a:pt x="470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2821225" y="1543550"/>
              <a:ext cx="55300" cy="40775"/>
            </a:xfrm>
            <a:custGeom>
              <a:avLst/>
              <a:gdLst/>
              <a:ahLst/>
              <a:cxnLst/>
              <a:rect l="l" t="t" r="r" b="b"/>
              <a:pathLst>
                <a:path w="2212" h="1631" extrusionOk="0">
                  <a:moveTo>
                    <a:pt x="1480" y="1"/>
                  </a:moveTo>
                  <a:cubicBezTo>
                    <a:pt x="1318" y="1"/>
                    <a:pt x="1157" y="44"/>
                    <a:pt x="1027" y="133"/>
                  </a:cubicBezTo>
                  <a:cubicBezTo>
                    <a:pt x="656" y="390"/>
                    <a:pt x="357" y="746"/>
                    <a:pt x="171" y="1146"/>
                  </a:cubicBezTo>
                  <a:cubicBezTo>
                    <a:pt x="100" y="1288"/>
                    <a:pt x="43" y="1445"/>
                    <a:pt x="0" y="1616"/>
                  </a:cubicBezTo>
                  <a:lnTo>
                    <a:pt x="29" y="1631"/>
                  </a:lnTo>
                  <a:lnTo>
                    <a:pt x="214" y="1631"/>
                  </a:lnTo>
                  <a:cubicBezTo>
                    <a:pt x="257" y="1474"/>
                    <a:pt x="314" y="1303"/>
                    <a:pt x="385" y="1160"/>
                  </a:cubicBezTo>
                  <a:cubicBezTo>
                    <a:pt x="542" y="832"/>
                    <a:pt x="799" y="518"/>
                    <a:pt x="1113" y="304"/>
                  </a:cubicBezTo>
                  <a:cubicBezTo>
                    <a:pt x="1227" y="233"/>
                    <a:pt x="1370" y="204"/>
                    <a:pt x="1498" y="204"/>
                  </a:cubicBezTo>
                  <a:cubicBezTo>
                    <a:pt x="1527" y="204"/>
                    <a:pt x="1569" y="204"/>
                    <a:pt x="1612" y="218"/>
                  </a:cubicBezTo>
                  <a:cubicBezTo>
                    <a:pt x="1655" y="218"/>
                    <a:pt x="1684" y="233"/>
                    <a:pt x="1726" y="261"/>
                  </a:cubicBezTo>
                  <a:cubicBezTo>
                    <a:pt x="1869" y="347"/>
                    <a:pt x="1955" y="504"/>
                    <a:pt x="1997" y="661"/>
                  </a:cubicBezTo>
                  <a:cubicBezTo>
                    <a:pt x="2040" y="646"/>
                    <a:pt x="2083" y="632"/>
                    <a:pt x="2140" y="618"/>
                  </a:cubicBezTo>
                  <a:cubicBezTo>
                    <a:pt x="2154" y="589"/>
                    <a:pt x="2183" y="575"/>
                    <a:pt x="2211" y="561"/>
                  </a:cubicBezTo>
                  <a:cubicBezTo>
                    <a:pt x="2169" y="461"/>
                    <a:pt x="2111" y="332"/>
                    <a:pt x="2026" y="233"/>
                  </a:cubicBezTo>
                  <a:cubicBezTo>
                    <a:pt x="1969" y="190"/>
                    <a:pt x="1912" y="133"/>
                    <a:pt x="1840" y="76"/>
                  </a:cubicBezTo>
                  <a:cubicBezTo>
                    <a:pt x="1729" y="26"/>
                    <a:pt x="1604" y="1"/>
                    <a:pt x="1480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2768800" y="1545950"/>
              <a:ext cx="22475" cy="12350"/>
            </a:xfrm>
            <a:custGeom>
              <a:avLst/>
              <a:gdLst/>
              <a:ahLst/>
              <a:cxnLst/>
              <a:rect l="l" t="t" r="r" b="b"/>
              <a:pathLst>
                <a:path w="899" h="494" extrusionOk="0">
                  <a:moveTo>
                    <a:pt x="471" y="1"/>
                  </a:moveTo>
                  <a:cubicBezTo>
                    <a:pt x="356" y="1"/>
                    <a:pt x="243" y="25"/>
                    <a:pt x="143" y="80"/>
                  </a:cubicBezTo>
                  <a:cubicBezTo>
                    <a:pt x="57" y="108"/>
                    <a:pt x="0" y="222"/>
                    <a:pt x="43" y="308"/>
                  </a:cubicBezTo>
                  <a:cubicBezTo>
                    <a:pt x="57" y="365"/>
                    <a:pt x="86" y="393"/>
                    <a:pt x="143" y="408"/>
                  </a:cubicBezTo>
                  <a:cubicBezTo>
                    <a:pt x="243" y="465"/>
                    <a:pt x="350" y="493"/>
                    <a:pt x="455" y="493"/>
                  </a:cubicBezTo>
                  <a:cubicBezTo>
                    <a:pt x="560" y="493"/>
                    <a:pt x="664" y="465"/>
                    <a:pt x="756" y="408"/>
                  </a:cubicBezTo>
                  <a:cubicBezTo>
                    <a:pt x="842" y="379"/>
                    <a:pt x="899" y="265"/>
                    <a:pt x="885" y="179"/>
                  </a:cubicBezTo>
                  <a:cubicBezTo>
                    <a:pt x="856" y="122"/>
                    <a:pt x="813" y="80"/>
                    <a:pt x="756" y="51"/>
                  </a:cubicBezTo>
                  <a:cubicBezTo>
                    <a:pt x="665" y="18"/>
                    <a:pt x="567" y="1"/>
                    <a:pt x="47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2775200" y="1516800"/>
              <a:ext cx="55325" cy="41125"/>
            </a:xfrm>
            <a:custGeom>
              <a:avLst/>
              <a:gdLst/>
              <a:ahLst/>
              <a:cxnLst/>
              <a:rect l="l" t="t" r="r" b="b"/>
              <a:pathLst>
                <a:path w="2213" h="1645" extrusionOk="0">
                  <a:moveTo>
                    <a:pt x="1492" y="1"/>
                  </a:moveTo>
                  <a:cubicBezTo>
                    <a:pt x="1332" y="1"/>
                    <a:pt x="1173" y="44"/>
                    <a:pt x="1028" y="133"/>
                  </a:cubicBezTo>
                  <a:cubicBezTo>
                    <a:pt x="657" y="390"/>
                    <a:pt x="358" y="746"/>
                    <a:pt x="172" y="1146"/>
                  </a:cubicBezTo>
                  <a:cubicBezTo>
                    <a:pt x="101" y="1288"/>
                    <a:pt x="58" y="1445"/>
                    <a:pt x="1" y="1616"/>
                  </a:cubicBezTo>
                  <a:lnTo>
                    <a:pt x="30" y="1631"/>
                  </a:lnTo>
                  <a:cubicBezTo>
                    <a:pt x="58" y="1631"/>
                    <a:pt x="87" y="1645"/>
                    <a:pt x="101" y="1645"/>
                  </a:cubicBezTo>
                  <a:lnTo>
                    <a:pt x="215" y="1645"/>
                  </a:lnTo>
                  <a:cubicBezTo>
                    <a:pt x="272" y="1488"/>
                    <a:pt x="315" y="1331"/>
                    <a:pt x="386" y="1189"/>
                  </a:cubicBezTo>
                  <a:cubicBezTo>
                    <a:pt x="557" y="832"/>
                    <a:pt x="800" y="547"/>
                    <a:pt x="1142" y="333"/>
                  </a:cubicBezTo>
                  <a:cubicBezTo>
                    <a:pt x="1242" y="261"/>
                    <a:pt x="1385" y="218"/>
                    <a:pt x="1513" y="218"/>
                  </a:cubicBezTo>
                  <a:cubicBezTo>
                    <a:pt x="1556" y="218"/>
                    <a:pt x="1584" y="218"/>
                    <a:pt x="1627" y="233"/>
                  </a:cubicBezTo>
                  <a:cubicBezTo>
                    <a:pt x="1656" y="233"/>
                    <a:pt x="1699" y="261"/>
                    <a:pt x="1727" y="276"/>
                  </a:cubicBezTo>
                  <a:cubicBezTo>
                    <a:pt x="1870" y="361"/>
                    <a:pt x="1955" y="518"/>
                    <a:pt x="1998" y="689"/>
                  </a:cubicBezTo>
                  <a:cubicBezTo>
                    <a:pt x="2055" y="661"/>
                    <a:pt x="2084" y="646"/>
                    <a:pt x="2141" y="632"/>
                  </a:cubicBezTo>
                  <a:cubicBezTo>
                    <a:pt x="2155" y="618"/>
                    <a:pt x="2198" y="589"/>
                    <a:pt x="2212" y="575"/>
                  </a:cubicBezTo>
                  <a:cubicBezTo>
                    <a:pt x="2169" y="461"/>
                    <a:pt x="2127" y="347"/>
                    <a:pt x="2027" y="233"/>
                  </a:cubicBezTo>
                  <a:cubicBezTo>
                    <a:pt x="1984" y="190"/>
                    <a:pt x="1927" y="133"/>
                    <a:pt x="1855" y="76"/>
                  </a:cubicBezTo>
                  <a:cubicBezTo>
                    <a:pt x="1738" y="26"/>
                    <a:pt x="1615" y="1"/>
                    <a:pt x="1492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2722425" y="1519200"/>
              <a:ext cx="22500" cy="12350"/>
            </a:xfrm>
            <a:custGeom>
              <a:avLst/>
              <a:gdLst/>
              <a:ahLst/>
              <a:cxnLst/>
              <a:rect l="l" t="t" r="r" b="b"/>
              <a:pathLst>
                <a:path w="900" h="494" extrusionOk="0">
                  <a:moveTo>
                    <a:pt x="482" y="1"/>
                  </a:moveTo>
                  <a:cubicBezTo>
                    <a:pt x="368" y="1"/>
                    <a:pt x="252" y="26"/>
                    <a:pt x="143" y="80"/>
                  </a:cubicBezTo>
                  <a:cubicBezTo>
                    <a:pt x="58" y="108"/>
                    <a:pt x="1" y="222"/>
                    <a:pt x="43" y="308"/>
                  </a:cubicBezTo>
                  <a:cubicBezTo>
                    <a:pt x="58" y="365"/>
                    <a:pt x="86" y="394"/>
                    <a:pt x="143" y="408"/>
                  </a:cubicBezTo>
                  <a:cubicBezTo>
                    <a:pt x="243" y="465"/>
                    <a:pt x="350" y="493"/>
                    <a:pt x="455" y="493"/>
                  </a:cubicBezTo>
                  <a:cubicBezTo>
                    <a:pt x="561" y="493"/>
                    <a:pt x="664" y="465"/>
                    <a:pt x="757" y="408"/>
                  </a:cubicBezTo>
                  <a:cubicBezTo>
                    <a:pt x="842" y="379"/>
                    <a:pt x="899" y="265"/>
                    <a:pt x="885" y="180"/>
                  </a:cubicBezTo>
                  <a:cubicBezTo>
                    <a:pt x="857" y="122"/>
                    <a:pt x="814" y="80"/>
                    <a:pt x="757" y="51"/>
                  </a:cubicBezTo>
                  <a:cubicBezTo>
                    <a:pt x="672" y="18"/>
                    <a:pt x="578" y="1"/>
                    <a:pt x="482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2728850" y="1490075"/>
              <a:ext cx="55650" cy="41125"/>
            </a:xfrm>
            <a:custGeom>
              <a:avLst/>
              <a:gdLst/>
              <a:ahLst/>
              <a:cxnLst/>
              <a:rect l="l" t="t" r="r" b="b"/>
              <a:pathLst>
                <a:path w="2226" h="1645" extrusionOk="0">
                  <a:moveTo>
                    <a:pt x="1487" y="0"/>
                  </a:moveTo>
                  <a:cubicBezTo>
                    <a:pt x="1325" y="0"/>
                    <a:pt x="1165" y="43"/>
                    <a:pt x="1028" y="132"/>
                  </a:cubicBezTo>
                  <a:cubicBezTo>
                    <a:pt x="657" y="389"/>
                    <a:pt x="357" y="745"/>
                    <a:pt x="172" y="1145"/>
                  </a:cubicBezTo>
                  <a:cubicBezTo>
                    <a:pt x="100" y="1287"/>
                    <a:pt x="58" y="1444"/>
                    <a:pt x="0" y="1616"/>
                  </a:cubicBezTo>
                  <a:lnTo>
                    <a:pt x="29" y="1630"/>
                  </a:lnTo>
                  <a:cubicBezTo>
                    <a:pt x="58" y="1630"/>
                    <a:pt x="86" y="1644"/>
                    <a:pt x="100" y="1644"/>
                  </a:cubicBezTo>
                  <a:lnTo>
                    <a:pt x="229" y="1644"/>
                  </a:lnTo>
                  <a:cubicBezTo>
                    <a:pt x="286" y="1487"/>
                    <a:pt x="343" y="1330"/>
                    <a:pt x="414" y="1188"/>
                  </a:cubicBezTo>
                  <a:cubicBezTo>
                    <a:pt x="571" y="845"/>
                    <a:pt x="814" y="546"/>
                    <a:pt x="1142" y="332"/>
                  </a:cubicBezTo>
                  <a:cubicBezTo>
                    <a:pt x="1242" y="260"/>
                    <a:pt x="1384" y="218"/>
                    <a:pt x="1513" y="218"/>
                  </a:cubicBezTo>
                  <a:cubicBezTo>
                    <a:pt x="1555" y="218"/>
                    <a:pt x="1584" y="218"/>
                    <a:pt x="1641" y="232"/>
                  </a:cubicBezTo>
                  <a:cubicBezTo>
                    <a:pt x="1670" y="260"/>
                    <a:pt x="1712" y="260"/>
                    <a:pt x="1741" y="275"/>
                  </a:cubicBezTo>
                  <a:cubicBezTo>
                    <a:pt x="1884" y="360"/>
                    <a:pt x="1983" y="517"/>
                    <a:pt x="2012" y="688"/>
                  </a:cubicBezTo>
                  <a:cubicBezTo>
                    <a:pt x="2069" y="660"/>
                    <a:pt x="2097" y="660"/>
                    <a:pt x="2155" y="631"/>
                  </a:cubicBezTo>
                  <a:cubicBezTo>
                    <a:pt x="2169" y="617"/>
                    <a:pt x="2212" y="588"/>
                    <a:pt x="2226" y="574"/>
                  </a:cubicBezTo>
                  <a:cubicBezTo>
                    <a:pt x="2197" y="460"/>
                    <a:pt x="2126" y="346"/>
                    <a:pt x="2026" y="232"/>
                  </a:cubicBezTo>
                  <a:cubicBezTo>
                    <a:pt x="1983" y="189"/>
                    <a:pt x="1926" y="132"/>
                    <a:pt x="1855" y="75"/>
                  </a:cubicBezTo>
                  <a:cubicBezTo>
                    <a:pt x="1737" y="25"/>
                    <a:pt x="1612" y="0"/>
                    <a:pt x="1487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2477425" y="1577525"/>
              <a:ext cx="434400" cy="251100"/>
            </a:xfrm>
            <a:custGeom>
              <a:avLst/>
              <a:gdLst/>
              <a:ahLst/>
              <a:cxnLst/>
              <a:rect l="l" t="t" r="r" b="b"/>
              <a:pathLst>
                <a:path w="17376" h="10044" extrusionOk="0">
                  <a:moveTo>
                    <a:pt x="8403" y="1"/>
                  </a:moveTo>
                  <a:lnTo>
                    <a:pt x="0" y="4837"/>
                  </a:lnTo>
                  <a:lnTo>
                    <a:pt x="9002" y="10043"/>
                  </a:lnTo>
                  <a:lnTo>
                    <a:pt x="17376" y="5193"/>
                  </a:lnTo>
                  <a:lnTo>
                    <a:pt x="8403" y="1"/>
                  </a:lnTo>
                  <a:close/>
                </a:path>
              </a:pathLst>
            </a:custGeom>
            <a:solidFill>
              <a:srgbClr val="002D4F">
                <a:alpha val="2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2479200" y="1571100"/>
              <a:ext cx="244325" cy="141975"/>
            </a:xfrm>
            <a:custGeom>
              <a:avLst/>
              <a:gdLst/>
              <a:ahLst/>
              <a:cxnLst/>
              <a:rect l="l" t="t" r="r" b="b"/>
              <a:pathLst>
                <a:path w="9773" h="5679" extrusionOk="0">
                  <a:moveTo>
                    <a:pt x="8417" y="1"/>
                  </a:moveTo>
                  <a:lnTo>
                    <a:pt x="1" y="4865"/>
                  </a:lnTo>
                  <a:lnTo>
                    <a:pt x="1356" y="5678"/>
                  </a:lnTo>
                  <a:lnTo>
                    <a:pt x="9772" y="828"/>
                  </a:lnTo>
                  <a:lnTo>
                    <a:pt x="8417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2479200" y="1571100"/>
              <a:ext cx="244325" cy="141975"/>
            </a:xfrm>
            <a:custGeom>
              <a:avLst/>
              <a:gdLst/>
              <a:ahLst/>
              <a:cxnLst/>
              <a:rect l="l" t="t" r="r" b="b"/>
              <a:pathLst>
                <a:path w="9773" h="5679" extrusionOk="0">
                  <a:moveTo>
                    <a:pt x="8417" y="1"/>
                  </a:moveTo>
                  <a:lnTo>
                    <a:pt x="1" y="4865"/>
                  </a:lnTo>
                  <a:lnTo>
                    <a:pt x="1356" y="5678"/>
                  </a:lnTo>
                  <a:lnTo>
                    <a:pt x="9772" y="828"/>
                  </a:lnTo>
                  <a:lnTo>
                    <a:pt x="8417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513075" y="1591800"/>
              <a:ext cx="390550" cy="211850"/>
            </a:xfrm>
            <a:custGeom>
              <a:avLst/>
              <a:gdLst/>
              <a:ahLst/>
              <a:cxnLst/>
              <a:rect l="l" t="t" r="r" b="b"/>
              <a:pathLst>
                <a:path w="15622" h="8474" extrusionOk="0">
                  <a:moveTo>
                    <a:pt x="8417" y="0"/>
                  </a:moveTo>
                  <a:lnTo>
                    <a:pt x="1" y="4879"/>
                  </a:lnTo>
                  <a:lnTo>
                    <a:pt x="7447" y="8474"/>
                  </a:lnTo>
                  <a:lnTo>
                    <a:pt x="14751" y="4266"/>
                  </a:lnTo>
                  <a:cubicBezTo>
                    <a:pt x="15194" y="4023"/>
                    <a:pt x="15622" y="3567"/>
                    <a:pt x="15593" y="2996"/>
                  </a:cubicBezTo>
                  <a:lnTo>
                    <a:pt x="15593" y="2996"/>
                  </a:lnTo>
                  <a:cubicBezTo>
                    <a:pt x="15476" y="3054"/>
                    <a:pt x="15326" y="3095"/>
                    <a:pt x="15139" y="3095"/>
                  </a:cubicBezTo>
                  <a:cubicBezTo>
                    <a:pt x="14915" y="3095"/>
                    <a:pt x="14636" y="3037"/>
                    <a:pt x="14295" y="2882"/>
                  </a:cubicBezTo>
                  <a:lnTo>
                    <a:pt x="8417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513075" y="1591800"/>
              <a:ext cx="390550" cy="211850"/>
            </a:xfrm>
            <a:custGeom>
              <a:avLst/>
              <a:gdLst/>
              <a:ahLst/>
              <a:cxnLst/>
              <a:rect l="l" t="t" r="r" b="b"/>
              <a:pathLst>
                <a:path w="15622" h="8474" extrusionOk="0">
                  <a:moveTo>
                    <a:pt x="8417" y="0"/>
                  </a:moveTo>
                  <a:lnTo>
                    <a:pt x="1" y="4879"/>
                  </a:lnTo>
                  <a:lnTo>
                    <a:pt x="7447" y="8474"/>
                  </a:lnTo>
                  <a:lnTo>
                    <a:pt x="14751" y="4266"/>
                  </a:lnTo>
                  <a:cubicBezTo>
                    <a:pt x="15194" y="4023"/>
                    <a:pt x="15622" y="3567"/>
                    <a:pt x="15593" y="2996"/>
                  </a:cubicBezTo>
                  <a:lnTo>
                    <a:pt x="15593" y="2996"/>
                  </a:lnTo>
                  <a:cubicBezTo>
                    <a:pt x="15476" y="3054"/>
                    <a:pt x="15326" y="3095"/>
                    <a:pt x="15139" y="3095"/>
                  </a:cubicBezTo>
                  <a:cubicBezTo>
                    <a:pt x="14915" y="3095"/>
                    <a:pt x="14636" y="3037"/>
                    <a:pt x="14295" y="2882"/>
                  </a:cubicBezTo>
                  <a:lnTo>
                    <a:pt x="84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2574525" y="1674300"/>
              <a:ext cx="84800" cy="42000"/>
            </a:xfrm>
            <a:custGeom>
              <a:avLst/>
              <a:gdLst/>
              <a:ahLst/>
              <a:cxnLst/>
              <a:rect l="l" t="t" r="r" b="b"/>
              <a:pathLst>
                <a:path w="3392" h="1680" extrusionOk="0">
                  <a:moveTo>
                    <a:pt x="3035" y="966"/>
                  </a:moveTo>
                  <a:cubicBezTo>
                    <a:pt x="3063" y="1034"/>
                    <a:pt x="3302" y="1381"/>
                    <a:pt x="3090" y="1381"/>
                  </a:cubicBezTo>
                  <a:cubicBezTo>
                    <a:pt x="3082" y="1381"/>
                    <a:pt x="3073" y="1380"/>
                    <a:pt x="3064" y="1379"/>
                  </a:cubicBezTo>
                  <a:cubicBezTo>
                    <a:pt x="2978" y="1336"/>
                    <a:pt x="2907" y="1265"/>
                    <a:pt x="2892" y="1165"/>
                  </a:cubicBezTo>
                  <a:cubicBezTo>
                    <a:pt x="2864" y="1080"/>
                    <a:pt x="2921" y="980"/>
                    <a:pt x="3021" y="966"/>
                  </a:cubicBezTo>
                  <a:close/>
                  <a:moveTo>
                    <a:pt x="2280" y="1"/>
                  </a:moveTo>
                  <a:cubicBezTo>
                    <a:pt x="2240" y="1"/>
                    <a:pt x="2220" y="44"/>
                    <a:pt x="2250" y="95"/>
                  </a:cubicBezTo>
                  <a:cubicBezTo>
                    <a:pt x="2265" y="124"/>
                    <a:pt x="2293" y="181"/>
                    <a:pt x="2336" y="224"/>
                  </a:cubicBezTo>
                  <a:cubicBezTo>
                    <a:pt x="2410" y="444"/>
                    <a:pt x="2346" y="875"/>
                    <a:pt x="2146" y="875"/>
                  </a:cubicBezTo>
                  <a:cubicBezTo>
                    <a:pt x="2113" y="875"/>
                    <a:pt x="2077" y="863"/>
                    <a:pt x="2037" y="837"/>
                  </a:cubicBezTo>
                  <a:cubicBezTo>
                    <a:pt x="1959" y="804"/>
                    <a:pt x="1899" y="729"/>
                    <a:pt x="1830" y="729"/>
                  </a:cubicBezTo>
                  <a:cubicBezTo>
                    <a:pt x="1810" y="729"/>
                    <a:pt x="1788" y="735"/>
                    <a:pt x="1765" y="752"/>
                  </a:cubicBezTo>
                  <a:cubicBezTo>
                    <a:pt x="1680" y="823"/>
                    <a:pt x="1637" y="908"/>
                    <a:pt x="1637" y="1023"/>
                  </a:cubicBezTo>
                  <a:cubicBezTo>
                    <a:pt x="1598" y="974"/>
                    <a:pt x="1539" y="952"/>
                    <a:pt x="1483" y="952"/>
                  </a:cubicBezTo>
                  <a:cubicBezTo>
                    <a:pt x="1457" y="952"/>
                    <a:pt x="1431" y="957"/>
                    <a:pt x="1409" y="966"/>
                  </a:cubicBezTo>
                  <a:cubicBezTo>
                    <a:pt x="1295" y="1023"/>
                    <a:pt x="1223" y="1151"/>
                    <a:pt x="1223" y="1265"/>
                  </a:cubicBezTo>
                  <a:cubicBezTo>
                    <a:pt x="1166" y="1217"/>
                    <a:pt x="1101" y="1169"/>
                    <a:pt x="1035" y="1169"/>
                  </a:cubicBezTo>
                  <a:cubicBezTo>
                    <a:pt x="1003" y="1169"/>
                    <a:pt x="971" y="1180"/>
                    <a:pt x="938" y="1208"/>
                  </a:cubicBezTo>
                  <a:cubicBezTo>
                    <a:pt x="867" y="1308"/>
                    <a:pt x="852" y="1408"/>
                    <a:pt x="852" y="1522"/>
                  </a:cubicBezTo>
                  <a:cubicBezTo>
                    <a:pt x="767" y="1351"/>
                    <a:pt x="610" y="1208"/>
                    <a:pt x="439" y="1137"/>
                  </a:cubicBezTo>
                  <a:cubicBezTo>
                    <a:pt x="411" y="1128"/>
                    <a:pt x="384" y="1124"/>
                    <a:pt x="359" y="1124"/>
                  </a:cubicBezTo>
                  <a:cubicBezTo>
                    <a:pt x="180" y="1124"/>
                    <a:pt x="73" y="1329"/>
                    <a:pt x="11" y="1479"/>
                  </a:cubicBezTo>
                  <a:cubicBezTo>
                    <a:pt x="1" y="1510"/>
                    <a:pt x="20" y="1533"/>
                    <a:pt x="37" y="1533"/>
                  </a:cubicBezTo>
                  <a:cubicBezTo>
                    <a:pt x="43" y="1533"/>
                    <a:pt x="50" y="1530"/>
                    <a:pt x="54" y="1522"/>
                  </a:cubicBezTo>
                  <a:cubicBezTo>
                    <a:pt x="112" y="1371"/>
                    <a:pt x="208" y="1210"/>
                    <a:pt x="357" y="1210"/>
                  </a:cubicBezTo>
                  <a:cubicBezTo>
                    <a:pt x="391" y="1210"/>
                    <a:pt x="428" y="1218"/>
                    <a:pt x="467" y="1237"/>
                  </a:cubicBezTo>
                  <a:cubicBezTo>
                    <a:pt x="624" y="1336"/>
                    <a:pt x="767" y="1479"/>
                    <a:pt x="852" y="1665"/>
                  </a:cubicBezTo>
                  <a:cubicBezTo>
                    <a:pt x="863" y="1675"/>
                    <a:pt x="873" y="1679"/>
                    <a:pt x="882" y="1679"/>
                  </a:cubicBezTo>
                  <a:cubicBezTo>
                    <a:pt x="898" y="1679"/>
                    <a:pt x="910" y="1664"/>
                    <a:pt x="910" y="1636"/>
                  </a:cubicBezTo>
                  <a:cubicBezTo>
                    <a:pt x="895" y="1536"/>
                    <a:pt x="910" y="1436"/>
                    <a:pt x="952" y="1336"/>
                  </a:cubicBezTo>
                  <a:cubicBezTo>
                    <a:pt x="970" y="1302"/>
                    <a:pt x="997" y="1288"/>
                    <a:pt x="1027" y="1288"/>
                  </a:cubicBezTo>
                  <a:cubicBezTo>
                    <a:pt x="1097" y="1288"/>
                    <a:pt x="1188" y="1358"/>
                    <a:pt x="1238" y="1408"/>
                  </a:cubicBezTo>
                  <a:cubicBezTo>
                    <a:pt x="1246" y="1421"/>
                    <a:pt x="1254" y="1426"/>
                    <a:pt x="1260" y="1426"/>
                  </a:cubicBezTo>
                  <a:cubicBezTo>
                    <a:pt x="1274" y="1426"/>
                    <a:pt x="1280" y="1399"/>
                    <a:pt x="1280" y="1379"/>
                  </a:cubicBezTo>
                  <a:cubicBezTo>
                    <a:pt x="1270" y="1239"/>
                    <a:pt x="1373" y="1084"/>
                    <a:pt x="1490" y="1084"/>
                  </a:cubicBezTo>
                  <a:cubicBezTo>
                    <a:pt x="1539" y="1084"/>
                    <a:pt x="1591" y="1112"/>
                    <a:pt x="1637" y="1180"/>
                  </a:cubicBezTo>
                  <a:cubicBezTo>
                    <a:pt x="1650" y="1199"/>
                    <a:pt x="1670" y="1210"/>
                    <a:pt x="1685" y="1210"/>
                  </a:cubicBezTo>
                  <a:cubicBezTo>
                    <a:pt x="1703" y="1210"/>
                    <a:pt x="1716" y="1196"/>
                    <a:pt x="1708" y="1165"/>
                  </a:cubicBezTo>
                  <a:cubicBezTo>
                    <a:pt x="1708" y="1080"/>
                    <a:pt x="1694" y="937"/>
                    <a:pt x="1780" y="880"/>
                  </a:cubicBezTo>
                  <a:cubicBezTo>
                    <a:pt x="1804" y="865"/>
                    <a:pt x="1825" y="859"/>
                    <a:pt x="1844" y="859"/>
                  </a:cubicBezTo>
                  <a:cubicBezTo>
                    <a:pt x="1913" y="859"/>
                    <a:pt x="1952" y="943"/>
                    <a:pt x="2008" y="966"/>
                  </a:cubicBezTo>
                  <a:cubicBezTo>
                    <a:pt x="2046" y="983"/>
                    <a:pt x="2087" y="991"/>
                    <a:pt x="2128" y="991"/>
                  </a:cubicBezTo>
                  <a:cubicBezTo>
                    <a:pt x="2222" y="991"/>
                    <a:pt x="2315" y="946"/>
                    <a:pt x="2365" y="866"/>
                  </a:cubicBezTo>
                  <a:cubicBezTo>
                    <a:pt x="2464" y="737"/>
                    <a:pt x="2493" y="580"/>
                    <a:pt x="2479" y="409"/>
                  </a:cubicBezTo>
                  <a:lnTo>
                    <a:pt x="2479" y="409"/>
                  </a:lnTo>
                  <a:cubicBezTo>
                    <a:pt x="2536" y="466"/>
                    <a:pt x="2607" y="538"/>
                    <a:pt x="2678" y="595"/>
                  </a:cubicBezTo>
                  <a:cubicBezTo>
                    <a:pt x="2750" y="666"/>
                    <a:pt x="2821" y="752"/>
                    <a:pt x="2892" y="837"/>
                  </a:cubicBezTo>
                  <a:cubicBezTo>
                    <a:pt x="2764" y="908"/>
                    <a:pt x="2693" y="1080"/>
                    <a:pt x="2736" y="1237"/>
                  </a:cubicBezTo>
                  <a:cubicBezTo>
                    <a:pt x="2768" y="1386"/>
                    <a:pt x="2952" y="1584"/>
                    <a:pt x="3114" y="1584"/>
                  </a:cubicBezTo>
                  <a:cubicBezTo>
                    <a:pt x="3168" y="1584"/>
                    <a:pt x="3220" y="1561"/>
                    <a:pt x="3263" y="1508"/>
                  </a:cubicBezTo>
                  <a:cubicBezTo>
                    <a:pt x="3392" y="1322"/>
                    <a:pt x="3306" y="1122"/>
                    <a:pt x="3178" y="966"/>
                  </a:cubicBezTo>
                  <a:cubicBezTo>
                    <a:pt x="3206" y="966"/>
                    <a:pt x="3206" y="894"/>
                    <a:pt x="3192" y="880"/>
                  </a:cubicBezTo>
                  <a:cubicBezTo>
                    <a:pt x="3149" y="823"/>
                    <a:pt x="3106" y="794"/>
                    <a:pt x="3035" y="794"/>
                  </a:cubicBezTo>
                  <a:cubicBezTo>
                    <a:pt x="2950" y="680"/>
                    <a:pt x="2850" y="580"/>
                    <a:pt x="2750" y="481"/>
                  </a:cubicBezTo>
                  <a:cubicBezTo>
                    <a:pt x="2636" y="395"/>
                    <a:pt x="2536" y="295"/>
                    <a:pt x="2436" y="181"/>
                  </a:cubicBezTo>
                  <a:cubicBezTo>
                    <a:pt x="2422" y="110"/>
                    <a:pt x="2379" y="53"/>
                    <a:pt x="2336" y="24"/>
                  </a:cubicBezTo>
                  <a:cubicBezTo>
                    <a:pt x="2316" y="8"/>
                    <a:pt x="2296" y="1"/>
                    <a:pt x="2280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2647175" y="1636775"/>
              <a:ext cx="67075" cy="48900"/>
            </a:xfrm>
            <a:custGeom>
              <a:avLst/>
              <a:gdLst/>
              <a:ahLst/>
              <a:cxnLst/>
              <a:rect l="l" t="t" r="r" b="b"/>
              <a:pathLst>
                <a:path w="2683" h="1956" extrusionOk="0">
                  <a:moveTo>
                    <a:pt x="1715" y="0"/>
                  </a:moveTo>
                  <a:cubicBezTo>
                    <a:pt x="1668" y="0"/>
                    <a:pt x="1638" y="60"/>
                    <a:pt x="1670" y="113"/>
                  </a:cubicBezTo>
                  <a:cubicBezTo>
                    <a:pt x="1698" y="141"/>
                    <a:pt x="1727" y="170"/>
                    <a:pt x="1741" y="198"/>
                  </a:cubicBezTo>
                  <a:cubicBezTo>
                    <a:pt x="1855" y="341"/>
                    <a:pt x="1927" y="555"/>
                    <a:pt x="1812" y="683"/>
                  </a:cubicBezTo>
                  <a:cubicBezTo>
                    <a:pt x="1774" y="732"/>
                    <a:pt x="1734" y="752"/>
                    <a:pt x="1696" y="752"/>
                  </a:cubicBezTo>
                  <a:cubicBezTo>
                    <a:pt x="1577" y="752"/>
                    <a:pt x="1467" y="566"/>
                    <a:pt x="1413" y="469"/>
                  </a:cubicBezTo>
                  <a:cubicBezTo>
                    <a:pt x="1394" y="442"/>
                    <a:pt x="1373" y="430"/>
                    <a:pt x="1354" y="430"/>
                  </a:cubicBezTo>
                  <a:cubicBezTo>
                    <a:pt x="1314" y="430"/>
                    <a:pt x="1284" y="478"/>
                    <a:pt x="1313" y="526"/>
                  </a:cubicBezTo>
                  <a:cubicBezTo>
                    <a:pt x="1356" y="612"/>
                    <a:pt x="1384" y="698"/>
                    <a:pt x="1384" y="812"/>
                  </a:cubicBezTo>
                  <a:cubicBezTo>
                    <a:pt x="1413" y="883"/>
                    <a:pt x="1442" y="1054"/>
                    <a:pt x="1384" y="1126"/>
                  </a:cubicBezTo>
                  <a:cubicBezTo>
                    <a:pt x="1369" y="1145"/>
                    <a:pt x="1351" y="1154"/>
                    <a:pt x="1330" y="1154"/>
                  </a:cubicBezTo>
                  <a:cubicBezTo>
                    <a:pt x="1219" y="1154"/>
                    <a:pt x="1050" y="894"/>
                    <a:pt x="1014" y="798"/>
                  </a:cubicBezTo>
                  <a:lnTo>
                    <a:pt x="1014" y="769"/>
                  </a:lnTo>
                  <a:lnTo>
                    <a:pt x="1014" y="755"/>
                  </a:lnTo>
                  <a:cubicBezTo>
                    <a:pt x="1006" y="719"/>
                    <a:pt x="971" y="698"/>
                    <a:pt x="939" y="698"/>
                  </a:cubicBezTo>
                  <a:cubicBezTo>
                    <a:pt x="907" y="698"/>
                    <a:pt x="878" y="719"/>
                    <a:pt x="885" y="769"/>
                  </a:cubicBezTo>
                  <a:cubicBezTo>
                    <a:pt x="928" y="940"/>
                    <a:pt x="914" y="1111"/>
                    <a:pt x="842" y="1268"/>
                  </a:cubicBezTo>
                  <a:cubicBezTo>
                    <a:pt x="802" y="1334"/>
                    <a:pt x="750" y="1361"/>
                    <a:pt x="696" y="1361"/>
                  </a:cubicBezTo>
                  <a:cubicBezTo>
                    <a:pt x="599" y="1361"/>
                    <a:pt x="493" y="1275"/>
                    <a:pt x="429" y="1183"/>
                  </a:cubicBezTo>
                  <a:cubicBezTo>
                    <a:pt x="414" y="1154"/>
                    <a:pt x="386" y="1111"/>
                    <a:pt x="357" y="1083"/>
                  </a:cubicBezTo>
                  <a:cubicBezTo>
                    <a:pt x="336" y="1057"/>
                    <a:pt x="310" y="1044"/>
                    <a:pt x="286" y="1044"/>
                  </a:cubicBezTo>
                  <a:cubicBezTo>
                    <a:pt x="244" y="1044"/>
                    <a:pt x="211" y="1082"/>
                    <a:pt x="229" y="1154"/>
                  </a:cubicBezTo>
                  <a:cubicBezTo>
                    <a:pt x="243" y="1183"/>
                    <a:pt x="272" y="1225"/>
                    <a:pt x="286" y="1240"/>
                  </a:cubicBezTo>
                  <a:cubicBezTo>
                    <a:pt x="343" y="1397"/>
                    <a:pt x="315" y="1554"/>
                    <a:pt x="272" y="1725"/>
                  </a:cubicBezTo>
                  <a:cubicBezTo>
                    <a:pt x="250" y="1769"/>
                    <a:pt x="223" y="1794"/>
                    <a:pt x="200" y="1794"/>
                  </a:cubicBezTo>
                  <a:cubicBezTo>
                    <a:pt x="177" y="1794"/>
                    <a:pt x="157" y="1773"/>
                    <a:pt x="143" y="1725"/>
                  </a:cubicBezTo>
                  <a:lnTo>
                    <a:pt x="143" y="1525"/>
                  </a:lnTo>
                  <a:cubicBezTo>
                    <a:pt x="143" y="1465"/>
                    <a:pt x="143" y="1355"/>
                    <a:pt x="202" y="1355"/>
                  </a:cubicBezTo>
                  <a:cubicBezTo>
                    <a:pt x="214" y="1355"/>
                    <a:pt x="227" y="1359"/>
                    <a:pt x="243" y="1368"/>
                  </a:cubicBezTo>
                  <a:cubicBezTo>
                    <a:pt x="248" y="1370"/>
                    <a:pt x="252" y="1370"/>
                    <a:pt x="256" y="1370"/>
                  </a:cubicBezTo>
                  <a:cubicBezTo>
                    <a:pt x="286" y="1370"/>
                    <a:pt x="284" y="1324"/>
                    <a:pt x="272" y="1311"/>
                  </a:cubicBezTo>
                  <a:cubicBezTo>
                    <a:pt x="239" y="1262"/>
                    <a:pt x="188" y="1228"/>
                    <a:pt x="143" y="1228"/>
                  </a:cubicBezTo>
                  <a:cubicBezTo>
                    <a:pt x="108" y="1228"/>
                    <a:pt x="76" y="1248"/>
                    <a:pt x="58" y="1297"/>
                  </a:cubicBezTo>
                  <a:cubicBezTo>
                    <a:pt x="15" y="1382"/>
                    <a:pt x="1" y="1482"/>
                    <a:pt x="1" y="1582"/>
                  </a:cubicBezTo>
                  <a:cubicBezTo>
                    <a:pt x="1" y="1730"/>
                    <a:pt x="52" y="1955"/>
                    <a:pt x="238" y="1955"/>
                  </a:cubicBezTo>
                  <a:cubicBezTo>
                    <a:pt x="249" y="1955"/>
                    <a:pt x="260" y="1955"/>
                    <a:pt x="272" y="1953"/>
                  </a:cubicBezTo>
                  <a:cubicBezTo>
                    <a:pt x="429" y="1910"/>
                    <a:pt x="443" y="1696"/>
                    <a:pt x="457" y="1554"/>
                  </a:cubicBezTo>
                  <a:lnTo>
                    <a:pt x="457" y="1397"/>
                  </a:lnTo>
                  <a:cubicBezTo>
                    <a:pt x="545" y="1467"/>
                    <a:pt x="643" y="1510"/>
                    <a:pt x="732" y="1510"/>
                  </a:cubicBezTo>
                  <a:cubicBezTo>
                    <a:pt x="788" y="1510"/>
                    <a:pt x="841" y="1492"/>
                    <a:pt x="885" y="1454"/>
                  </a:cubicBezTo>
                  <a:cubicBezTo>
                    <a:pt x="999" y="1368"/>
                    <a:pt x="1056" y="1225"/>
                    <a:pt x="1056" y="1083"/>
                  </a:cubicBezTo>
                  <a:cubicBezTo>
                    <a:pt x="1147" y="1207"/>
                    <a:pt x="1273" y="1323"/>
                    <a:pt x="1392" y="1323"/>
                  </a:cubicBezTo>
                  <a:cubicBezTo>
                    <a:pt x="1424" y="1323"/>
                    <a:pt x="1455" y="1315"/>
                    <a:pt x="1484" y="1297"/>
                  </a:cubicBezTo>
                  <a:cubicBezTo>
                    <a:pt x="1584" y="1225"/>
                    <a:pt x="1570" y="1040"/>
                    <a:pt x="1556" y="940"/>
                  </a:cubicBezTo>
                  <a:cubicBezTo>
                    <a:pt x="1556" y="883"/>
                    <a:pt x="1527" y="826"/>
                    <a:pt x="1527" y="769"/>
                  </a:cubicBezTo>
                  <a:lnTo>
                    <a:pt x="1527" y="769"/>
                  </a:lnTo>
                  <a:cubicBezTo>
                    <a:pt x="1603" y="845"/>
                    <a:pt x="1690" y="901"/>
                    <a:pt x="1777" y="901"/>
                  </a:cubicBezTo>
                  <a:cubicBezTo>
                    <a:pt x="1837" y="901"/>
                    <a:pt x="1897" y="875"/>
                    <a:pt x="1955" y="812"/>
                  </a:cubicBezTo>
                  <a:cubicBezTo>
                    <a:pt x="2055" y="683"/>
                    <a:pt x="2069" y="541"/>
                    <a:pt x="2012" y="398"/>
                  </a:cubicBezTo>
                  <a:lnTo>
                    <a:pt x="2012" y="398"/>
                  </a:lnTo>
                  <a:cubicBezTo>
                    <a:pt x="2126" y="469"/>
                    <a:pt x="2240" y="498"/>
                    <a:pt x="2369" y="526"/>
                  </a:cubicBezTo>
                  <a:cubicBezTo>
                    <a:pt x="2380" y="528"/>
                    <a:pt x="2391" y="529"/>
                    <a:pt x="2403" y="529"/>
                  </a:cubicBezTo>
                  <a:cubicBezTo>
                    <a:pt x="2480" y="529"/>
                    <a:pt x="2563" y="489"/>
                    <a:pt x="2626" y="427"/>
                  </a:cubicBezTo>
                  <a:cubicBezTo>
                    <a:pt x="2683" y="327"/>
                    <a:pt x="2654" y="227"/>
                    <a:pt x="2583" y="127"/>
                  </a:cubicBezTo>
                  <a:cubicBezTo>
                    <a:pt x="2571" y="98"/>
                    <a:pt x="2553" y="86"/>
                    <a:pt x="2535" y="86"/>
                  </a:cubicBezTo>
                  <a:cubicBezTo>
                    <a:pt x="2508" y="86"/>
                    <a:pt x="2483" y="113"/>
                    <a:pt x="2483" y="156"/>
                  </a:cubicBezTo>
                  <a:cubicBezTo>
                    <a:pt x="2505" y="286"/>
                    <a:pt x="2418" y="342"/>
                    <a:pt x="2313" y="342"/>
                  </a:cubicBezTo>
                  <a:cubicBezTo>
                    <a:pt x="2280" y="342"/>
                    <a:pt x="2246" y="337"/>
                    <a:pt x="2212" y="327"/>
                  </a:cubicBezTo>
                  <a:cubicBezTo>
                    <a:pt x="2069" y="298"/>
                    <a:pt x="1927" y="198"/>
                    <a:pt x="1841" y="99"/>
                  </a:cubicBezTo>
                  <a:cubicBezTo>
                    <a:pt x="1812" y="56"/>
                    <a:pt x="1784" y="41"/>
                    <a:pt x="1770" y="27"/>
                  </a:cubicBezTo>
                  <a:cubicBezTo>
                    <a:pt x="1751" y="8"/>
                    <a:pt x="1732" y="0"/>
                    <a:pt x="171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2675700" y="1657450"/>
              <a:ext cx="142325" cy="82025"/>
            </a:xfrm>
            <a:custGeom>
              <a:avLst/>
              <a:gdLst/>
              <a:ahLst/>
              <a:cxnLst/>
              <a:rect l="l" t="t" r="r" b="b"/>
              <a:pathLst>
                <a:path w="5693" h="3281" extrusionOk="0">
                  <a:moveTo>
                    <a:pt x="5422" y="1012"/>
                  </a:moveTo>
                  <a:cubicBezTo>
                    <a:pt x="5465" y="1069"/>
                    <a:pt x="5479" y="1112"/>
                    <a:pt x="5493" y="1155"/>
                  </a:cubicBezTo>
                  <a:cubicBezTo>
                    <a:pt x="5522" y="1269"/>
                    <a:pt x="5579" y="1468"/>
                    <a:pt x="5493" y="1554"/>
                  </a:cubicBezTo>
                  <a:cubicBezTo>
                    <a:pt x="5474" y="1579"/>
                    <a:pt x="5453" y="1589"/>
                    <a:pt x="5431" y="1589"/>
                  </a:cubicBezTo>
                  <a:cubicBezTo>
                    <a:pt x="5342" y="1589"/>
                    <a:pt x="5242" y="1409"/>
                    <a:pt x="5208" y="1340"/>
                  </a:cubicBezTo>
                  <a:cubicBezTo>
                    <a:pt x="5122" y="1126"/>
                    <a:pt x="5222" y="1040"/>
                    <a:pt x="5422" y="1012"/>
                  </a:cubicBezTo>
                  <a:close/>
                  <a:moveTo>
                    <a:pt x="4546" y="0"/>
                  </a:moveTo>
                  <a:cubicBezTo>
                    <a:pt x="4508" y="0"/>
                    <a:pt x="4486" y="51"/>
                    <a:pt x="4509" y="85"/>
                  </a:cubicBezTo>
                  <a:cubicBezTo>
                    <a:pt x="4552" y="142"/>
                    <a:pt x="4580" y="213"/>
                    <a:pt x="4594" y="284"/>
                  </a:cubicBezTo>
                  <a:cubicBezTo>
                    <a:pt x="4594" y="366"/>
                    <a:pt x="4554" y="396"/>
                    <a:pt x="4503" y="396"/>
                  </a:cubicBezTo>
                  <a:cubicBezTo>
                    <a:pt x="4474" y="396"/>
                    <a:pt x="4440" y="386"/>
                    <a:pt x="4409" y="370"/>
                  </a:cubicBezTo>
                  <a:cubicBezTo>
                    <a:pt x="4352" y="356"/>
                    <a:pt x="4295" y="327"/>
                    <a:pt x="4266" y="284"/>
                  </a:cubicBezTo>
                  <a:cubicBezTo>
                    <a:pt x="4209" y="199"/>
                    <a:pt x="4138" y="113"/>
                    <a:pt x="4052" y="56"/>
                  </a:cubicBezTo>
                  <a:cubicBezTo>
                    <a:pt x="4039" y="43"/>
                    <a:pt x="4026" y="37"/>
                    <a:pt x="4014" y="37"/>
                  </a:cubicBezTo>
                  <a:cubicBezTo>
                    <a:pt x="3974" y="37"/>
                    <a:pt x="3948" y="98"/>
                    <a:pt x="3981" y="142"/>
                  </a:cubicBezTo>
                  <a:cubicBezTo>
                    <a:pt x="4024" y="227"/>
                    <a:pt x="4081" y="299"/>
                    <a:pt x="4152" y="370"/>
                  </a:cubicBezTo>
                  <a:cubicBezTo>
                    <a:pt x="4152" y="398"/>
                    <a:pt x="4166" y="413"/>
                    <a:pt x="4166" y="427"/>
                  </a:cubicBezTo>
                  <a:cubicBezTo>
                    <a:pt x="4195" y="541"/>
                    <a:pt x="4166" y="655"/>
                    <a:pt x="4138" y="769"/>
                  </a:cubicBezTo>
                  <a:cubicBezTo>
                    <a:pt x="4119" y="835"/>
                    <a:pt x="4088" y="860"/>
                    <a:pt x="4052" y="860"/>
                  </a:cubicBezTo>
                  <a:cubicBezTo>
                    <a:pt x="3953" y="860"/>
                    <a:pt x="3811" y="675"/>
                    <a:pt x="3738" y="612"/>
                  </a:cubicBezTo>
                  <a:cubicBezTo>
                    <a:pt x="3706" y="580"/>
                    <a:pt x="3666" y="566"/>
                    <a:pt x="3625" y="566"/>
                  </a:cubicBezTo>
                  <a:cubicBezTo>
                    <a:pt x="3576" y="566"/>
                    <a:pt x="3527" y="588"/>
                    <a:pt x="3496" y="627"/>
                  </a:cubicBezTo>
                  <a:cubicBezTo>
                    <a:pt x="3482" y="641"/>
                    <a:pt x="3453" y="655"/>
                    <a:pt x="3453" y="698"/>
                  </a:cubicBezTo>
                  <a:cubicBezTo>
                    <a:pt x="3425" y="798"/>
                    <a:pt x="3425" y="912"/>
                    <a:pt x="3439" y="998"/>
                  </a:cubicBezTo>
                  <a:cubicBezTo>
                    <a:pt x="3381" y="950"/>
                    <a:pt x="3323" y="901"/>
                    <a:pt x="3261" y="901"/>
                  </a:cubicBezTo>
                  <a:cubicBezTo>
                    <a:pt x="3231" y="901"/>
                    <a:pt x="3200" y="913"/>
                    <a:pt x="3168" y="941"/>
                  </a:cubicBezTo>
                  <a:cubicBezTo>
                    <a:pt x="3082" y="1012"/>
                    <a:pt x="3082" y="1183"/>
                    <a:pt x="3097" y="1326"/>
                  </a:cubicBezTo>
                  <a:cubicBezTo>
                    <a:pt x="3025" y="1240"/>
                    <a:pt x="2925" y="1197"/>
                    <a:pt x="2811" y="1197"/>
                  </a:cubicBezTo>
                  <a:cubicBezTo>
                    <a:pt x="2711" y="1212"/>
                    <a:pt x="2654" y="1297"/>
                    <a:pt x="2654" y="1397"/>
                  </a:cubicBezTo>
                  <a:cubicBezTo>
                    <a:pt x="2561" y="1285"/>
                    <a:pt x="2431" y="1167"/>
                    <a:pt x="2320" y="1167"/>
                  </a:cubicBezTo>
                  <a:cubicBezTo>
                    <a:pt x="2262" y="1167"/>
                    <a:pt x="2209" y="1199"/>
                    <a:pt x="2169" y="1283"/>
                  </a:cubicBezTo>
                  <a:cubicBezTo>
                    <a:pt x="2126" y="1411"/>
                    <a:pt x="2198" y="1640"/>
                    <a:pt x="2084" y="1725"/>
                  </a:cubicBezTo>
                  <a:cubicBezTo>
                    <a:pt x="2066" y="1739"/>
                    <a:pt x="2047" y="1746"/>
                    <a:pt x="2028" y="1746"/>
                  </a:cubicBezTo>
                  <a:cubicBezTo>
                    <a:pt x="1970" y="1746"/>
                    <a:pt x="1909" y="1689"/>
                    <a:pt x="1855" y="1625"/>
                  </a:cubicBezTo>
                  <a:cubicBezTo>
                    <a:pt x="1813" y="1554"/>
                    <a:pt x="1770" y="1483"/>
                    <a:pt x="1699" y="1440"/>
                  </a:cubicBezTo>
                  <a:cubicBezTo>
                    <a:pt x="1682" y="1433"/>
                    <a:pt x="1668" y="1430"/>
                    <a:pt x="1656" y="1430"/>
                  </a:cubicBezTo>
                  <a:cubicBezTo>
                    <a:pt x="1595" y="1430"/>
                    <a:pt x="1592" y="1509"/>
                    <a:pt x="1627" y="1568"/>
                  </a:cubicBezTo>
                  <a:lnTo>
                    <a:pt x="1713" y="1682"/>
                  </a:lnTo>
                  <a:cubicBezTo>
                    <a:pt x="1741" y="1782"/>
                    <a:pt x="1770" y="1911"/>
                    <a:pt x="1741" y="2039"/>
                  </a:cubicBezTo>
                  <a:cubicBezTo>
                    <a:pt x="1527" y="1996"/>
                    <a:pt x="1370" y="1796"/>
                    <a:pt x="1242" y="1625"/>
                  </a:cubicBezTo>
                  <a:cubicBezTo>
                    <a:pt x="1199" y="1554"/>
                    <a:pt x="1142" y="1497"/>
                    <a:pt x="1085" y="1426"/>
                  </a:cubicBezTo>
                  <a:cubicBezTo>
                    <a:pt x="1000" y="1297"/>
                    <a:pt x="885" y="1197"/>
                    <a:pt x="771" y="1126"/>
                  </a:cubicBezTo>
                  <a:cubicBezTo>
                    <a:pt x="756" y="1116"/>
                    <a:pt x="742" y="1112"/>
                    <a:pt x="730" y="1112"/>
                  </a:cubicBezTo>
                  <a:cubicBezTo>
                    <a:pt x="674" y="1112"/>
                    <a:pt x="655" y="1205"/>
                    <a:pt x="714" y="1240"/>
                  </a:cubicBezTo>
                  <a:cubicBezTo>
                    <a:pt x="843" y="1340"/>
                    <a:pt x="942" y="1440"/>
                    <a:pt x="1057" y="1554"/>
                  </a:cubicBezTo>
                  <a:cubicBezTo>
                    <a:pt x="1085" y="1597"/>
                    <a:pt x="1128" y="1640"/>
                    <a:pt x="1156" y="1697"/>
                  </a:cubicBezTo>
                  <a:cubicBezTo>
                    <a:pt x="1271" y="1839"/>
                    <a:pt x="1328" y="1996"/>
                    <a:pt x="1328" y="2153"/>
                  </a:cubicBezTo>
                  <a:cubicBezTo>
                    <a:pt x="1328" y="2291"/>
                    <a:pt x="1265" y="2338"/>
                    <a:pt x="1179" y="2338"/>
                  </a:cubicBezTo>
                  <a:cubicBezTo>
                    <a:pt x="1032" y="2338"/>
                    <a:pt x="818" y="2202"/>
                    <a:pt x="728" y="2139"/>
                  </a:cubicBezTo>
                  <a:cubicBezTo>
                    <a:pt x="712" y="2125"/>
                    <a:pt x="698" y="2119"/>
                    <a:pt x="687" y="2119"/>
                  </a:cubicBezTo>
                  <a:cubicBezTo>
                    <a:pt x="639" y="2119"/>
                    <a:pt x="634" y="2221"/>
                    <a:pt x="657" y="2267"/>
                  </a:cubicBezTo>
                  <a:cubicBezTo>
                    <a:pt x="769" y="2379"/>
                    <a:pt x="1006" y="2781"/>
                    <a:pt x="661" y="2781"/>
                  </a:cubicBezTo>
                  <a:cubicBezTo>
                    <a:pt x="655" y="2781"/>
                    <a:pt x="649" y="2781"/>
                    <a:pt x="643" y="2781"/>
                  </a:cubicBezTo>
                  <a:cubicBezTo>
                    <a:pt x="443" y="2767"/>
                    <a:pt x="272" y="2624"/>
                    <a:pt x="129" y="2510"/>
                  </a:cubicBezTo>
                  <a:cubicBezTo>
                    <a:pt x="117" y="2500"/>
                    <a:pt x="106" y="2495"/>
                    <a:pt x="98" y="2495"/>
                  </a:cubicBezTo>
                  <a:cubicBezTo>
                    <a:pt x="58" y="2495"/>
                    <a:pt x="61" y="2589"/>
                    <a:pt x="72" y="2624"/>
                  </a:cubicBezTo>
                  <a:cubicBezTo>
                    <a:pt x="158" y="2767"/>
                    <a:pt x="201" y="3137"/>
                    <a:pt x="15" y="3209"/>
                  </a:cubicBezTo>
                  <a:cubicBezTo>
                    <a:pt x="1" y="3223"/>
                    <a:pt x="1" y="3280"/>
                    <a:pt x="15" y="3280"/>
                  </a:cubicBezTo>
                  <a:cubicBezTo>
                    <a:pt x="229" y="3252"/>
                    <a:pt x="258" y="2938"/>
                    <a:pt x="201" y="2724"/>
                  </a:cubicBezTo>
                  <a:lnTo>
                    <a:pt x="201" y="2724"/>
                  </a:lnTo>
                  <a:cubicBezTo>
                    <a:pt x="346" y="2840"/>
                    <a:pt x="525" y="2950"/>
                    <a:pt x="687" y="2950"/>
                  </a:cubicBezTo>
                  <a:cubicBezTo>
                    <a:pt x="763" y="2950"/>
                    <a:pt x="836" y="2926"/>
                    <a:pt x="900" y="2866"/>
                  </a:cubicBezTo>
                  <a:cubicBezTo>
                    <a:pt x="1000" y="2767"/>
                    <a:pt x="1014" y="2581"/>
                    <a:pt x="928" y="2467"/>
                  </a:cubicBezTo>
                  <a:lnTo>
                    <a:pt x="928" y="2467"/>
                  </a:lnTo>
                  <a:cubicBezTo>
                    <a:pt x="1027" y="2513"/>
                    <a:pt x="1128" y="2550"/>
                    <a:pt x="1216" y="2550"/>
                  </a:cubicBezTo>
                  <a:cubicBezTo>
                    <a:pt x="1319" y="2550"/>
                    <a:pt x="1403" y="2499"/>
                    <a:pt x="1442" y="2353"/>
                  </a:cubicBezTo>
                  <a:cubicBezTo>
                    <a:pt x="1470" y="2267"/>
                    <a:pt x="1470" y="2153"/>
                    <a:pt x="1442" y="2068"/>
                  </a:cubicBezTo>
                  <a:lnTo>
                    <a:pt x="1442" y="2068"/>
                  </a:lnTo>
                  <a:cubicBezTo>
                    <a:pt x="1556" y="2153"/>
                    <a:pt x="1699" y="2210"/>
                    <a:pt x="1841" y="2224"/>
                  </a:cubicBezTo>
                  <a:cubicBezTo>
                    <a:pt x="1870" y="2224"/>
                    <a:pt x="1898" y="2210"/>
                    <a:pt x="1898" y="2182"/>
                  </a:cubicBezTo>
                  <a:lnTo>
                    <a:pt x="1898" y="1868"/>
                  </a:lnTo>
                  <a:cubicBezTo>
                    <a:pt x="1954" y="1907"/>
                    <a:pt x="2014" y="1938"/>
                    <a:pt x="2071" y="1938"/>
                  </a:cubicBezTo>
                  <a:cubicBezTo>
                    <a:pt x="2116" y="1938"/>
                    <a:pt x="2160" y="1919"/>
                    <a:pt x="2198" y="1868"/>
                  </a:cubicBezTo>
                  <a:cubicBezTo>
                    <a:pt x="2283" y="1768"/>
                    <a:pt x="2255" y="1611"/>
                    <a:pt x="2283" y="1468"/>
                  </a:cubicBezTo>
                  <a:cubicBezTo>
                    <a:pt x="2299" y="1399"/>
                    <a:pt x="2328" y="1372"/>
                    <a:pt x="2364" y="1372"/>
                  </a:cubicBezTo>
                  <a:cubicBezTo>
                    <a:pt x="2462" y="1372"/>
                    <a:pt x="2610" y="1563"/>
                    <a:pt x="2683" y="1625"/>
                  </a:cubicBezTo>
                  <a:cubicBezTo>
                    <a:pt x="2699" y="1646"/>
                    <a:pt x="2716" y="1656"/>
                    <a:pt x="2732" y="1656"/>
                  </a:cubicBezTo>
                  <a:cubicBezTo>
                    <a:pt x="2760" y="1656"/>
                    <a:pt x="2783" y="1628"/>
                    <a:pt x="2783" y="1582"/>
                  </a:cubicBezTo>
                  <a:cubicBezTo>
                    <a:pt x="2783" y="1514"/>
                    <a:pt x="2783" y="1368"/>
                    <a:pt x="2895" y="1368"/>
                  </a:cubicBezTo>
                  <a:cubicBezTo>
                    <a:pt x="2900" y="1368"/>
                    <a:pt x="2906" y="1368"/>
                    <a:pt x="2911" y="1369"/>
                  </a:cubicBezTo>
                  <a:cubicBezTo>
                    <a:pt x="2997" y="1411"/>
                    <a:pt x="3068" y="1468"/>
                    <a:pt x="3139" y="1540"/>
                  </a:cubicBezTo>
                  <a:cubicBezTo>
                    <a:pt x="3159" y="1553"/>
                    <a:pt x="3185" y="1563"/>
                    <a:pt x="3207" y="1563"/>
                  </a:cubicBezTo>
                  <a:cubicBezTo>
                    <a:pt x="3233" y="1563"/>
                    <a:pt x="3253" y="1549"/>
                    <a:pt x="3253" y="1511"/>
                  </a:cubicBezTo>
                  <a:cubicBezTo>
                    <a:pt x="3225" y="1411"/>
                    <a:pt x="3225" y="1297"/>
                    <a:pt x="3253" y="1197"/>
                  </a:cubicBezTo>
                  <a:cubicBezTo>
                    <a:pt x="3266" y="1137"/>
                    <a:pt x="3289" y="1114"/>
                    <a:pt x="3316" y="1114"/>
                  </a:cubicBezTo>
                  <a:cubicBezTo>
                    <a:pt x="3379" y="1114"/>
                    <a:pt x="3469" y="1233"/>
                    <a:pt x="3539" y="1283"/>
                  </a:cubicBezTo>
                  <a:cubicBezTo>
                    <a:pt x="3550" y="1298"/>
                    <a:pt x="3562" y="1304"/>
                    <a:pt x="3573" y="1304"/>
                  </a:cubicBezTo>
                  <a:cubicBezTo>
                    <a:pt x="3606" y="1304"/>
                    <a:pt x="3635" y="1254"/>
                    <a:pt x="3624" y="1212"/>
                  </a:cubicBezTo>
                  <a:cubicBezTo>
                    <a:pt x="3582" y="1112"/>
                    <a:pt x="3567" y="983"/>
                    <a:pt x="3567" y="855"/>
                  </a:cubicBezTo>
                  <a:cubicBezTo>
                    <a:pt x="3586" y="780"/>
                    <a:pt x="3614" y="752"/>
                    <a:pt x="3646" y="752"/>
                  </a:cubicBezTo>
                  <a:cubicBezTo>
                    <a:pt x="3711" y="752"/>
                    <a:pt x="3791" y="864"/>
                    <a:pt x="3838" y="912"/>
                  </a:cubicBezTo>
                  <a:cubicBezTo>
                    <a:pt x="3898" y="961"/>
                    <a:pt x="4005" y="1038"/>
                    <a:pt x="4098" y="1038"/>
                  </a:cubicBezTo>
                  <a:cubicBezTo>
                    <a:pt x="4140" y="1038"/>
                    <a:pt x="4178" y="1023"/>
                    <a:pt x="4209" y="983"/>
                  </a:cubicBezTo>
                  <a:cubicBezTo>
                    <a:pt x="4295" y="841"/>
                    <a:pt x="4338" y="684"/>
                    <a:pt x="4323" y="513"/>
                  </a:cubicBezTo>
                  <a:lnTo>
                    <a:pt x="4323" y="513"/>
                  </a:lnTo>
                  <a:cubicBezTo>
                    <a:pt x="4366" y="555"/>
                    <a:pt x="4423" y="570"/>
                    <a:pt x="4495" y="584"/>
                  </a:cubicBezTo>
                  <a:cubicBezTo>
                    <a:pt x="4515" y="589"/>
                    <a:pt x="4535" y="591"/>
                    <a:pt x="4554" y="591"/>
                  </a:cubicBezTo>
                  <a:cubicBezTo>
                    <a:pt x="4642" y="591"/>
                    <a:pt x="4716" y="540"/>
                    <a:pt x="4751" y="470"/>
                  </a:cubicBezTo>
                  <a:cubicBezTo>
                    <a:pt x="4766" y="427"/>
                    <a:pt x="4766" y="370"/>
                    <a:pt x="4751" y="341"/>
                  </a:cubicBezTo>
                  <a:lnTo>
                    <a:pt x="4751" y="341"/>
                  </a:lnTo>
                  <a:cubicBezTo>
                    <a:pt x="4908" y="470"/>
                    <a:pt x="5051" y="612"/>
                    <a:pt x="5194" y="769"/>
                  </a:cubicBezTo>
                  <a:cubicBezTo>
                    <a:pt x="5222" y="798"/>
                    <a:pt x="5265" y="855"/>
                    <a:pt x="5293" y="912"/>
                  </a:cubicBezTo>
                  <a:cubicBezTo>
                    <a:pt x="5151" y="912"/>
                    <a:pt x="5037" y="1012"/>
                    <a:pt x="5008" y="1155"/>
                  </a:cubicBezTo>
                  <a:lnTo>
                    <a:pt x="5008" y="1183"/>
                  </a:lnTo>
                  <a:cubicBezTo>
                    <a:pt x="5008" y="1369"/>
                    <a:pt x="5122" y="1568"/>
                    <a:pt x="5265" y="1697"/>
                  </a:cubicBezTo>
                  <a:cubicBezTo>
                    <a:pt x="5315" y="1739"/>
                    <a:pt x="5383" y="1772"/>
                    <a:pt x="5447" y="1772"/>
                  </a:cubicBezTo>
                  <a:cubicBezTo>
                    <a:pt x="5511" y="1772"/>
                    <a:pt x="5572" y="1739"/>
                    <a:pt x="5607" y="1654"/>
                  </a:cubicBezTo>
                  <a:cubicBezTo>
                    <a:pt x="5693" y="1397"/>
                    <a:pt x="5650" y="1183"/>
                    <a:pt x="5522" y="998"/>
                  </a:cubicBezTo>
                  <a:cubicBezTo>
                    <a:pt x="5550" y="969"/>
                    <a:pt x="5507" y="869"/>
                    <a:pt x="5465" y="869"/>
                  </a:cubicBezTo>
                  <a:lnTo>
                    <a:pt x="5436" y="869"/>
                  </a:lnTo>
                  <a:lnTo>
                    <a:pt x="5408" y="826"/>
                  </a:lnTo>
                  <a:cubicBezTo>
                    <a:pt x="5165" y="513"/>
                    <a:pt x="4908" y="256"/>
                    <a:pt x="4580" y="13"/>
                  </a:cubicBezTo>
                  <a:cubicBezTo>
                    <a:pt x="4568" y="4"/>
                    <a:pt x="4556" y="0"/>
                    <a:pt x="454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2733475" y="1706175"/>
              <a:ext cx="221325" cy="126525"/>
            </a:xfrm>
            <a:custGeom>
              <a:avLst/>
              <a:gdLst/>
              <a:ahLst/>
              <a:cxnLst/>
              <a:rect l="l" t="t" r="r" b="b"/>
              <a:pathLst>
                <a:path w="8853" h="5061" extrusionOk="0">
                  <a:moveTo>
                    <a:pt x="8788" y="1"/>
                  </a:moveTo>
                  <a:cubicBezTo>
                    <a:pt x="8774" y="1"/>
                    <a:pt x="8760" y="12"/>
                    <a:pt x="8760" y="33"/>
                  </a:cubicBezTo>
                  <a:cubicBezTo>
                    <a:pt x="8760" y="166"/>
                    <a:pt x="8660" y="263"/>
                    <a:pt x="8530" y="263"/>
                  </a:cubicBezTo>
                  <a:cubicBezTo>
                    <a:pt x="8521" y="263"/>
                    <a:pt x="8512" y="262"/>
                    <a:pt x="8503" y="261"/>
                  </a:cubicBezTo>
                  <a:cubicBezTo>
                    <a:pt x="8446" y="268"/>
                    <a:pt x="8396" y="272"/>
                    <a:pt x="8346" y="272"/>
                  </a:cubicBezTo>
                  <a:cubicBezTo>
                    <a:pt x="8296" y="272"/>
                    <a:pt x="8246" y="268"/>
                    <a:pt x="8189" y="261"/>
                  </a:cubicBezTo>
                  <a:cubicBezTo>
                    <a:pt x="8175" y="261"/>
                    <a:pt x="8161" y="261"/>
                    <a:pt x="8161" y="275"/>
                  </a:cubicBezTo>
                  <a:cubicBezTo>
                    <a:pt x="8146" y="375"/>
                    <a:pt x="8104" y="461"/>
                    <a:pt x="8075" y="546"/>
                  </a:cubicBezTo>
                  <a:cubicBezTo>
                    <a:pt x="8033" y="513"/>
                    <a:pt x="7980" y="484"/>
                    <a:pt x="7933" y="484"/>
                  </a:cubicBezTo>
                  <a:cubicBezTo>
                    <a:pt x="7900" y="484"/>
                    <a:pt x="7870" y="497"/>
                    <a:pt x="7847" y="532"/>
                  </a:cubicBezTo>
                  <a:cubicBezTo>
                    <a:pt x="7814" y="598"/>
                    <a:pt x="7823" y="789"/>
                    <a:pt x="7758" y="798"/>
                  </a:cubicBezTo>
                  <a:lnTo>
                    <a:pt x="7758" y="798"/>
                  </a:lnTo>
                  <a:cubicBezTo>
                    <a:pt x="7749" y="790"/>
                    <a:pt x="7741" y="783"/>
                    <a:pt x="7733" y="775"/>
                  </a:cubicBezTo>
                  <a:cubicBezTo>
                    <a:pt x="7730" y="780"/>
                    <a:pt x="7728" y="784"/>
                    <a:pt x="7725" y="789"/>
                  </a:cubicBezTo>
                  <a:lnTo>
                    <a:pt x="7725" y="789"/>
                  </a:lnTo>
                  <a:cubicBezTo>
                    <a:pt x="7711" y="781"/>
                    <a:pt x="7695" y="767"/>
                    <a:pt x="7676" y="746"/>
                  </a:cubicBezTo>
                  <a:cubicBezTo>
                    <a:pt x="7676" y="732"/>
                    <a:pt x="7661" y="732"/>
                    <a:pt x="7633" y="732"/>
                  </a:cubicBezTo>
                  <a:lnTo>
                    <a:pt x="7619" y="746"/>
                  </a:lnTo>
                  <a:cubicBezTo>
                    <a:pt x="7569" y="836"/>
                    <a:pt x="7506" y="875"/>
                    <a:pt x="7447" y="875"/>
                  </a:cubicBezTo>
                  <a:cubicBezTo>
                    <a:pt x="7404" y="875"/>
                    <a:pt x="7364" y="854"/>
                    <a:pt x="7333" y="818"/>
                  </a:cubicBezTo>
                  <a:cubicBezTo>
                    <a:pt x="7319" y="760"/>
                    <a:pt x="7305" y="703"/>
                    <a:pt x="7262" y="661"/>
                  </a:cubicBezTo>
                  <a:cubicBezTo>
                    <a:pt x="7255" y="650"/>
                    <a:pt x="7247" y="645"/>
                    <a:pt x="7241" y="645"/>
                  </a:cubicBezTo>
                  <a:cubicBezTo>
                    <a:pt x="7221" y="645"/>
                    <a:pt x="7205" y="682"/>
                    <a:pt x="7205" y="703"/>
                  </a:cubicBezTo>
                  <a:cubicBezTo>
                    <a:pt x="7233" y="760"/>
                    <a:pt x="7233" y="803"/>
                    <a:pt x="7248" y="832"/>
                  </a:cubicBezTo>
                  <a:cubicBezTo>
                    <a:pt x="7262" y="960"/>
                    <a:pt x="7233" y="1089"/>
                    <a:pt x="7162" y="1188"/>
                  </a:cubicBezTo>
                  <a:cubicBezTo>
                    <a:pt x="7135" y="1211"/>
                    <a:pt x="7106" y="1221"/>
                    <a:pt x="7076" y="1221"/>
                  </a:cubicBezTo>
                  <a:cubicBezTo>
                    <a:pt x="7006" y="1221"/>
                    <a:pt x="6934" y="1163"/>
                    <a:pt x="6878" y="1091"/>
                  </a:cubicBezTo>
                  <a:lnTo>
                    <a:pt x="6878" y="1091"/>
                  </a:lnTo>
                  <a:cubicBezTo>
                    <a:pt x="6947" y="1216"/>
                    <a:pt x="7062" y="1323"/>
                    <a:pt x="7193" y="1323"/>
                  </a:cubicBezTo>
                  <a:cubicBezTo>
                    <a:pt x="7224" y="1323"/>
                    <a:pt x="7257" y="1316"/>
                    <a:pt x="7291" y="1303"/>
                  </a:cubicBezTo>
                  <a:cubicBezTo>
                    <a:pt x="7405" y="1231"/>
                    <a:pt x="7476" y="1060"/>
                    <a:pt x="7447" y="917"/>
                  </a:cubicBezTo>
                  <a:lnTo>
                    <a:pt x="7447" y="917"/>
                  </a:lnTo>
                  <a:lnTo>
                    <a:pt x="7476" y="946"/>
                  </a:lnTo>
                  <a:cubicBezTo>
                    <a:pt x="7493" y="950"/>
                    <a:pt x="7509" y="951"/>
                    <a:pt x="7524" y="951"/>
                  </a:cubicBezTo>
                  <a:cubicBezTo>
                    <a:pt x="7618" y="951"/>
                    <a:pt x="7677" y="881"/>
                    <a:pt x="7725" y="789"/>
                  </a:cubicBezTo>
                  <a:lnTo>
                    <a:pt x="7725" y="789"/>
                  </a:lnTo>
                  <a:cubicBezTo>
                    <a:pt x="7736" y="795"/>
                    <a:pt x="7746" y="798"/>
                    <a:pt x="7754" y="798"/>
                  </a:cubicBezTo>
                  <a:cubicBezTo>
                    <a:pt x="7755" y="798"/>
                    <a:pt x="7757" y="798"/>
                    <a:pt x="7758" y="798"/>
                  </a:cubicBezTo>
                  <a:lnTo>
                    <a:pt x="7758" y="798"/>
                  </a:lnTo>
                  <a:cubicBezTo>
                    <a:pt x="7783" y="818"/>
                    <a:pt x="7808" y="836"/>
                    <a:pt x="7818" y="846"/>
                  </a:cubicBezTo>
                  <a:cubicBezTo>
                    <a:pt x="7823" y="856"/>
                    <a:pt x="7826" y="859"/>
                    <a:pt x="7828" y="859"/>
                  </a:cubicBezTo>
                  <a:cubicBezTo>
                    <a:pt x="7833" y="859"/>
                    <a:pt x="7833" y="846"/>
                    <a:pt x="7833" y="846"/>
                  </a:cubicBezTo>
                  <a:cubicBezTo>
                    <a:pt x="7890" y="803"/>
                    <a:pt x="7932" y="746"/>
                    <a:pt x="7947" y="675"/>
                  </a:cubicBezTo>
                  <a:cubicBezTo>
                    <a:pt x="7947" y="632"/>
                    <a:pt x="7947" y="604"/>
                    <a:pt x="7961" y="561"/>
                  </a:cubicBezTo>
                  <a:cubicBezTo>
                    <a:pt x="7978" y="535"/>
                    <a:pt x="7996" y="525"/>
                    <a:pt x="8013" y="525"/>
                  </a:cubicBezTo>
                  <a:cubicBezTo>
                    <a:pt x="8051" y="525"/>
                    <a:pt x="8088" y="578"/>
                    <a:pt x="8118" y="618"/>
                  </a:cubicBezTo>
                  <a:cubicBezTo>
                    <a:pt x="8132" y="625"/>
                    <a:pt x="8143" y="629"/>
                    <a:pt x="8152" y="629"/>
                  </a:cubicBezTo>
                  <a:cubicBezTo>
                    <a:pt x="8161" y="629"/>
                    <a:pt x="8168" y="625"/>
                    <a:pt x="8175" y="618"/>
                  </a:cubicBezTo>
                  <a:cubicBezTo>
                    <a:pt x="8261" y="532"/>
                    <a:pt x="8232" y="461"/>
                    <a:pt x="8261" y="347"/>
                  </a:cubicBezTo>
                  <a:cubicBezTo>
                    <a:pt x="8274" y="307"/>
                    <a:pt x="8281" y="295"/>
                    <a:pt x="8295" y="295"/>
                  </a:cubicBezTo>
                  <a:cubicBezTo>
                    <a:pt x="8311" y="295"/>
                    <a:pt x="8336" y="311"/>
                    <a:pt x="8389" y="318"/>
                  </a:cubicBezTo>
                  <a:cubicBezTo>
                    <a:pt x="8446" y="333"/>
                    <a:pt x="8503" y="333"/>
                    <a:pt x="8574" y="333"/>
                  </a:cubicBezTo>
                  <a:cubicBezTo>
                    <a:pt x="8605" y="345"/>
                    <a:pt x="8633" y="351"/>
                    <a:pt x="8659" y="351"/>
                  </a:cubicBezTo>
                  <a:cubicBezTo>
                    <a:pt x="8781" y="351"/>
                    <a:pt x="8852" y="221"/>
                    <a:pt x="8817" y="33"/>
                  </a:cubicBezTo>
                  <a:cubicBezTo>
                    <a:pt x="8817" y="12"/>
                    <a:pt x="8803" y="1"/>
                    <a:pt x="8788" y="1"/>
                  </a:cubicBezTo>
                  <a:close/>
                  <a:moveTo>
                    <a:pt x="6748" y="838"/>
                  </a:moveTo>
                  <a:cubicBezTo>
                    <a:pt x="6733" y="838"/>
                    <a:pt x="6720" y="857"/>
                    <a:pt x="6720" y="889"/>
                  </a:cubicBezTo>
                  <a:lnTo>
                    <a:pt x="6720" y="903"/>
                  </a:lnTo>
                  <a:cubicBezTo>
                    <a:pt x="6734" y="1032"/>
                    <a:pt x="6720" y="1174"/>
                    <a:pt x="6663" y="1303"/>
                  </a:cubicBezTo>
                  <a:cubicBezTo>
                    <a:pt x="6629" y="1364"/>
                    <a:pt x="6589" y="1388"/>
                    <a:pt x="6548" y="1388"/>
                  </a:cubicBezTo>
                  <a:cubicBezTo>
                    <a:pt x="6515" y="1388"/>
                    <a:pt x="6480" y="1372"/>
                    <a:pt x="6448" y="1347"/>
                  </a:cubicBezTo>
                  <a:lnTo>
                    <a:pt x="6448" y="1347"/>
                  </a:lnTo>
                  <a:cubicBezTo>
                    <a:pt x="6500" y="1410"/>
                    <a:pt x="6569" y="1457"/>
                    <a:pt x="6637" y="1457"/>
                  </a:cubicBezTo>
                  <a:cubicBezTo>
                    <a:pt x="6681" y="1457"/>
                    <a:pt x="6725" y="1437"/>
                    <a:pt x="6763" y="1388"/>
                  </a:cubicBezTo>
                  <a:cubicBezTo>
                    <a:pt x="6834" y="1303"/>
                    <a:pt x="6877" y="1189"/>
                    <a:pt x="6877" y="1089"/>
                  </a:cubicBezTo>
                  <a:lnTo>
                    <a:pt x="6877" y="1089"/>
                  </a:lnTo>
                  <a:cubicBezTo>
                    <a:pt x="6877" y="1090"/>
                    <a:pt x="6878" y="1090"/>
                    <a:pt x="6878" y="1091"/>
                  </a:cubicBezTo>
                  <a:lnTo>
                    <a:pt x="6878" y="1091"/>
                  </a:lnTo>
                  <a:cubicBezTo>
                    <a:pt x="6878" y="1090"/>
                    <a:pt x="6877" y="1089"/>
                    <a:pt x="6877" y="1089"/>
                  </a:cubicBezTo>
                  <a:cubicBezTo>
                    <a:pt x="6877" y="1089"/>
                    <a:pt x="6877" y="1089"/>
                    <a:pt x="6877" y="1089"/>
                  </a:cubicBezTo>
                  <a:lnTo>
                    <a:pt x="6877" y="1089"/>
                  </a:lnTo>
                  <a:cubicBezTo>
                    <a:pt x="6826" y="1023"/>
                    <a:pt x="6788" y="945"/>
                    <a:pt x="6777" y="889"/>
                  </a:cubicBezTo>
                  <a:lnTo>
                    <a:pt x="6777" y="875"/>
                  </a:lnTo>
                  <a:cubicBezTo>
                    <a:pt x="6771" y="850"/>
                    <a:pt x="6759" y="838"/>
                    <a:pt x="6748" y="838"/>
                  </a:cubicBezTo>
                  <a:close/>
                  <a:moveTo>
                    <a:pt x="3482" y="2529"/>
                  </a:moveTo>
                  <a:lnTo>
                    <a:pt x="3482" y="2529"/>
                  </a:lnTo>
                  <a:cubicBezTo>
                    <a:pt x="3681" y="2615"/>
                    <a:pt x="3767" y="2843"/>
                    <a:pt x="3738" y="3043"/>
                  </a:cubicBezTo>
                  <a:cubicBezTo>
                    <a:pt x="3567" y="2915"/>
                    <a:pt x="3482" y="2729"/>
                    <a:pt x="3482" y="2529"/>
                  </a:cubicBezTo>
                  <a:close/>
                  <a:moveTo>
                    <a:pt x="1730" y="4008"/>
                  </a:moveTo>
                  <a:cubicBezTo>
                    <a:pt x="1738" y="4008"/>
                    <a:pt x="1747" y="4009"/>
                    <a:pt x="1756" y="4013"/>
                  </a:cubicBezTo>
                  <a:cubicBezTo>
                    <a:pt x="1870" y="4041"/>
                    <a:pt x="1870" y="4184"/>
                    <a:pt x="1813" y="4255"/>
                  </a:cubicBezTo>
                  <a:cubicBezTo>
                    <a:pt x="1727" y="4255"/>
                    <a:pt x="1656" y="4198"/>
                    <a:pt x="1627" y="4127"/>
                  </a:cubicBezTo>
                  <a:cubicBezTo>
                    <a:pt x="1627" y="4090"/>
                    <a:pt x="1671" y="4008"/>
                    <a:pt x="1730" y="4008"/>
                  </a:cubicBezTo>
                  <a:close/>
                  <a:moveTo>
                    <a:pt x="6338" y="1250"/>
                  </a:moveTo>
                  <a:cubicBezTo>
                    <a:pt x="6315" y="1250"/>
                    <a:pt x="6306" y="1281"/>
                    <a:pt x="6306" y="1303"/>
                  </a:cubicBezTo>
                  <a:cubicBezTo>
                    <a:pt x="6306" y="1427"/>
                    <a:pt x="6231" y="1604"/>
                    <a:pt x="6119" y="1604"/>
                  </a:cubicBezTo>
                  <a:cubicBezTo>
                    <a:pt x="6076" y="1604"/>
                    <a:pt x="6029" y="1579"/>
                    <a:pt x="5978" y="1517"/>
                  </a:cubicBezTo>
                  <a:cubicBezTo>
                    <a:pt x="5974" y="1503"/>
                    <a:pt x="5968" y="1498"/>
                    <a:pt x="5962" y="1498"/>
                  </a:cubicBezTo>
                  <a:cubicBezTo>
                    <a:pt x="5949" y="1498"/>
                    <a:pt x="5935" y="1521"/>
                    <a:pt x="5935" y="1531"/>
                  </a:cubicBezTo>
                  <a:lnTo>
                    <a:pt x="5878" y="1745"/>
                  </a:lnTo>
                  <a:lnTo>
                    <a:pt x="5821" y="1902"/>
                  </a:lnTo>
                  <a:cubicBezTo>
                    <a:pt x="5813" y="1941"/>
                    <a:pt x="5806" y="1963"/>
                    <a:pt x="5793" y="1963"/>
                  </a:cubicBezTo>
                  <a:cubicBezTo>
                    <a:pt x="5783" y="1963"/>
                    <a:pt x="5769" y="1948"/>
                    <a:pt x="5750" y="1916"/>
                  </a:cubicBezTo>
                  <a:cubicBezTo>
                    <a:pt x="5723" y="1863"/>
                    <a:pt x="5660" y="1786"/>
                    <a:pt x="5572" y="1786"/>
                  </a:cubicBezTo>
                  <a:cubicBezTo>
                    <a:pt x="5565" y="1786"/>
                    <a:pt x="5558" y="1786"/>
                    <a:pt x="5550" y="1788"/>
                  </a:cubicBezTo>
                  <a:cubicBezTo>
                    <a:pt x="5436" y="1816"/>
                    <a:pt x="5408" y="1973"/>
                    <a:pt x="5436" y="2073"/>
                  </a:cubicBezTo>
                  <a:cubicBezTo>
                    <a:pt x="5386" y="2053"/>
                    <a:pt x="5323" y="2026"/>
                    <a:pt x="5265" y="2026"/>
                  </a:cubicBezTo>
                  <a:cubicBezTo>
                    <a:pt x="5240" y="2026"/>
                    <a:pt x="5215" y="2031"/>
                    <a:pt x="5194" y="2044"/>
                  </a:cubicBezTo>
                  <a:cubicBezTo>
                    <a:pt x="5122" y="2116"/>
                    <a:pt x="5094" y="2187"/>
                    <a:pt x="5094" y="2273"/>
                  </a:cubicBezTo>
                  <a:cubicBezTo>
                    <a:pt x="5054" y="2243"/>
                    <a:pt x="5007" y="2206"/>
                    <a:pt x="4958" y="2206"/>
                  </a:cubicBezTo>
                  <a:cubicBezTo>
                    <a:pt x="4937" y="2206"/>
                    <a:pt x="4915" y="2213"/>
                    <a:pt x="4894" y="2230"/>
                  </a:cubicBezTo>
                  <a:cubicBezTo>
                    <a:pt x="4823" y="2273"/>
                    <a:pt x="4794" y="2401"/>
                    <a:pt x="4766" y="2487"/>
                  </a:cubicBezTo>
                  <a:cubicBezTo>
                    <a:pt x="4680" y="2458"/>
                    <a:pt x="4609" y="2401"/>
                    <a:pt x="4580" y="2330"/>
                  </a:cubicBezTo>
                  <a:cubicBezTo>
                    <a:pt x="4571" y="2321"/>
                    <a:pt x="4564" y="2317"/>
                    <a:pt x="4558" y="2317"/>
                  </a:cubicBezTo>
                  <a:cubicBezTo>
                    <a:pt x="4544" y="2317"/>
                    <a:pt x="4537" y="2334"/>
                    <a:pt x="4537" y="2344"/>
                  </a:cubicBezTo>
                  <a:cubicBezTo>
                    <a:pt x="4537" y="2430"/>
                    <a:pt x="4552" y="2601"/>
                    <a:pt x="4523" y="2672"/>
                  </a:cubicBezTo>
                  <a:cubicBezTo>
                    <a:pt x="4505" y="2705"/>
                    <a:pt x="4483" y="2718"/>
                    <a:pt x="4458" y="2718"/>
                  </a:cubicBezTo>
                  <a:cubicBezTo>
                    <a:pt x="4361" y="2718"/>
                    <a:pt x="4229" y="2520"/>
                    <a:pt x="4195" y="2430"/>
                  </a:cubicBezTo>
                  <a:cubicBezTo>
                    <a:pt x="4189" y="2413"/>
                    <a:pt x="4177" y="2405"/>
                    <a:pt x="4164" y="2405"/>
                  </a:cubicBezTo>
                  <a:cubicBezTo>
                    <a:pt x="4145" y="2405"/>
                    <a:pt x="4124" y="2423"/>
                    <a:pt x="4124" y="2458"/>
                  </a:cubicBezTo>
                  <a:cubicBezTo>
                    <a:pt x="4124" y="2611"/>
                    <a:pt x="4178" y="3101"/>
                    <a:pt x="3931" y="3101"/>
                  </a:cubicBezTo>
                  <a:cubicBezTo>
                    <a:pt x="3924" y="3101"/>
                    <a:pt x="3917" y="3101"/>
                    <a:pt x="3910" y="3100"/>
                  </a:cubicBezTo>
                  <a:cubicBezTo>
                    <a:pt x="3867" y="3100"/>
                    <a:pt x="3824" y="3071"/>
                    <a:pt x="3796" y="3043"/>
                  </a:cubicBezTo>
                  <a:cubicBezTo>
                    <a:pt x="3881" y="2758"/>
                    <a:pt x="3738" y="2458"/>
                    <a:pt x="3467" y="2344"/>
                  </a:cubicBezTo>
                  <a:cubicBezTo>
                    <a:pt x="3453" y="2344"/>
                    <a:pt x="3439" y="2344"/>
                    <a:pt x="3439" y="2358"/>
                  </a:cubicBezTo>
                  <a:cubicBezTo>
                    <a:pt x="3339" y="2601"/>
                    <a:pt x="3510" y="2915"/>
                    <a:pt x="3696" y="3100"/>
                  </a:cubicBezTo>
                  <a:cubicBezTo>
                    <a:pt x="3681" y="3129"/>
                    <a:pt x="3653" y="3171"/>
                    <a:pt x="3624" y="3200"/>
                  </a:cubicBezTo>
                  <a:cubicBezTo>
                    <a:pt x="3539" y="3285"/>
                    <a:pt x="3410" y="3243"/>
                    <a:pt x="3325" y="3328"/>
                  </a:cubicBezTo>
                  <a:cubicBezTo>
                    <a:pt x="3268" y="3400"/>
                    <a:pt x="3310" y="3400"/>
                    <a:pt x="3211" y="3457"/>
                  </a:cubicBezTo>
                  <a:cubicBezTo>
                    <a:pt x="3177" y="3473"/>
                    <a:pt x="3154" y="3481"/>
                    <a:pt x="3135" y="3481"/>
                  </a:cubicBezTo>
                  <a:cubicBezTo>
                    <a:pt x="3105" y="3481"/>
                    <a:pt x="3083" y="3463"/>
                    <a:pt x="3039" y="3428"/>
                  </a:cubicBezTo>
                  <a:cubicBezTo>
                    <a:pt x="2997" y="3400"/>
                    <a:pt x="2982" y="3357"/>
                    <a:pt x="2954" y="3328"/>
                  </a:cubicBezTo>
                  <a:cubicBezTo>
                    <a:pt x="2945" y="3315"/>
                    <a:pt x="2937" y="3310"/>
                    <a:pt x="2929" y="3310"/>
                  </a:cubicBezTo>
                  <a:cubicBezTo>
                    <a:pt x="2911" y="3310"/>
                    <a:pt x="2897" y="3337"/>
                    <a:pt x="2897" y="3357"/>
                  </a:cubicBezTo>
                  <a:cubicBezTo>
                    <a:pt x="2897" y="3428"/>
                    <a:pt x="2883" y="3571"/>
                    <a:pt x="2797" y="3614"/>
                  </a:cubicBezTo>
                  <a:cubicBezTo>
                    <a:pt x="2789" y="3615"/>
                    <a:pt x="2782" y="3615"/>
                    <a:pt x="2775" y="3615"/>
                  </a:cubicBezTo>
                  <a:cubicBezTo>
                    <a:pt x="2686" y="3615"/>
                    <a:pt x="2621" y="3539"/>
                    <a:pt x="2569" y="3499"/>
                  </a:cubicBezTo>
                  <a:cubicBezTo>
                    <a:pt x="2556" y="3491"/>
                    <a:pt x="2547" y="3488"/>
                    <a:pt x="2541" y="3488"/>
                  </a:cubicBezTo>
                  <a:cubicBezTo>
                    <a:pt x="2526" y="3488"/>
                    <a:pt x="2526" y="3508"/>
                    <a:pt x="2526" y="3528"/>
                  </a:cubicBezTo>
                  <a:cubicBezTo>
                    <a:pt x="2526" y="3542"/>
                    <a:pt x="2497" y="3614"/>
                    <a:pt x="2497" y="3671"/>
                  </a:cubicBezTo>
                  <a:cubicBezTo>
                    <a:pt x="2497" y="3699"/>
                    <a:pt x="2497" y="3713"/>
                    <a:pt x="2483" y="3756"/>
                  </a:cubicBezTo>
                  <a:cubicBezTo>
                    <a:pt x="2475" y="3799"/>
                    <a:pt x="2424" y="3863"/>
                    <a:pt x="2373" y="3863"/>
                  </a:cubicBezTo>
                  <a:cubicBezTo>
                    <a:pt x="2340" y="3863"/>
                    <a:pt x="2306" y="3835"/>
                    <a:pt x="2283" y="3756"/>
                  </a:cubicBezTo>
                  <a:cubicBezTo>
                    <a:pt x="2277" y="3731"/>
                    <a:pt x="2263" y="3720"/>
                    <a:pt x="2248" y="3720"/>
                  </a:cubicBezTo>
                  <a:cubicBezTo>
                    <a:pt x="2230" y="3720"/>
                    <a:pt x="2212" y="3738"/>
                    <a:pt x="2212" y="3770"/>
                  </a:cubicBezTo>
                  <a:cubicBezTo>
                    <a:pt x="2212" y="3913"/>
                    <a:pt x="2184" y="4056"/>
                    <a:pt x="2084" y="4170"/>
                  </a:cubicBezTo>
                  <a:cubicBezTo>
                    <a:pt x="2027" y="4213"/>
                    <a:pt x="1970" y="4255"/>
                    <a:pt x="1884" y="4255"/>
                  </a:cubicBezTo>
                  <a:cubicBezTo>
                    <a:pt x="1898" y="4241"/>
                    <a:pt x="1898" y="4198"/>
                    <a:pt x="1898" y="4170"/>
                  </a:cubicBezTo>
                  <a:cubicBezTo>
                    <a:pt x="1898" y="4070"/>
                    <a:pt x="1855" y="3913"/>
                    <a:pt x="1756" y="3885"/>
                  </a:cubicBezTo>
                  <a:cubicBezTo>
                    <a:pt x="1737" y="3877"/>
                    <a:pt x="1720" y="3873"/>
                    <a:pt x="1704" y="3873"/>
                  </a:cubicBezTo>
                  <a:cubicBezTo>
                    <a:pt x="1631" y="3873"/>
                    <a:pt x="1579" y="3945"/>
                    <a:pt x="1556" y="4027"/>
                  </a:cubicBezTo>
                  <a:cubicBezTo>
                    <a:pt x="1542" y="4127"/>
                    <a:pt x="1599" y="4255"/>
                    <a:pt x="1699" y="4313"/>
                  </a:cubicBezTo>
                  <a:lnTo>
                    <a:pt x="1727" y="4313"/>
                  </a:lnTo>
                  <a:lnTo>
                    <a:pt x="1499" y="4412"/>
                  </a:lnTo>
                  <a:cubicBezTo>
                    <a:pt x="1427" y="4427"/>
                    <a:pt x="1385" y="4455"/>
                    <a:pt x="1313" y="4484"/>
                  </a:cubicBezTo>
                  <a:cubicBezTo>
                    <a:pt x="1285" y="4498"/>
                    <a:pt x="1271" y="4555"/>
                    <a:pt x="1256" y="4569"/>
                  </a:cubicBezTo>
                  <a:cubicBezTo>
                    <a:pt x="1200" y="4600"/>
                    <a:pt x="1170" y="4610"/>
                    <a:pt x="1153" y="4610"/>
                  </a:cubicBezTo>
                  <a:cubicBezTo>
                    <a:pt x="1113" y="4610"/>
                    <a:pt x="1140" y="4555"/>
                    <a:pt x="1071" y="4555"/>
                  </a:cubicBezTo>
                  <a:cubicBezTo>
                    <a:pt x="957" y="4555"/>
                    <a:pt x="828" y="4641"/>
                    <a:pt x="814" y="4769"/>
                  </a:cubicBezTo>
                  <a:cubicBezTo>
                    <a:pt x="781" y="4736"/>
                    <a:pt x="750" y="4722"/>
                    <a:pt x="720" y="4722"/>
                  </a:cubicBezTo>
                  <a:cubicBezTo>
                    <a:pt x="622" y="4722"/>
                    <a:pt x="544" y="4877"/>
                    <a:pt x="500" y="4997"/>
                  </a:cubicBezTo>
                  <a:cubicBezTo>
                    <a:pt x="457" y="4912"/>
                    <a:pt x="386" y="4783"/>
                    <a:pt x="272" y="4755"/>
                  </a:cubicBezTo>
                  <a:cubicBezTo>
                    <a:pt x="257" y="4748"/>
                    <a:pt x="242" y="4745"/>
                    <a:pt x="226" y="4745"/>
                  </a:cubicBezTo>
                  <a:cubicBezTo>
                    <a:pt x="142" y="4745"/>
                    <a:pt x="61" y="4835"/>
                    <a:pt x="1" y="4883"/>
                  </a:cubicBezTo>
                  <a:cubicBezTo>
                    <a:pt x="72" y="4833"/>
                    <a:pt x="142" y="4782"/>
                    <a:pt x="218" y="4782"/>
                  </a:cubicBezTo>
                  <a:cubicBezTo>
                    <a:pt x="249" y="4782"/>
                    <a:pt x="281" y="4791"/>
                    <a:pt x="315" y="4812"/>
                  </a:cubicBezTo>
                  <a:cubicBezTo>
                    <a:pt x="386" y="4883"/>
                    <a:pt x="457" y="4969"/>
                    <a:pt x="514" y="5054"/>
                  </a:cubicBezTo>
                  <a:cubicBezTo>
                    <a:pt x="519" y="5059"/>
                    <a:pt x="523" y="5060"/>
                    <a:pt x="527" y="5060"/>
                  </a:cubicBezTo>
                  <a:cubicBezTo>
                    <a:pt x="536" y="5060"/>
                    <a:pt x="543" y="5050"/>
                    <a:pt x="543" y="5040"/>
                  </a:cubicBezTo>
                  <a:cubicBezTo>
                    <a:pt x="554" y="4954"/>
                    <a:pt x="629" y="4771"/>
                    <a:pt x="721" y="4771"/>
                  </a:cubicBezTo>
                  <a:cubicBezTo>
                    <a:pt x="751" y="4771"/>
                    <a:pt x="782" y="4791"/>
                    <a:pt x="814" y="4840"/>
                  </a:cubicBezTo>
                  <a:cubicBezTo>
                    <a:pt x="818" y="4845"/>
                    <a:pt x="822" y="4846"/>
                    <a:pt x="826" y="4846"/>
                  </a:cubicBezTo>
                  <a:cubicBezTo>
                    <a:pt x="835" y="4846"/>
                    <a:pt x="843" y="4836"/>
                    <a:pt x="843" y="4826"/>
                  </a:cubicBezTo>
                  <a:cubicBezTo>
                    <a:pt x="878" y="4695"/>
                    <a:pt x="944" y="4634"/>
                    <a:pt x="1056" y="4634"/>
                  </a:cubicBezTo>
                  <a:cubicBezTo>
                    <a:pt x="1078" y="4634"/>
                    <a:pt x="1102" y="4636"/>
                    <a:pt x="1128" y="4641"/>
                  </a:cubicBezTo>
                  <a:cubicBezTo>
                    <a:pt x="1167" y="4656"/>
                    <a:pt x="1193" y="4668"/>
                    <a:pt x="1216" y="4668"/>
                  </a:cubicBezTo>
                  <a:cubicBezTo>
                    <a:pt x="1235" y="4668"/>
                    <a:pt x="1251" y="4660"/>
                    <a:pt x="1271" y="4641"/>
                  </a:cubicBezTo>
                  <a:cubicBezTo>
                    <a:pt x="1328" y="4612"/>
                    <a:pt x="1328" y="4555"/>
                    <a:pt x="1385" y="4541"/>
                  </a:cubicBezTo>
                  <a:cubicBezTo>
                    <a:pt x="1399" y="4527"/>
                    <a:pt x="1442" y="4527"/>
                    <a:pt x="1470" y="4498"/>
                  </a:cubicBezTo>
                  <a:cubicBezTo>
                    <a:pt x="1542" y="4484"/>
                    <a:pt x="1627" y="4455"/>
                    <a:pt x="1699" y="4412"/>
                  </a:cubicBezTo>
                  <a:cubicBezTo>
                    <a:pt x="1756" y="4398"/>
                    <a:pt x="1798" y="4355"/>
                    <a:pt x="1827" y="4327"/>
                  </a:cubicBezTo>
                  <a:cubicBezTo>
                    <a:pt x="1851" y="4332"/>
                    <a:pt x="1875" y="4335"/>
                    <a:pt x="1898" y="4335"/>
                  </a:cubicBezTo>
                  <a:cubicBezTo>
                    <a:pt x="2115" y="4335"/>
                    <a:pt x="2259" y="4104"/>
                    <a:pt x="2298" y="3885"/>
                  </a:cubicBezTo>
                  <a:cubicBezTo>
                    <a:pt x="2320" y="3922"/>
                    <a:pt x="2359" y="3940"/>
                    <a:pt x="2401" y="3940"/>
                  </a:cubicBezTo>
                  <a:cubicBezTo>
                    <a:pt x="2438" y="3940"/>
                    <a:pt x="2478" y="3926"/>
                    <a:pt x="2512" y="3899"/>
                  </a:cubicBezTo>
                  <a:cubicBezTo>
                    <a:pt x="2597" y="3828"/>
                    <a:pt x="2583" y="3699"/>
                    <a:pt x="2597" y="3599"/>
                  </a:cubicBezTo>
                  <a:cubicBezTo>
                    <a:pt x="2653" y="3633"/>
                    <a:pt x="2726" y="3684"/>
                    <a:pt x="2804" y="3684"/>
                  </a:cubicBezTo>
                  <a:cubicBezTo>
                    <a:pt x="2825" y="3684"/>
                    <a:pt x="2847" y="3680"/>
                    <a:pt x="2868" y="3671"/>
                  </a:cubicBezTo>
                  <a:cubicBezTo>
                    <a:pt x="2940" y="3614"/>
                    <a:pt x="2968" y="3528"/>
                    <a:pt x="2968" y="3428"/>
                  </a:cubicBezTo>
                  <a:cubicBezTo>
                    <a:pt x="3023" y="3502"/>
                    <a:pt x="3102" y="3564"/>
                    <a:pt x="3182" y="3564"/>
                  </a:cubicBezTo>
                  <a:cubicBezTo>
                    <a:pt x="3226" y="3564"/>
                    <a:pt x="3270" y="3545"/>
                    <a:pt x="3310" y="3499"/>
                  </a:cubicBezTo>
                  <a:cubicBezTo>
                    <a:pt x="3396" y="3414"/>
                    <a:pt x="3225" y="3428"/>
                    <a:pt x="3482" y="3342"/>
                  </a:cubicBezTo>
                  <a:cubicBezTo>
                    <a:pt x="3503" y="3335"/>
                    <a:pt x="3521" y="3335"/>
                    <a:pt x="3539" y="3335"/>
                  </a:cubicBezTo>
                  <a:cubicBezTo>
                    <a:pt x="3557" y="3335"/>
                    <a:pt x="3574" y="3335"/>
                    <a:pt x="3596" y="3328"/>
                  </a:cubicBezTo>
                  <a:cubicBezTo>
                    <a:pt x="3667" y="3285"/>
                    <a:pt x="3724" y="3214"/>
                    <a:pt x="3753" y="3143"/>
                  </a:cubicBezTo>
                  <a:cubicBezTo>
                    <a:pt x="3753" y="3129"/>
                    <a:pt x="3753" y="3129"/>
                    <a:pt x="3767" y="3114"/>
                  </a:cubicBezTo>
                  <a:cubicBezTo>
                    <a:pt x="3810" y="3129"/>
                    <a:pt x="3824" y="3143"/>
                    <a:pt x="3867" y="3171"/>
                  </a:cubicBezTo>
                  <a:cubicBezTo>
                    <a:pt x="3918" y="3194"/>
                    <a:pt x="3962" y="3204"/>
                    <a:pt x="4001" y="3204"/>
                  </a:cubicBezTo>
                  <a:cubicBezTo>
                    <a:pt x="4227" y="3204"/>
                    <a:pt x="4238" y="2845"/>
                    <a:pt x="4238" y="2601"/>
                  </a:cubicBezTo>
                  <a:cubicBezTo>
                    <a:pt x="4309" y="2701"/>
                    <a:pt x="4409" y="2815"/>
                    <a:pt x="4523" y="2815"/>
                  </a:cubicBezTo>
                  <a:cubicBezTo>
                    <a:pt x="4680" y="2786"/>
                    <a:pt x="4666" y="2558"/>
                    <a:pt x="4623" y="2401"/>
                  </a:cubicBezTo>
                  <a:lnTo>
                    <a:pt x="4623" y="2401"/>
                  </a:lnTo>
                  <a:cubicBezTo>
                    <a:pt x="4680" y="2458"/>
                    <a:pt x="4751" y="2501"/>
                    <a:pt x="4823" y="2544"/>
                  </a:cubicBezTo>
                  <a:cubicBezTo>
                    <a:pt x="4837" y="2544"/>
                    <a:pt x="4865" y="2544"/>
                    <a:pt x="4865" y="2529"/>
                  </a:cubicBezTo>
                  <a:cubicBezTo>
                    <a:pt x="4880" y="2458"/>
                    <a:pt x="4880" y="2401"/>
                    <a:pt x="4894" y="2330"/>
                  </a:cubicBezTo>
                  <a:cubicBezTo>
                    <a:pt x="4920" y="2265"/>
                    <a:pt x="4954" y="2241"/>
                    <a:pt x="4991" y="2241"/>
                  </a:cubicBezTo>
                  <a:cubicBezTo>
                    <a:pt x="5035" y="2241"/>
                    <a:pt x="5083" y="2276"/>
                    <a:pt x="5122" y="2315"/>
                  </a:cubicBezTo>
                  <a:cubicBezTo>
                    <a:pt x="5131" y="2320"/>
                    <a:pt x="5138" y="2321"/>
                    <a:pt x="5144" y="2321"/>
                  </a:cubicBezTo>
                  <a:cubicBezTo>
                    <a:pt x="5158" y="2321"/>
                    <a:pt x="5165" y="2311"/>
                    <a:pt x="5165" y="2301"/>
                  </a:cubicBezTo>
                  <a:cubicBezTo>
                    <a:pt x="5179" y="2230"/>
                    <a:pt x="5179" y="2087"/>
                    <a:pt x="5265" y="2044"/>
                  </a:cubicBezTo>
                  <a:cubicBezTo>
                    <a:pt x="5275" y="2040"/>
                    <a:pt x="5285" y="2039"/>
                    <a:pt x="5296" y="2039"/>
                  </a:cubicBezTo>
                  <a:cubicBezTo>
                    <a:pt x="5363" y="2039"/>
                    <a:pt x="5442" y="2105"/>
                    <a:pt x="5479" y="2130"/>
                  </a:cubicBezTo>
                  <a:cubicBezTo>
                    <a:pt x="5484" y="2133"/>
                    <a:pt x="5490" y="2134"/>
                    <a:pt x="5495" y="2134"/>
                  </a:cubicBezTo>
                  <a:cubicBezTo>
                    <a:pt x="5517" y="2134"/>
                    <a:pt x="5536" y="2113"/>
                    <a:pt x="5536" y="2101"/>
                  </a:cubicBezTo>
                  <a:cubicBezTo>
                    <a:pt x="5536" y="2008"/>
                    <a:pt x="5517" y="1866"/>
                    <a:pt x="5613" y="1866"/>
                  </a:cubicBezTo>
                  <a:cubicBezTo>
                    <a:pt x="5634" y="1866"/>
                    <a:pt x="5660" y="1872"/>
                    <a:pt x="5693" y="1887"/>
                  </a:cubicBezTo>
                  <a:cubicBezTo>
                    <a:pt x="5750" y="1916"/>
                    <a:pt x="5793" y="1987"/>
                    <a:pt x="5864" y="2030"/>
                  </a:cubicBezTo>
                  <a:cubicBezTo>
                    <a:pt x="5871" y="2037"/>
                    <a:pt x="5878" y="2041"/>
                    <a:pt x="5884" y="2041"/>
                  </a:cubicBezTo>
                  <a:cubicBezTo>
                    <a:pt x="5889" y="2041"/>
                    <a:pt x="5893" y="2037"/>
                    <a:pt x="5893" y="2030"/>
                  </a:cubicBezTo>
                  <a:cubicBezTo>
                    <a:pt x="5964" y="1887"/>
                    <a:pt x="6021" y="1745"/>
                    <a:pt x="6035" y="1602"/>
                  </a:cubicBezTo>
                  <a:cubicBezTo>
                    <a:pt x="6087" y="1662"/>
                    <a:pt x="6138" y="1687"/>
                    <a:pt x="6187" y="1687"/>
                  </a:cubicBezTo>
                  <a:cubicBezTo>
                    <a:pt x="6310" y="1687"/>
                    <a:pt x="6412" y="1520"/>
                    <a:pt x="6434" y="1336"/>
                  </a:cubicBezTo>
                  <a:lnTo>
                    <a:pt x="6434" y="1336"/>
                  </a:lnTo>
                  <a:cubicBezTo>
                    <a:pt x="6438" y="1340"/>
                    <a:pt x="6443" y="1344"/>
                    <a:pt x="6448" y="1347"/>
                  </a:cubicBezTo>
                  <a:lnTo>
                    <a:pt x="6448" y="1347"/>
                  </a:lnTo>
                  <a:cubicBezTo>
                    <a:pt x="6443" y="1342"/>
                    <a:pt x="6439" y="1337"/>
                    <a:pt x="6435" y="1331"/>
                  </a:cubicBezTo>
                  <a:cubicBezTo>
                    <a:pt x="6434" y="1333"/>
                    <a:pt x="6434" y="1335"/>
                    <a:pt x="6434" y="1336"/>
                  </a:cubicBezTo>
                  <a:lnTo>
                    <a:pt x="6434" y="1336"/>
                  </a:lnTo>
                  <a:cubicBezTo>
                    <a:pt x="6409" y="1315"/>
                    <a:pt x="6385" y="1288"/>
                    <a:pt x="6363" y="1260"/>
                  </a:cubicBezTo>
                  <a:cubicBezTo>
                    <a:pt x="6353" y="1253"/>
                    <a:pt x="6345" y="1250"/>
                    <a:pt x="6338" y="125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2835850" y="1765475"/>
              <a:ext cx="219950" cy="125350"/>
            </a:xfrm>
            <a:custGeom>
              <a:avLst/>
              <a:gdLst/>
              <a:ahLst/>
              <a:cxnLst/>
              <a:rect l="l" t="t" r="r" b="b"/>
              <a:pathLst>
                <a:path w="8798" h="5014" extrusionOk="0">
                  <a:moveTo>
                    <a:pt x="8773" y="0"/>
                  </a:moveTo>
                  <a:cubicBezTo>
                    <a:pt x="8745" y="0"/>
                    <a:pt x="8745" y="15"/>
                    <a:pt x="8745" y="15"/>
                  </a:cubicBezTo>
                  <a:cubicBezTo>
                    <a:pt x="8745" y="148"/>
                    <a:pt x="8645" y="244"/>
                    <a:pt x="8515" y="244"/>
                  </a:cubicBezTo>
                  <a:cubicBezTo>
                    <a:pt x="8506" y="244"/>
                    <a:pt x="8497" y="244"/>
                    <a:pt x="8488" y="243"/>
                  </a:cubicBezTo>
                  <a:cubicBezTo>
                    <a:pt x="8478" y="244"/>
                    <a:pt x="8469" y="245"/>
                    <a:pt x="8459" y="246"/>
                  </a:cubicBezTo>
                  <a:lnTo>
                    <a:pt x="8459" y="246"/>
                  </a:lnTo>
                  <a:cubicBezTo>
                    <a:pt x="8430" y="243"/>
                    <a:pt x="8402" y="236"/>
                    <a:pt x="8374" y="229"/>
                  </a:cubicBezTo>
                  <a:cubicBezTo>
                    <a:pt x="8321" y="221"/>
                    <a:pt x="8296" y="205"/>
                    <a:pt x="8282" y="205"/>
                  </a:cubicBezTo>
                  <a:cubicBezTo>
                    <a:pt x="8271" y="205"/>
                    <a:pt x="8267" y="216"/>
                    <a:pt x="8261" y="251"/>
                  </a:cubicBezTo>
                  <a:lnTo>
                    <a:pt x="8261" y="251"/>
                  </a:lnTo>
                  <a:cubicBezTo>
                    <a:pt x="8233" y="250"/>
                    <a:pt x="8205" y="247"/>
                    <a:pt x="8174" y="243"/>
                  </a:cubicBezTo>
                  <a:cubicBezTo>
                    <a:pt x="8160" y="243"/>
                    <a:pt x="8146" y="257"/>
                    <a:pt x="8146" y="257"/>
                  </a:cubicBezTo>
                  <a:cubicBezTo>
                    <a:pt x="8134" y="340"/>
                    <a:pt x="8102" y="413"/>
                    <a:pt x="8076" y="485"/>
                  </a:cubicBezTo>
                  <a:lnTo>
                    <a:pt x="8076" y="485"/>
                  </a:lnTo>
                  <a:cubicBezTo>
                    <a:pt x="8050" y="458"/>
                    <a:pt x="8024" y="435"/>
                    <a:pt x="7998" y="435"/>
                  </a:cubicBezTo>
                  <a:cubicBezTo>
                    <a:pt x="7981" y="435"/>
                    <a:pt x="7965" y="444"/>
                    <a:pt x="7949" y="467"/>
                  </a:cubicBezTo>
                  <a:lnTo>
                    <a:pt x="7949" y="467"/>
                  </a:lnTo>
                  <a:cubicBezTo>
                    <a:pt x="7936" y="464"/>
                    <a:pt x="7925" y="462"/>
                    <a:pt x="7913" y="462"/>
                  </a:cubicBezTo>
                  <a:cubicBezTo>
                    <a:pt x="7886" y="462"/>
                    <a:pt x="7862" y="473"/>
                    <a:pt x="7846" y="500"/>
                  </a:cubicBezTo>
                  <a:cubicBezTo>
                    <a:pt x="7810" y="554"/>
                    <a:pt x="7808" y="694"/>
                    <a:pt x="7772" y="746"/>
                  </a:cubicBezTo>
                  <a:lnTo>
                    <a:pt x="7772" y="746"/>
                  </a:lnTo>
                  <a:cubicBezTo>
                    <a:pt x="7749" y="731"/>
                    <a:pt x="7726" y="708"/>
                    <a:pt x="7703" y="685"/>
                  </a:cubicBezTo>
                  <a:cubicBezTo>
                    <a:pt x="7695" y="701"/>
                    <a:pt x="7687" y="717"/>
                    <a:pt x="7678" y="732"/>
                  </a:cubicBezTo>
                  <a:lnTo>
                    <a:pt x="7678" y="732"/>
                  </a:lnTo>
                  <a:cubicBezTo>
                    <a:pt x="7673" y="726"/>
                    <a:pt x="7667" y="720"/>
                    <a:pt x="7661" y="714"/>
                  </a:cubicBezTo>
                  <a:cubicBezTo>
                    <a:pt x="7661" y="685"/>
                    <a:pt x="7646" y="685"/>
                    <a:pt x="7632" y="685"/>
                  </a:cubicBezTo>
                  <a:lnTo>
                    <a:pt x="7604" y="714"/>
                  </a:lnTo>
                  <a:cubicBezTo>
                    <a:pt x="7554" y="804"/>
                    <a:pt x="7500" y="842"/>
                    <a:pt x="7444" y="842"/>
                  </a:cubicBezTo>
                  <a:cubicBezTo>
                    <a:pt x="7440" y="842"/>
                    <a:pt x="7436" y="842"/>
                    <a:pt x="7432" y="842"/>
                  </a:cubicBezTo>
                  <a:lnTo>
                    <a:pt x="7432" y="842"/>
                  </a:lnTo>
                  <a:cubicBezTo>
                    <a:pt x="7436" y="849"/>
                    <a:pt x="7439" y="856"/>
                    <a:pt x="7447" y="856"/>
                  </a:cubicBezTo>
                  <a:cubicBezTo>
                    <a:pt x="7464" y="860"/>
                    <a:pt x="7479" y="862"/>
                    <a:pt x="7494" y="862"/>
                  </a:cubicBezTo>
                  <a:cubicBezTo>
                    <a:pt x="7577" y="862"/>
                    <a:pt x="7633" y="808"/>
                    <a:pt x="7678" y="732"/>
                  </a:cubicBezTo>
                  <a:lnTo>
                    <a:pt x="7678" y="732"/>
                  </a:lnTo>
                  <a:cubicBezTo>
                    <a:pt x="7703" y="756"/>
                    <a:pt x="7723" y="766"/>
                    <a:pt x="7739" y="766"/>
                  </a:cubicBezTo>
                  <a:cubicBezTo>
                    <a:pt x="7752" y="766"/>
                    <a:pt x="7763" y="758"/>
                    <a:pt x="7772" y="746"/>
                  </a:cubicBezTo>
                  <a:lnTo>
                    <a:pt x="7772" y="746"/>
                  </a:lnTo>
                  <a:cubicBezTo>
                    <a:pt x="7777" y="750"/>
                    <a:pt x="7783" y="754"/>
                    <a:pt x="7789" y="757"/>
                  </a:cubicBezTo>
                  <a:lnTo>
                    <a:pt x="7832" y="757"/>
                  </a:lnTo>
                  <a:cubicBezTo>
                    <a:pt x="7875" y="714"/>
                    <a:pt x="7917" y="657"/>
                    <a:pt x="7932" y="585"/>
                  </a:cubicBezTo>
                  <a:cubicBezTo>
                    <a:pt x="7932" y="543"/>
                    <a:pt x="7932" y="514"/>
                    <a:pt x="7946" y="471"/>
                  </a:cubicBezTo>
                  <a:cubicBezTo>
                    <a:pt x="7947" y="470"/>
                    <a:pt x="7948" y="469"/>
                    <a:pt x="7949" y="467"/>
                  </a:cubicBezTo>
                  <a:lnTo>
                    <a:pt x="7949" y="467"/>
                  </a:lnTo>
                  <a:cubicBezTo>
                    <a:pt x="7986" y="477"/>
                    <a:pt x="8026" y="501"/>
                    <a:pt x="8060" y="528"/>
                  </a:cubicBezTo>
                  <a:cubicBezTo>
                    <a:pt x="8065" y="514"/>
                    <a:pt x="8070" y="499"/>
                    <a:pt x="8076" y="485"/>
                  </a:cubicBezTo>
                  <a:lnTo>
                    <a:pt x="8076" y="485"/>
                  </a:lnTo>
                  <a:cubicBezTo>
                    <a:pt x="8089" y="499"/>
                    <a:pt x="8103" y="514"/>
                    <a:pt x="8117" y="528"/>
                  </a:cubicBezTo>
                  <a:cubicBezTo>
                    <a:pt x="8124" y="535"/>
                    <a:pt x="8131" y="539"/>
                    <a:pt x="8138" y="539"/>
                  </a:cubicBezTo>
                  <a:cubicBezTo>
                    <a:pt x="8146" y="539"/>
                    <a:pt x="8153" y="535"/>
                    <a:pt x="8160" y="528"/>
                  </a:cubicBezTo>
                  <a:cubicBezTo>
                    <a:pt x="8260" y="443"/>
                    <a:pt x="8217" y="371"/>
                    <a:pt x="8260" y="257"/>
                  </a:cubicBezTo>
                  <a:cubicBezTo>
                    <a:pt x="8260" y="255"/>
                    <a:pt x="8260" y="253"/>
                    <a:pt x="8261" y="251"/>
                  </a:cubicBezTo>
                  <a:lnTo>
                    <a:pt x="8261" y="251"/>
                  </a:lnTo>
                  <a:cubicBezTo>
                    <a:pt x="8285" y="253"/>
                    <a:pt x="8308" y="254"/>
                    <a:pt x="8331" y="254"/>
                  </a:cubicBezTo>
                  <a:cubicBezTo>
                    <a:pt x="8372" y="254"/>
                    <a:pt x="8414" y="251"/>
                    <a:pt x="8459" y="246"/>
                  </a:cubicBezTo>
                  <a:lnTo>
                    <a:pt x="8459" y="246"/>
                  </a:lnTo>
                  <a:cubicBezTo>
                    <a:pt x="8473" y="248"/>
                    <a:pt x="8486" y="249"/>
                    <a:pt x="8500" y="249"/>
                  </a:cubicBezTo>
                  <a:cubicBezTo>
                    <a:pt x="8519" y="249"/>
                    <a:pt x="8538" y="247"/>
                    <a:pt x="8559" y="243"/>
                  </a:cubicBezTo>
                  <a:cubicBezTo>
                    <a:pt x="8603" y="282"/>
                    <a:pt x="8641" y="300"/>
                    <a:pt x="8673" y="300"/>
                  </a:cubicBezTo>
                  <a:cubicBezTo>
                    <a:pt x="8756" y="300"/>
                    <a:pt x="8798" y="180"/>
                    <a:pt x="8788" y="15"/>
                  </a:cubicBezTo>
                  <a:cubicBezTo>
                    <a:pt x="8788" y="0"/>
                    <a:pt x="8773" y="0"/>
                    <a:pt x="8773" y="0"/>
                  </a:cubicBezTo>
                  <a:close/>
                  <a:moveTo>
                    <a:pt x="7232" y="606"/>
                  </a:moveTo>
                  <a:cubicBezTo>
                    <a:pt x="7213" y="606"/>
                    <a:pt x="7204" y="648"/>
                    <a:pt x="7204" y="671"/>
                  </a:cubicBezTo>
                  <a:cubicBezTo>
                    <a:pt x="7218" y="714"/>
                    <a:pt x="7218" y="757"/>
                    <a:pt x="7233" y="799"/>
                  </a:cubicBezTo>
                  <a:cubicBezTo>
                    <a:pt x="7247" y="928"/>
                    <a:pt x="7218" y="1042"/>
                    <a:pt x="7147" y="1156"/>
                  </a:cubicBezTo>
                  <a:cubicBezTo>
                    <a:pt x="7119" y="1179"/>
                    <a:pt x="7090" y="1188"/>
                    <a:pt x="7061" y="1188"/>
                  </a:cubicBezTo>
                  <a:cubicBezTo>
                    <a:pt x="7038" y="1188"/>
                    <a:pt x="7014" y="1182"/>
                    <a:pt x="6991" y="1170"/>
                  </a:cubicBezTo>
                  <a:lnTo>
                    <a:pt x="6991" y="1170"/>
                  </a:lnTo>
                  <a:cubicBezTo>
                    <a:pt x="7042" y="1209"/>
                    <a:pt x="7101" y="1233"/>
                    <a:pt x="7163" y="1233"/>
                  </a:cubicBezTo>
                  <a:cubicBezTo>
                    <a:pt x="7195" y="1233"/>
                    <a:pt x="7228" y="1227"/>
                    <a:pt x="7261" y="1213"/>
                  </a:cubicBezTo>
                  <a:cubicBezTo>
                    <a:pt x="7372" y="1144"/>
                    <a:pt x="7443" y="980"/>
                    <a:pt x="7420" y="840"/>
                  </a:cubicBezTo>
                  <a:lnTo>
                    <a:pt x="7420" y="840"/>
                  </a:lnTo>
                  <a:cubicBezTo>
                    <a:pt x="7424" y="841"/>
                    <a:pt x="7428" y="841"/>
                    <a:pt x="7432" y="842"/>
                  </a:cubicBezTo>
                  <a:lnTo>
                    <a:pt x="7432" y="842"/>
                  </a:lnTo>
                  <a:cubicBezTo>
                    <a:pt x="7429" y="835"/>
                    <a:pt x="7425" y="828"/>
                    <a:pt x="7418" y="828"/>
                  </a:cubicBezTo>
                  <a:cubicBezTo>
                    <a:pt x="7419" y="832"/>
                    <a:pt x="7420" y="836"/>
                    <a:pt x="7420" y="840"/>
                  </a:cubicBezTo>
                  <a:lnTo>
                    <a:pt x="7420" y="840"/>
                  </a:lnTo>
                  <a:cubicBezTo>
                    <a:pt x="7387" y="834"/>
                    <a:pt x="7352" y="814"/>
                    <a:pt x="7318" y="785"/>
                  </a:cubicBezTo>
                  <a:cubicBezTo>
                    <a:pt x="7304" y="728"/>
                    <a:pt x="7275" y="671"/>
                    <a:pt x="7247" y="614"/>
                  </a:cubicBezTo>
                  <a:cubicBezTo>
                    <a:pt x="7241" y="608"/>
                    <a:pt x="7237" y="606"/>
                    <a:pt x="7232" y="606"/>
                  </a:cubicBezTo>
                  <a:close/>
                  <a:moveTo>
                    <a:pt x="6739" y="803"/>
                  </a:moveTo>
                  <a:cubicBezTo>
                    <a:pt x="6721" y="803"/>
                    <a:pt x="6705" y="822"/>
                    <a:pt x="6705" y="856"/>
                  </a:cubicBezTo>
                  <a:lnTo>
                    <a:pt x="6705" y="871"/>
                  </a:lnTo>
                  <a:cubicBezTo>
                    <a:pt x="6719" y="999"/>
                    <a:pt x="6705" y="1142"/>
                    <a:pt x="6648" y="1256"/>
                  </a:cubicBezTo>
                  <a:cubicBezTo>
                    <a:pt x="6614" y="1323"/>
                    <a:pt x="6576" y="1348"/>
                    <a:pt x="6536" y="1348"/>
                  </a:cubicBezTo>
                  <a:cubicBezTo>
                    <a:pt x="6532" y="1348"/>
                    <a:pt x="6529" y="1348"/>
                    <a:pt x="6525" y="1348"/>
                  </a:cubicBezTo>
                  <a:lnTo>
                    <a:pt x="6525" y="1348"/>
                  </a:lnTo>
                  <a:cubicBezTo>
                    <a:pt x="6549" y="1360"/>
                    <a:pt x="6575" y="1367"/>
                    <a:pt x="6601" y="1367"/>
                  </a:cubicBezTo>
                  <a:cubicBezTo>
                    <a:pt x="6645" y="1367"/>
                    <a:pt x="6690" y="1347"/>
                    <a:pt x="6733" y="1299"/>
                  </a:cubicBezTo>
                  <a:cubicBezTo>
                    <a:pt x="6797" y="1222"/>
                    <a:pt x="6839" y="1122"/>
                    <a:pt x="6846" y="1030"/>
                  </a:cubicBezTo>
                  <a:lnTo>
                    <a:pt x="6846" y="1030"/>
                  </a:lnTo>
                  <a:cubicBezTo>
                    <a:pt x="6885" y="1089"/>
                    <a:pt x="6936" y="1143"/>
                    <a:pt x="6991" y="1170"/>
                  </a:cubicBezTo>
                  <a:lnTo>
                    <a:pt x="6991" y="1170"/>
                  </a:lnTo>
                  <a:cubicBezTo>
                    <a:pt x="6933" y="1127"/>
                    <a:pt x="6884" y="1066"/>
                    <a:pt x="6847" y="999"/>
                  </a:cubicBezTo>
                  <a:cubicBezTo>
                    <a:pt x="6847" y="1009"/>
                    <a:pt x="6847" y="1019"/>
                    <a:pt x="6846" y="1030"/>
                  </a:cubicBezTo>
                  <a:lnTo>
                    <a:pt x="6846" y="1030"/>
                  </a:lnTo>
                  <a:cubicBezTo>
                    <a:pt x="6807" y="970"/>
                    <a:pt x="6781" y="905"/>
                    <a:pt x="6776" y="856"/>
                  </a:cubicBezTo>
                  <a:lnTo>
                    <a:pt x="6776" y="828"/>
                  </a:lnTo>
                  <a:cubicBezTo>
                    <a:pt x="6765" y="811"/>
                    <a:pt x="6751" y="803"/>
                    <a:pt x="6739" y="803"/>
                  </a:cubicBezTo>
                  <a:close/>
                  <a:moveTo>
                    <a:pt x="6320" y="1212"/>
                  </a:moveTo>
                  <a:cubicBezTo>
                    <a:pt x="6299" y="1212"/>
                    <a:pt x="6291" y="1245"/>
                    <a:pt x="6291" y="1256"/>
                  </a:cubicBezTo>
                  <a:cubicBezTo>
                    <a:pt x="6291" y="1389"/>
                    <a:pt x="6218" y="1566"/>
                    <a:pt x="6108" y="1566"/>
                  </a:cubicBezTo>
                  <a:cubicBezTo>
                    <a:pt x="6083" y="1566"/>
                    <a:pt x="6056" y="1557"/>
                    <a:pt x="6028" y="1536"/>
                  </a:cubicBezTo>
                  <a:lnTo>
                    <a:pt x="6028" y="1536"/>
                  </a:lnTo>
                  <a:cubicBezTo>
                    <a:pt x="6072" y="1579"/>
                    <a:pt x="6116" y="1597"/>
                    <a:pt x="6157" y="1597"/>
                  </a:cubicBezTo>
                  <a:cubicBezTo>
                    <a:pt x="6274" y="1597"/>
                    <a:pt x="6371" y="1448"/>
                    <a:pt x="6400" y="1277"/>
                  </a:cubicBezTo>
                  <a:lnTo>
                    <a:pt x="6400" y="1277"/>
                  </a:lnTo>
                  <a:cubicBezTo>
                    <a:pt x="6442" y="1314"/>
                    <a:pt x="6484" y="1343"/>
                    <a:pt x="6525" y="1348"/>
                  </a:cubicBezTo>
                  <a:lnTo>
                    <a:pt x="6525" y="1348"/>
                  </a:lnTo>
                  <a:cubicBezTo>
                    <a:pt x="6480" y="1326"/>
                    <a:pt x="6439" y="1287"/>
                    <a:pt x="6405" y="1242"/>
                  </a:cubicBezTo>
                  <a:cubicBezTo>
                    <a:pt x="6404" y="1253"/>
                    <a:pt x="6402" y="1265"/>
                    <a:pt x="6400" y="1277"/>
                  </a:cubicBezTo>
                  <a:lnTo>
                    <a:pt x="6400" y="1277"/>
                  </a:lnTo>
                  <a:cubicBezTo>
                    <a:pt x="6383" y="1261"/>
                    <a:pt x="6365" y="1244"/>
                    <a:pt x="6348" y="1227"/>
                  </a:cubicBezTo>
                  <a:cubicBezTo>
                    <a:pt x="6337" y="1216"/>
                    <a:pt x="6328" y="1212"/>
                    <a:pt x="6320" y="1212"/>
                  </a:cubicBezTo>
                  <a:close/>
                  <a:moveTo>
                    <a:pt x="5947" y="1458"/>
                  </a:moveTo>
                  <a:cubicBezTo>
                    <a:pt x="5934" y="1458"/>
                    <a:pt x="5920" y="1474"/>
                    <a:pt x="5920" y="1484"/>
                  </a:cubicBezTo>
                  <a:lnTo>
                    <a:pt x="5863" y="1698"/>
                  </a:lnTo>
                  <a:cubicBezTo>
                    <a:pt x="5849" y="1755"/>
                    <a:pt x="5849" y="1812"/>
                    <a:pt x="5806" y="1869"/>
                  </a:cubicBezTo>
                  <a:cubicBezTo>
                    <a:pt x="5806" y="1897"/>
                    <a:pt x="5802" y="1917"/>
                    <a:pt x="5794" y="1925"/>
                  </a:cubicBezTo>
                  <a:lnTo>
                    <a:pt x="5794" y="1925"/>
                  </a:lnTo>
                  <a:cubicBezTo>
                    <a:pt x="5765" y="1901"/>
                    <a:pt x="5740" y="1873"/>
                    <a:pt x="5715" y="1850"/>
                  </a:cubicBezTo>
                  <a:lnTo>
                    <a:pt x="5715" y="1850"/>
                  </a:lnTo>
                  <a:cubicBezTo>
                    <a:pt x="5723" y="1862"/>
                    <a:pt x="5730" y="1873"/>
                    <a:pt x="5735" y="1883"/>
                  </a:cubicBezTo>
                  <a:cubicBezTo>
                    <a:pt x="5754" y="1916"/>
                    <a:pt x="5770" y="1930"/>
                    <a:pt x="5783" y="1930"/>
                  </a:cubicBezTo>
                  <a:cubicBezTo>
                    <a:pt x="5787" y="1930"/>
                    <a:pt x="5791" y="1929"/>
                    <a:pt x="5794" y="1925"/>
                  </a:cubicBezTo>
                  <a:lnTo>
                    <a:pt x="5794" y="1925"/>
                  </a:lnTo>
                  <a:cubicBezTo>
                    <a:pt x="5806" y="1936"/>
                    <a:pt x="5820" y="1946"/>
                    <a:pt x="5835" y="1955"/>
                  </a:cubicBezTo>
                  <a:cubicBezTo>
                    <a:pt x="5849" y="1955"/>
                    <a:pt x="5863" y="1955"/>
                    <a:pt x="5863" y="1941"/>
                  </a:cubicBezTo>
                  <a:cubicBezTo>
                    <a:pt x="5934" y="1799"/>
                    <a:pt x="5990" y="1658"/>
                    <a:pt x="6005" y="1517"/>
                  </a:cubicBezTo>
                  <a:lnTo>
                    <a:pt x="6005" y="1517"/>
                  </a:lnTo>
                  <a:cubicBezTo>
                    <a:pt x="6013" y="1524"/>
                    <a:pt x="6021" y="1531"/>
                    <a:pt x="6028" y="1536"/>
                  </a:cubicBezTo>
                  <a:lnTo>
                    <a:pt x="6028" y="1536"/>
                  </a:lnTo>
                  <a:cubicBezTo>
                    <a:pt x="6021" y="1529"/>
                    <a:pt x="6013" y="1521"/>
                    <a:pt x="6006" y="1513"/>
                  </a:cubicBezTo>
                  <a:cubicBezTo>
                    <a:pt x="6006" y="1514"/>
                    <a:pt x="6006" y="1516"/>
                    <a:pt x="6005" y="1517"/>
                  </a:cubicBezTo>
                  <a:lnTo>
                    <a:pt x="6005" y="1517"/>
                  </a:lnTo>
                  <a:cubicBezTo>
                    <a:pt x="5992" y="1504"/>
                    <a:pt x="5977" y="1489"/>
                    <a:pt x="5963" y="1470"/>
                  </a:cubicBezTo>
                  <a:cubicBezTo>
                    <a:pt x="5959" y="1461"/>
                    <a:pt x="5953" y="1458"/>
                    <a:pt x="5947" y="1458"/>
                  </a:cubicBezTo>
                  <a:close/>
                  <a:moveTo>
                    <a:pt x="5267" y="1963"/>
                  </a:moveTo>
                  <a:cubicBezTo>
                    <a:pt x="5256" y="1963"/>
                    <a:pt x="5245" y="1965"/>
                    <a:pt x="5235" y="1969"/>
                  </a:cubicBezTo>
                  <a:cubicBezTo>
                    <a:pt x="5231" y="1971"/>
                    <a:pt x="5226" y="1973"/>
                    <a:pt x="5222" y="1975"/>
                  </a:cubicBezTo>
                  <a:lnTo>
                    <a:pt x="5222" y="1975"/>
                  </a:lnTo>
                  <a:cubicBezTo>
                    <a:pt x="5233" y="1973"/>
                    <a:pt x="5244" y="1972"/>
                    <a:pt x="5255" y="1972"/>
                  </a:cubicBezTo>
                  <a:cubicBezTo>
                    <a:pt x="5292" y="1972"/>
                    <a:pt x="5329" y="1982"/>
                    <a:pt x="5366" y="1998"/>
                  </a:cubicBezTo>
                  <a:lnTo>
                    <a:pt x="5366" y="1998"/>
                  </a:lnTo>
                  <a:cubicBezTo>
                    <a:pt x="5334" y="1979"/>
                    <a:pt x="5299" y="1963"/>
                    <a:pt x="5267" y="1963"/>
                  </a:cubicBezTo>
                  <a:close/>
                  <a:moveTo>
                    <a:pt x="5549" y="1741"/>
                  </a:moveTo>
                  <a:cubicBezTo>
                    <a:pt x="5421" y="1755"/>
                    <a:pt x="5407" y="1912"/>
                    <a:pt x="5421" y="2026"/>
                  </a:cubicBezTo>
                  <a:cubicBezTo>
                    <a:pt x="5403" y="2016"/>
                    <a:pt x="5385" y="2006"/>
                    <a:pt x="5366" y="1998"/>
                  </a:cubicBezTo>
                  <a:lnTo>
                    <a:pt x="5366" y="1998"/>
                  </a:lnTo>
                  <a:cubicBezTo>
                    <a:pt x="5400" y="2018"/>
                    <a:pt x="5430" y="2042"/>
                    <a:pt x="5449" y="2055"/>
                  </a:cubicBezTo>
                  <a:cubicBezTo>
                    <a:pt x="5456" y="2062"/>
                    <a:pt x="5463" y="2064"/>
                    <a:pt x="5470" y="2064"/>
                  </a:cubicBezTo>
                  <a:cubicBezTo>
                    <a:pt x="5490" y="2064"/>
                    <a:pt x="5507" y="2037"/>
                    <a:pt x="5507" y="2026"/>
                  </a:cubicBezTo>
                  <a:cubicBezTo>
                    <a:pt x="5507" y="1935"/>
                    <a:pt x="5488" y="1780"/>
                    <a:pt x="5576" y="1780"/>
                  </a:cubicBezTo>
                  <a:cubicBezTo>
                    <a:pt x="5598" y="1780"/>
                    <a:pt x="5626" y="1789"/>
                    <a:pt x="5663" y="1812"/>
                  </a:cubicBezTo>
                  <a:cubicBezTo>
                    <a:pt x="5682" y="1821"/>
                    <a:pt x="5698" y="1835"/>
                    <a:pt x="5715" y="1850"/>
                  </a:cubicBezTo>
                  <a:lnTo>
                    <a:pt x="5715" y="1850"/>
                  </a:lnTo>
                  <a:cubicBezTo>
                    <a:pt x="5680" y="1798"/>
                    <a:pt x="5619" y="1741"/>
                    <a:pt x="5549" y="1741"/>
                  </a:cubicBezTo>
                  <a:close/>
                  <a:moveTo>
                    <a:pt x="5222" y="1975"/>
                  </a:moveTo>
                  <a:cubicBezTo>
                    <a:pt x="5212" y="1977"/>
                    <a:pt x="5202" y="1980"/>
                    <a:pt x="5193" y="1983"/>
                  </a:cubicBezTo>
                  <a:cubicBezTo>
                    <a:pt x="5125" y="2038"/>
                    <a:pt x="5082" y="2118"/>
                    <a:pt x="5079" y="2212"/>
                  </a:cubicBezTo>
                  <a:lnTo>
                    <a:pt x="5079" y="2212"/>
                  </a:lnTo>
                  <a:cubicBezTo>
                    <a:pt x="5050" y="2186"/>
                    <a:pt x="5017" y="2163"/>
                    <a:pt x="4985" y="2155"/>
                  </a:cubicBezTo>
                  <a:lnTo>
                    <a:pt x="4985" y="2155"/>
                  </a:lnTo>
                  <a:cubicBezTo>
                    <a:pt x="5019" y="2169"/>
                    <a:pt x="5050" y="2198"/>
                    <a:pt x="5079" y="2226"/>
                  </a:cubicBezTo>
                  <a:cubicBezTo>
                    <a:pt x="5079" y="2221"/>
                    <a:pt x="5079" y="2217"/>
                    <a:pt x="5079" y="2212"/>
                  </a:cubicBezTo>
                  <a:lnTo>
                    <a:pt x="5079" y="2212"/>
                  </a:lnTo>
                  <a:cubicBezTo>
                    <a:pt x="5084" y="2217"/>
                    <a:pt x="5088" y="2221"/>
                    <a:pt x="5093" y="2226"/>
                  </a:cubicBezTo>
                  <a:cubicBezTo>
                    <a:pt x="5100" y="2230"/>
                    <a:pt x="5107" y="2231"/>
                    <a:pt x="5113" y="2231"/>
                  </a:cubicBezTo>
                  <a:cubicBezTo>
                    <a:pt x="5128" y="2231"/>
                    <a:pt x="5136" y="2218"/>
                    <a:pt x="5136" y="2197"/>
                  </a:cubicBezTo>
                  <a:cubicBezTo>
                    <a:pt x="5149" y="2130"/>
                    <a:pt x="5150" y="2012"/>
                    <a:pt x="5222" y="1975"/>
                  </a:cubicBezTo>
                  <a:close/>
                  <a:moveTo>
                    <a:pt x="3438" y="2511"/>
                  </a:moveTo>
                  <a:lnTo>
                    <a:pt x="3438" y="2511"/>
                  </a:lnTo>
                  <a:cubicBezTo>
                    <a:pt x="3638" y="2597"/>
                    <a:pt x="3723" y="2825"/>
                    <a:pt x="3695" y="3025"/>
                  </a:cubicBezTo>
                  <a:cubicBezTo>
                    <a:pt x="3524" y="2896"/>
                    <a:pt x="3438" y="2711"/>
                    <a:pt x="3438" y="2511"/>
                  </a:cubicBezTo>
                  <a:close/>
                  <a:moveTo>
                    <a:pt x="1698" y="3989"/>
                  </a:moveTo>
                  <a:cubicBezTo>
                    <a:pt x="1707" y="3989"/>
                    <a:pt x="1716" y="3991"/>
                    <a:pt x="1726" y="3995"/>
                  </a:cubicBezTo>
                  <a:cubicBezTo>
                    <a:pt x="1840" y="4023"/>
                    <a:pt x="1840" y="4166"/>
                    <a:pt x="1783" y="4237"/>
                  </a:cubicBezTo>
                  <a:cubicBezTo>
                    <a:pt x="1698" y="4237"/>
                    <a:pt x="1598" y="4180"/>
                    <a:pt x="1598" y="4109"/>
                  </a:cubicBezTo>
                  <a:cubicBezTo>
                    <a:pt x="1598" y="4060"/>
                    <a:pt x="1640" y="3989"/>
                    <a:pt x="1698" y="3989"/>
                  </a:cubicBezTo>
                  <a:close/>
                  <a:moveTo>
                    <a:pt x="40" y="4790"/>
                  </a:moveTo>
                  <a:lnTo>
                    <a:pt x="40" y="4790"/>
                  </a:lnTo>
                  <a:cubicBezTo>
                    <a:pt x="26" y="4801"/>
                    <a:pt x="13" y="4811"/>
                    <a:pt x="0" y="4822"/>
                  </a:cubicBezTo>
                  <a:cubicBezTo>
                    <a:pt x="13" y="4812"/>
                    <a:pt x="26" y="4801"/>
                    <a:pt x="40" y="4790"/>
                  </a:cubicBezTo>
                  <a:close/>
                  <a:moveTo>
                    <a:pt x="4941" y="2145"/>
                  </a:moveTo>
                  <a:cubicBezTo>
                    <a:pt x="4921" y="2145"/>
                    <a:pt x="4900" y="2152"/>
                    <a:pt x="4879" y="2169"/>
                  </a:cubicBezTo>
                  <a:cubicBezTo>
                    <a:pt x="4808" y="2225"/>
                    <a:pt x="4780" y="2338"/>
                    <a:pt x="4765" y="2437"/>
                  </a:cubicBezTo>
                  <a:lnTo>
                    <a:pt x="4765" y="2437"/>
                  </a:lnTo>
                  <a:cubicBezTo>
                    <a:pt x="4703" y="2400"/>
                    <a:pt x="4643" y="2361"/>
                    <a:pt x="4594" y="2311"/>
                  </a:cubicBezTo>
                  <a:lnTo>
                    <a:pt x="4594" y="2311"/>
                  </a:lnTo>
                  <a:cubicBezTo>
                    <a:pt x="4595" y="2315"/>
                    <a:pt x="4595" y="2319"/>
                    <a:pt x="4596" y="2322"/>
                  </a:cubicBezTo>
                  <a:lnTo>
                    <a:pt x="4596" y="2322"/>
                  </a:lnTo>
                  <a:cubicBezTo>
                    <a:pt x="4583" y="2305"/>
                    <a:pt x="4573" y="2288"/>
                    <a:pt x="4565" y="2269"/>
                  </a:cubicBezTo>
                  <a:cubicBezTo>
                    <a:pt x="4557" y="2260"/>
                    <a:pt x="4550" y="2257"/>
                    <a:pt x="4544" y="2257"/>
                  </a:cubicBezTo>
                  <a:cubicBezTo>
                    <a:pt x="4529" y="2257"/>
                    <a:pt x="4522" y="2277"/>
                    <a:pt x="4522" y="2297"/>
                  </a:cubicBezTo>
                  <a:cubicBezTo>
                    <a:pt x="4522" y="2383"/>
                    <a:pt x="4536" y="2540"/>
                    <a:pt x="4508" y="2611"/>
                  </a:cubicBezTo>
                  <a:cubicBezTo>
                    <a:pt x="4490" y="2644"/>
                    <a:pt x="4467" y="2657"/>
                    <a:pt x="4442" y="2657"/>
                  </a:cubicBezTo>
                  <a:cubicBezTo>
                    <a:pt x="4346" y="2657"/>
                    <a:pt x="4214" y="2462"/>
                    <a:pt x="4180" y="2383"/>
                  </a:cubicBezTo>
                  <a:cubicBezTo>
                    <a:pt x="4174" y="2358"/>
                    <a:pt x="4159" y="2346"/>
                    <a:pt x="4145" y="2346"/>
                  </a:cubicBezTo>
                  <a:cubicBezTo>
                    <a:pt x="4127" y="2346"/>
                    <a:pt x="4109" y="2365"/>
                    <a:pt x="4109" y="2397"/>
                  </a:cubicBezTo>
                  <a:cubicBezTo>
                    <a:pt x="4109" y="2548"/>
                    <a:pt x="4161" y="3041"/>
                    <a:pt x="3925" y="3041"/>
                  </a:cubicBezTo>
                  <a:cubicBezTo>
                    <a:pt x="3915" y="3041"/>
                    <a:pt x="3905" y="3041"/>
                    <a:pt x="3895" y="3039"/>
                  </a:cubicBezTo>
                  <a:cubicBezTo>
                    <a:pt x="3852" y="3039"/>
                    <a:pt x="3809" y="3025"/>
                    <a:pt x="3780" y="2982"/>
                  </a:cubicBezTo>
                  <a:cubicBezTo>
                    <a:pt x="3866" y="2697"/>
                    <a:pt x="3723" y="2397"/>
                    <a:pt x="3452" y="2297"/>
                  </a:cubicBezTo>
                  <a:cubicBezTo>
                    <a:pt x="3438" y="2297"/>
                    <a:pt x="3424" y="2297"/>
                    <a:pt x="3395" y="2311"/>
                  </a:cubicBezTo>
                  <a:cubicBezTo>
                    <a:pt x="3310" y="2540"/>
                    <a:pt x="3467" y="2868"/>
                    <a:pt x="3666" y="3039"/>
                  </a:cubicBezTo>
                  <a:cubicBezTo>
                    <a:pt x="3652" y="3082"/>
                    <a:pt x="3624" y="3110"/>
                    <a:pt x="3595" y="3153"/>
                  </a:cubicBezTo>
                  <a:cubicBezTo>
                    <a:pt x="3509" y="3239"/>
                    <a:pt x="3381" y="3182"/>
                    <a:pt x="3295" y="3267"/>
                  </a:cubicBezTo>
                  <a:cubicBezTo>
                    <a:pt x="3238" y="3324"/>
                    <a:pt x="3281" y="3339"/>
                    <a:pt x="3181" y="3396"/>
                  </a:cubicBezTo>
                  <a:cubicBezTo>
                    <a:pt x="3144" y="3421"/>
                    <a:pt x="3120" y="3432"/>
                    <a:pt x="3099" y="3432"/>
                  </a:cubicBezTo>
                  <a:cubicBezTo>
                    <a:pt x="3072" y="3432"/>
                    <a:pt x="3050" y="3413"/>
                    <a:pt x="3010" y="3381"/>
                  </a:cubicBezTo>
                  <a:cubicBezTo>
                    <a:pt x="2967" y="3339"/>
                    <a:pt x="2953" y="3310"/>
                    <a:pt x="2924" y="3267"/>
                  </a:cubicBezTo>
                  <a:cubicBezTo>
                    <a:pt x="2917" y="3259"/>
                    <a:pt x="2909" y="3256"/>
                    <a:pt x="2901" y="3256"/>
                  </a:cubicBezTo>
                  <a:cubicBezTo>
                    <a:pt x="2882" y="3256"/>
                    <a:pt x="2867" y="3279"/>
                    <a:pt x="2867" y="3310"/>
                  </a:cubicBezTo>
                  <a:cubicBezTo>
                    <a:pt x="2867" y="3381"/>
                    <a:pt x="2853" y="3524"/>
                    <a:pt x="2753" y="3553"/>
                  </a:cubicBezTo>
                  <a:cubicBezTo>
                    <a:pt x="2743" y="3556"/>
                    <a:pt x="2733" y="3558"/>
                    <a:pt x="2722" y="3558"/>
                  </a:cubicBezTo>
                  <a:cubicBezTo>
                    <a:pt x="2650" y="3558"/>
                    <a:pt x="2589" y="3478"/>
                    <a:pt x="2539" y="3453"/>
                  </a:cubicBezTo>
                  <a:cubicBezTo>
                    <a:pt x="2533" y="3447"/>
                    <a:pt x="2525" y="3443"/>
                    <a:pt x="2517" y="3443"/>
                  </a:cubicBezTo>
                  <a:cubicBezTo>
                    <a:pt x="2506" y="3443"/>
                    <a:pt x="2497" y="3450"/>
                    <a:pt x="2497" y="3467"/>
                  </a:cubicBezTo>
                  <a:cubicBezTo>
                    <a:pt x="2468" y="3510"/>
                    <a:pt x="2468" y="3553"/>
                    <a:pt x="2468" y="3610"/>
                  </a:cubicBezTo>
                  <a:cubicBezTo>
                    <a:pt x="2468" y="3652"/>
                    <a:pt x="2468" y="3667"/>
                    <a:pt x="2454" y="3695"/>
                  </a:cubicBezTo>
                  <a:cubicBezTo>
                    <a:pt x="2445" y="3738"/>
                    <a:pt x="2395" y="3802"/>
                    <a:pt x="2344" y="3802"/>
                  </a:cubicBezTo>
                  <a:cubicBezTo>
                    <a:pt x="2311" y="3802"/>
                    <a:pt x="2277" y="3774"/>
                    <a:pt x="2254" y="3695"/>
                  </a:cubicBezTo>
                  <a:cubicBezTo>
                    <a:pt x="2248" y="3678"/>
                    <a:pt x="2236" y="3670"/>
                    <a:pt x="2223" y="3670"/>
                  </a:cubicBezTo>
                  <a:cubicBezTo>
                    <a:pt x="2204" y="3670"/>
                    <a:pt x="2183" y="3689"/>
                    <a:pt x="2183" y="3724"/>
                  </a:cubicBezTo>
                  <a:cubicBezTo>
                    <a:pt x="2183" y="3866"/>
                    <a:pt x="2140" y="4009"/>
                    <a:pt x="2040" y="4109"/>
                  </a:cubicBezTo>
                  <a:cubicBezTo>
                    <a:pt x="1997" y="4166"/>
                    <a:pt x="1926" y="4194"/>
                    <a:pt x="1855" y="4194"/>
                  </a:cubicBezTo>
                  <a:cubicBezTo>
                    <a:pt x="1869" y="4180"/>
                    <a:pt x="1869" y="4152"/>
                    <a:pt x="1869" y="4109"/>
                  </a:cubicBezTo>
                  <a:cubicBezTo>
                    <a:pt x="1869" y="4023"/>
                    <a:pt x="1826" y="3866"/>
                    <a:pt x="1726" y="3824"/>
                  </a:cubicBezTo>
                  <a:cubicBezTo>
                    <a:pt x="1719" y="3822"/>
                    <a:pt x="1711" y="3822"/>
                    <a:pt x="1704" y="3822"/>
                  </a:cubicBezTo>
                  <a:cubicBezTo>
                    <a:pt x="1626" y="3822"/>
                    <a:pt x="1553" y="3888"/>
                    <a:pt x="1526" y="3966"/>
                  </a:cubicBezTo>
                  <a:cubicBezTo>
                    <a:pt x="1512" y="4080"/>
                    <a:pt x="1569" y="4194"/>
                    <a:pt x="1669" y="4252"/>
                  </a:cubicBezTo>
                  <a:lnTo>
                    <a:pt x="1683" y="4252"/>
                  </a:lnTo>
                  <a:lnTo>
                    <a:pt x="1469" y="4366"/>
                  </a:lnTo>
                  <a:cubicBezTo>
                    <a:pt x="1398" y="4380"/>
                    <a:pt x="1355" y="4394"/>
                    <a:pt x="1284" y="4437"/>
                  </a:cubicBezTo>
                  <a:cubicBezTo>
                    <a:pt x="1255" y="4451"/>
                    <a:pt x="1241" y="4508"/>
                    <a:pt x="1227" y="4523"/>
                  </a:cubicBezTo>
                  <a:cubicBezTo>
                    <a:pt x="1171" y="4548"/>
                    <a:pt x="1141" y="4557"/>
                    <a:pt x="1125" y="4557"/>
                  </a:cubicBezTo>
                  <a:cubicBezTo>
                    <a:pt x="1086" y="4557"/>
                    <a:pt x="1120" y="4508"/>
                    <a:pt x="1070" y="4508"/>
                  </a:cubicBezTo>
                  <a:cubicBezTo>
                    <a:pt x="942" y="4508"/>
                    <a:pt x="813" y="4594"/>
                    <a:pt x="799" y="4722"/>
                  </a:cubicBezTo>
                  <a:cubicBezTo>
                    <a:pt x="766" y="4689"/>
                    <a:pt x="734" y="4675"/>
                    <a:pt x="703" y="4675"/>
                  </a:cubicBezTo>
                  <a:cubicBezTo>
                    <a:pt x="602" y="4675"/>
                    <a:pt x="521" y="4830"/>
                    <a:pt x="499" y="4951"/>
                  </a:cubicBezTo>
                  <a:cubicBezTo>
                    <a:pt x="442" y="4865"/>
                    <a:pt x="371" y="4737"/>
                    <a:pt x="257" y="4694"/>
                  </a:cubicBezTo>
                  <a:cubicBezTo>
                    <a:pt x="250" y="4693"/>
                    <a:pt x="244" y="4692"/>
                    <a:pt x="237" y="4692"/>
                  </a:cubicBezTo>
                  <a:cubicBezTo>
                    <a:pt x="172" y="4692"/>
                    <a:pt x="100" y="4743"/>
                    <a:pt x="40" y="4790"/>
                  </a:cubicBezTo>
                  <a:lnTo>
                    <a:pt x="40" y="4790"/>
                  </a:lnTo>
                  <a:cubicBezTo>
                    <a:pt x="90" y="4752"/>
                    <a:pt x="144" y="4721"/>
                    <a:pt x="203" y="4721"/>
                  </a:cubicBezTo>
                  <a:cubicBezTo>
                    <a:pt x="234" y="4721"/>
                    <a:pt x="266" y="4730"/>
                    <a:pt x="300" y="4751"/>
                  </a:cubicBezTo>
                  <a:cubicBezTo>
                    <a:pt x="371" y="4822"/>
                    <a:pt x="442" y="4908"/>
                    <a:pt x="499" y="5008"/>
                  </a:cubicBezTo>
                  <a:cubicBezTo>
                    <a:pt x="503" y="5011"/>
                    <a:pt x="506" y="5013"/>
                    <a:pt x="508" y="5013"/>
                  </a:cubicBezTo>
                  <a:cubicBezTo>
                    <a:pt x="515" y="5013"/>
                    <a:pt x="517" y="5000"/>
                    <a:pt x="528" y="4979"/>
                  </a:cubicBezTo>
                  <a:cubicBezTo>
                    <a:pt x="549" y="4904"/>
                    <a:pt x="619" y="4724"/>
                    <a:pt x="707" y="4724"/>
                  </a:cubicBezTo>
                  <a:cubicBezTo>
                    <a:pt x="736" y="4724"/>
                    <a:pt x="767" y="4744"/>
                    <a:pt x="799" y="4794"/>
                  </a:cubicBezTo>
                  <a:cubicBezTo>
                    <a:pt x="803" y="4797"/>
                    <a:pt x="808" y="4799"/>
                    <a:pt x="813" y="4799"/>
                  </a:cubicBezTo>
                  <a:cubicBezTo>
                    <a:pt x="826" y="4799"/>
                    <a:pt x="842" y="4786"/>
                    <a:pt x="842" y="4765"/>
                  </a:cubicBezTo>
                  <a:cubicBezTo>
                    <a:pt x="864" y="4642"/>
                    <a:pt x="922" y="4580"/>
                    <a:pt x="1029" y="4580"/>
                  </a:cubicBezTo>
                  <a:cubicBezTo>
                    <a:pt x="1058" y="4580"/>
                    <a:pt x="1090" y="4585"/>
                    <a:pt x="1127" y="4594"/>
                  </a:cubicBezTo>
                  <a:cubicBezTo>
                    <a:pt x="1163" y="4601"/>
                    <a:pt x="1184" y="4608"/>
                    <a:pt x="1204" y="4608"/>
                  </a:cubicBezTo>
                  <a:cubicBezTo>
                    <a:pt x="1223" y="4608"/>
                    <a:pt x="1241" y="4601"/>
                    <a:pt x="1270" y="4580"/>
                  </a:cubicBezTo>
                  <a:cubicBezTo>
                    <a:pt x="1313" y="4537"/>
                    <a:pt x="1313" y="4480"/>
                    <a:pt x="1370" y="4466"/>
                  </a:cubicBezTo>
                  <a:cubicBezTo>
                    <a:pt x="1384" y="4451"/>
                    <a:pt x="1427" y="4451"/>
                    <a:pt x="1455" y="4437"/>
                  </a:cubicBezTo>
                  <a:cubicBezTo>
                    <a:pt x="1526" y="4408"/>
                    <a:pt x="1598" y="4380"/>
                    <a:pt x="1698" y="4337"/>
                  </a:cubicBezTo>
                  <a:cubicBezTo>
                    <a:pt x="1740" y="4323"/>
                    <a:pt x="1783" y="4294"/>
                    <a:pt x="1812" y="4252"/>
                  </a:cubicBezTo>
                  <a:cubicBezTo>
                    <a:pt x="1836" y="4257"/>
                    <a:pt x="1860" y="4260"/>
                    <a:pt x="1883" y="4260"/>
                  </a:cubicBezTo>
                  <a:cubicBezTo>
                    <a:pt x="2100" y="4260"/>
                    <a:pt x="2244" y="4029"/>
                    <a:pt x="2283" y="3809"/>
                  </a:cubicBezTo>
                  <a:cubicBezTo>
                    <a:pt x="2313" y="3847"/>
                    <a:pt x="2351" y="3865"/>
                    <a:pt x="2390" y="3865"/>
                  </a:cubicBezTo>
                  <a:cubicBezTo>
                    <a:pt x="2426" y="3865"/>
                    <a:pt x="2463" y="3851"/>
                    <a:pt x="2497" y="3824"/>
                  </a:cubicBezTo>
                  <a:cubicBezTo>
                    <a:pt x="2582" y="3752"/>
                    <a:pt x="2568" y="3624"/>
                    <a:pt x="2582" y="3524"/>
                  </a:cubicBezTo>
                  <a:cubicBezTo>
                    <a:pt x="2635" y="3566"/>
                    <a:pt x="2711" y="3616"/>
                    <a:pt x="2776" y="3616"/>
                  </a:cubicBezTo>
                  <a:cubicBezTo>
                    <a:pt x="2799" y="3616"/>
                    <a:pt x="2820" y="3610"/>
                    <a:pt x="2839" y="3595"/>
                  </a:cubicBezTo>
                  <a:cubicBezTo>
                    <a:pt x="2910" y="3538"/>
                    <a:pt x="2939" y="3453"/>
                    <a:pt x="2939" y="3367"/>
                  </a:cubicBezTo>
                  <a:cubicBezTo>
                    <a:pt x="2995" y="3433"/>
                    <a:pt x="3077" y="3493"/>
                    <a:pt x="3159" y="3493"/>
                  </a:cubicBezTo>
                  <a:cubicBezTo>
                    <a:pt x="3200" y="3493"/>
                    <a:pt x="3242" y="3477"/>
                    <a:pt x="3281" y="3438"/>
                  </a:cubicBezTo>
                  <a:cubicBezTo>
                    <a:pt x="3367" y="3339"/>
                    <a:pt x="3196" y="3367"/>
                    <a:pt x="3452" y="3253"/>
                  </a:cubicBezTo>
                  <a:cubicBezTo>
                    <a:pt x="3474" y="3246"/>
                    <a:pt x="3492" y="3246"/>
                    <a:pt x="3509" y="3246"/>
                  </a:cubicBezTo>
                  <a:cubicBezTo>
                    <a:pt x="3527" y="3246"/>
                    <a:pt x="3545" y="3246"/>
                    <a:pt x="3566" y="3239"/>
                  </a:cubicBezTo>
                  <a:cubicBezTo>
                    <a:pt x="3638" y="3196"/>
                    <a:pt x="3695" y="3125"/>
                    <a:pt x="3723" y="3053"/>
                  </a:cubicBezTo>
                  <a:cubicBezTo>
                    <a:pt x="3723" y="3039"/>
                    <a:pt x="3738" y="3039"/>
                    <a:pt x="3738" y="3025"/>
                  </a:cubicBezTo>
                  <a:cubicBezTo>
                    <a:pt x="3780" y="3039"/>
                    <a:pt x="3795" y="3053"/>
                    <a:pt x="3837" y="3082"/>
                  </a:cubicBezTo>
                  <a:cubicBezTo>
                    <a:pt x="3889" y="3104"/>
                    <a:pt x="3933" y="3115"/>
                    <a:pt x="3971" y="3115"/>
                  </a:cubicBezTo>
                  <a:cubicBezTo>
                    <a:pt x="4198" y="3115"/>
                    <a:pt x="4208" y="2755"/>
                    <a:pt x="4208" y="2511"/>
                  </a:cubicBezTo>
                  <a:cubicBezTo>
                    <a:pt x="4280" y="2611"/>
                    <a:pt x="4380" y="2725"/>
                    <a:pt x="4494" y="2725"/>
                  </a:cubicBezTo>
                  <a:cubicBezTo>
                    <a:pt x="4647" y="2697"/>
                    <a:pt x="4637" y="2479"/>
                    <a:pt x="4596" y="2322"/>
                  </a:cubicBezTo>
                  <a:lnTo>
                    <a:pt x="4596" y="2322"/>
                  </a:lnTo>
                  <a:cubicBezTo>
                    <a:pt x="4633" y="2369"/>
                    <a:pt x="4691" y="2408"/>
                    <a:pt x="4765" y="2440"/>
                  </a:cubicBezTo>
                  <a:cubicBezTo>
                    <a:pt x="4765" y="2439"/>
                    <a:pt x="4765" y="2438"/>
                    <a:pt x="4765" y="2437"/>
                  </a:cubicBezTo>
                  <a:lnTo>
                    <a:pt x="4765" y="2437"/>
                  </a:lnTo>
                  <a:cubicBezTo>
                    <a:pt x="4774" y="2443"/>
                    <a:pt x="4784" y="2448"/>
                    <a:pt x="4793" y="2454"/>
                  </a:cubicBezTo>
                  <a:cubicBezTo>
                    <a:pt x="4808" y="2454"/>
                    <a:pt x="4836" y="2440"/>
                    <a:pt x="4836" y="2440"/>
                  </a:cubicBezTo>
                  <a:cubicBezTo>
                    <a:pt x="4850" y="2368"/>
                    <a:pt x="4850" y="2311"/>
                    <a:pt x="4865" y="2240"/>
                  </a:cubicBezTo>
                  <a:cubicBezTo>
                    <a:pt x="4890" y="2176"/>
                    <a:pt x="4925" y="2152"/>
                    <a:pt x="4962" y="2152"/>
                  </a:cubicBezTo>
                  <a:cubicBezTo>
                    <a:pt x="4969" y="2152"/>
                    <a:pt x="4977" y="2153"/>
                    <a:pt x="4985" y="2155"/>
                  </a:cubicBezTo>
                  <a:lnTo>
                    <a:pt x="4985" y="2155"/>
                  </a:lnTo>
                  <a:cubicBezTo>
                    <a:pt x="4971" y="2149"/>
                    <a:pt x="4956" y="2145"/>
                    <a:pt x="4941" y="2145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2770925" y="1833700"/>
              <a:ext cx="49600" cy="21500"/>
            </a:xfrm>
            <a:custGeom>
              <a:avLst/>
              <a:gdLst/>
              <a:ahLst/>
              <a:cxnLst/>
              <a:rect l="l" t="t" r="r" b="b"/>
              <a:pathLst>
                <a:path w="1984" h="860" extrusionOk="0">
                  <a:moveTo>
                    <a:pt x="1984" y="267"/>
                  </a:moveTo>
                  <a:cubicBezTo>
                    <a:pt x="1983" y="268"/>
                    <a:pt x="1982" y="268"/>
                    <a:pt x="1981" y="269"/>
                  </a:cubicBezTo>
                  <a:lnTo>
                    <a:pt x="1981" y="269"/>
                  </a:lnTo>
                  <a:cubicBezTo>
                    <a:pt x="1982" y="269"/>
                    <a:pt x="1983" y="268"/>
                    <a:pt x="1984" y="267"/>
                  </a:cubicBezTo>
                  <a:close/>
                  <a:moveTo>
                    <a:pt x="1727" y="410"/>
                  </a:moveTo>
                  <a:lnTo>
                    <a:pt x="1727" y="410"/>
                  </a:lnTo>
                  <a:cubicBezTo>
                    <a:pt x="1770" y="453"/>
                    <a:pt x="1798" y="510"/>
                    <a:pt x="1798" y="567"/>
                  </a:cubicBezTo>
                  <a:cubicBezTo>
                    <a:pt x="1727" y="552"/>
                    <a:pt x="1684" y="481"/>
                    <a:pt x="1727" y="410"/>
                  </a:cubicBezTo>
                  <a:close/>
                  <a:moveTo>
                    <a:pt x="1430" y="1"/>
                  </a:moveTo>
                  <a:cubicBezTo>
                    <a:pt x="1407" y="1"/>
                    <a:pt x="1399" y="31"/>
                    <a:pt x="1399" y="53"/>
                  </a:cubicBezTo>
                  <a:cubicBezTo>
                    <a:pt x="1399" y="139"/>
                    <a:pt x="1356" y="224"/>
                    <a:pt x="1299" y="296"/>
                  </a:cubicBezTo>
                  <a:cubicBezTo>
                    <a:pt x="1261" y="334"/>
                    <a:pt x="1223" y="340"/>
                    <a:pt x="1181" y="340"/>
                  </a:cubicBezTo>
                  <a:cubicBezTo>
                    <a:pt x="1159" y="340"/>
                    <a:pt x="1137" y="339"/>
                    <a:pt x="1113" y="339"/>
                  </a:cubicBezTo>
                  <a:cubicBezTo>
                    <a:pt x="1100" y="333"/>
                    <a:pt x="1088" y="331"/>
                    <a:pt x="1077" y="331"/>
                  </a:cubicBezTo>
                  <a:cubicBezTo>
                    <a:pt x="1027" y="331"/>
                    <a:pt x="997" y="378"/>
                    <a:pt x="985" y="424"/>
                  </a:cubicBezTo>
                  <a:cubicBezTo>
                    <a:pt x="970" y="418"/>
                    <a:pt x="956" y="415"/>
                    <a:pt x="943" y="415"/>
                  </a:cubicBezTo>
                  <a:cubicBezTo>
                    <a:pt x="865" y="415"/>
                    <a:pt x="810" y="510"/>
                    <a:pt x="785" y="595"/>
                  </a:cubicBezTo>
                  <a:cubicBezTo>
                    <a:pt x="768" y="561"/>
                    <a:pt x="735" y="542"/>
                    <a:pt x="696" y="542"/>
                  </a:cubicBezTo>
                  <a:cubicBezTo>
                    <a:pt x="670" y="542"/>
                    <a:pt x="642" y="550"/>
                    <a:pt x="614" y="567"/>
                  </a:cubicBezTo>
                  <a:cubicBezTo>
                    <a:pt x="557" y="624"/>
                    <a:pt x="500" y="695"/>
                    <a:pt x="486" y="766"/>
                  </a:cubicBezTo>
                  <a:cubicBezTo>
                    <a:pt x="409" y="702"/>
                    <a:pt x="355" y="546"/>
                    <a:pt x="252" y="546"/>
                  </a:cubicBezTo>
                  <a:cubicBezTo>
                    <a:pt x="240" y="546"/>
                    <a:pt x="228" y="548"/>
                    <a:pt x="215" y="552"/>
                  </a:cubicBezTo>
                  <a:cubicBezTo>
                    <a:pt x="115" y="567"/>
                    <a:pt x="29" y="724"/>
                    <a:pt x="1" y="838"/>
                  </a:cubicBezTo>
                  <a:cubicBezTo>
                    <a:pt x="1" y="852"/>
                    <a:pt x="8" y="859"/>
                    <a:pt x="17" y="859"/>
                  </a:cubicBezTo>
                  <a:cubicBezTo>
                    <a:pt x="26" y="859"/>
                    <a:pt x="36" y="852"/>
                    <a:pt x="44" y="838"/>
                  </a:cubicBezTo>
                  <a:cubicBezTo>
                    <a:pt x="56" y="753"/>
                    <a:pt x="149" y="608"/>
                    <a:pt x="238" y="608"/>
                  </a:cubicBezTo>
                  <a:cubicBezTo>
                    <a:pt x="254" y="608"/>
                    <a:pt x="271" y="613"/>
                    <a:pt x="286" y="624"/>
                  </a:cubicBezTo>
                  <a:cubicBezTo>
                    <a:pt x="386" y="652"/>
                    <a:pt x="400" y="795"/>
                    <a:pt x="486" y="838"/>
                  </a:cubicBezTo>
                  <a:cubicBezTo>
                    <a:pt x="500" y="838"/>
                    <a:pt x="500" y="838"/>
                    <a:pt x="500" y="809"/>
                  </a:cubicBezTo>
                  <a:cubicBezTo>
                    <a:pt x="542" y="726"/>
                    <a:pt x="591" y="612"/>
                    <a:pt x="670" y="612"/>
                  </a:cubicBezTo>
                  <a:cubicBezTo>
                    <a:pt x="699" y="612"/>
                    <a:pt x="733" y="628"/>
                    <a:pt x="771" y="667"/>
                  </a:cubicBezTo>
                  <a:cubicBezTo>
                    <a:pt x="776" y="675"/>
                    <a:pt x="781" y="679"/>
                    <a:pt x="787" y="679"/>
                  </a:cubicBezTo>
                  <a:cubicBezTo>
                    <a:pt x="800" y="679"/>
                    <a:pt x="814" y="662"/>
                    <a:pt x="814" y="652"/>
                  </a:cubicBezTo>
                  <a:cubicBezTo>
                    <a:pt x="825" y="583"/>
                    <a:pt x="865" y="476"/>
                    <a:pt x="941" y="476"/>
                  </a:cubicBezTo>
                  <a:cubicBezTo>
                    <a:pt x="958" y="476"/>
                    <a:pt x="978" y="482"/>
                    <a:pt x="999" y="495"/>
                  </a:cubicBezTo>
                  <a:cubicBezTo>
                    <a:pt x="1005" y="498"/>
                    <a:pt x="1009" y="499"/>
                    <a:pt x="1014" y="499"/>
                  </a:cubicBezTo>
                  <a:cubicBezTo>
                    <a:pt x="1033" y="499"/>
                    <a:pt x="1042" y="476"/>
                    <a:pt x="1042" y="453"/>
                  </a:cubicBezTo>
                  <a:cubicBezTo>
                    <a:pt x="1036" y="408"/>
                    <a:pt x="1049" y="395"/>
                    <a:pt x="1071" y="395"/>
                  </a:cubicBezTo>
                  <a:cubicBezTo>
                    <a:pt x="1098" y="395"/>
                    <a:pt x="1139" y="416"/>
                    <a:pt x="1171" y="424"/>
                  </a:cubicBezTo>
                  <a:cubicBezTo>
                    <a:pt x="1228" y="424"/>
                    <a:pt x="1256" y="424"/>
                    <a:pt x="1299" y="381"/>
                  </a:cubicBezTo>
                  <a:cubicBezTo>
                    <a:pt x="1370" y="339"/>
                    <a:pt x="1442" y="239"/>
                    <a:pt x="1456" y="139"/>
                  </a:cubicBezTo>
                  <a:cubicBezTo>
                    <a:pt x="1513" y="196"/>
                    <a:pt x="1556" y="224"/>
                    <a:pt x="1613" y="281"/>
                  </a:cubicBezTo>
                  <a:lnTo>
                    <a:pt x="1684" y="339"/>
                  </a:lnTo>
                  <a:cubicBezTo>
                    <a:pt x="1684" y="353"/>
                    <a:pt x="1670" y="353"/>
                    <a:pt x="1670" y="367"/>
                  </a:cubicBezTo>
                  <a:cubicBezTo>
                    <a:pt x="1627" y="495"/>
                    <a:pt x="1698" y="624"/>
                    <a:pt x="1827" y="652"/>
                  </a:cubicBezTo>
                  <a:lnTo>
                    <a:pt x="1841" y="652"/>
                  </a:lnTo>
                  <a:cubicBezTo>
                    <a:pt x="1870" y="652"/>
                    <a:pt x="1884" y="638"/>
                    <a:pt x="1884" y="638"/>
                  </a:cubicBezTo>
                  <a:cubicBezTo>
                    <a:pt x="1912" y="524"/>
                    <a:pt x="1884" y="424"/>
                    <a:pt x="1812" y="339"/>
                  </a:cubicBezTo>
                  <a:cubicBezTo>
                    <a:pt x="1868" y="297"/>
                    <a:pt x="1938" y="296"/>
                    <a:pt x="1981" y="269"/>
                  </a:cubicBezTo>
                  <a:lnTo>
                    <a:pt x="1981" y="269"/>
                  </a:lnTo>
                  <a:cubicBezTo>
                    <a:pt x="1981" y="269"/>
                    <a:pt x="1981" y="269"/>
                    <a:pt x="1981" y="269"/>
                  </a:cubicBezTo>
                  <a:cubicBezTo>
                    <a:pt x="1971" y="269"/>
                    <a:pt x="1980" y="196"/>
                    <a:pt x="1941" y="196"/>
                  </a:cubicBezTo>
                  <a:cubicBezTo>
                    <a:pt x="1841" y="196"/>
                    <a:pt x="1770" y="224"/>
                    <a:pt x="1713" y="281"/>
                  </a:cubicBezTo>
                  <a:cubicBezTo>
                    <a:pt x="1627" y="196"/>
                    <a:pt x="1527" y="96"/>
                    <a:pt x="1456" y="10"/>
                  </a:cubicBezTo>
                  <a:cubicBezTo>
                    <a:pt x="1446" y="4"/>
                    <a:pt x="1438" y="1"/>
                    <a:pt x="1430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2818375" y="1799350"/>
              <a:ext cx="49950" cy="30100"/>
            </a:xfrm>
            <a:custGeom>
              <a:avLst/>
              <a:gdLst/>
              <a:ahLst/>
              <a:cxnLst/>
              <a:rect l="l" t="t" r="r" b="b"/>
              <a:pathLst>
                <a:path w="1998" h="1204" extrusionOk="0">
                  <a:moveTo>
                    <a:pt x="1954" y="1"/>
                  </a:moveTo>
                  <a:lnTo>
                    <a:pt x="1954" y="1"/>
                  </a:lnTo>
                  <a:cubicBezTo>
                    <a:pt x="1940" y="43"/>
                    <a:pt x="1940" y="143"/>
                    <a:pt x="1869" y="143"/>
                  </a:cubicBezTo>
                  <a:cubicBezTo>
                    <a:pt x="1861" y="145"/>
                    <a:pt x="1853" y="146"/>
                    <a:pt x="1846" y="146"/>
                  </a:cubicBezTo>
                  <a:cubicBezTo>
                    <a:pt x="1785" y="146"/>
                    <a:pt x="1737" y="99"/>
                    <a:pt x="1712" y="86"/>
                  </a:cubicBezTo>
                  <a:cubicBezTo>
                    <a:pt x="1709" y="84"/>
                    <a:pt x="1706" y="82"/>
                    <a:pt x="1703" y="82"/>
                  </a:cubicBezTo>
                  <a:cubicBezTo>
                    <a:pt x="1688" y="82"/>
                    <a:pt x="1669" y="103"/>
                    <a:pt x="1669" y="115"/>
                  </a:cubicBezTo>
                  <a:cubicBezTo>
                    <a:pt x="1669" y="129"/>
                    <a:pt x="1655" y="257"/>
                    <a:pt x="1626" y="286"/>
                  </a:cubicBezTo>
                  <a:cubicBezTo>
                    <a:pt x="1624" y="287"/>
                    <a:pt x="1621" y="287"/>
                    <a:pt x="1617" y="287"/>
                  </a:cubicBezTo>
                  <a:cubicBezTo>
                    <a:pt x="1572" y="287"/>
                    <a:pt x="1496" y="198"/>
                    <a:pt x="1469" y="172"/>
                  </a:cubicBezTo>
                  <a:cubicBezTo>
                    <a:pt x="1457" y="163"/>
                    <a:pt x="1447" y="160"/>
                    <a:pt x="1439" y="160"/>
                  </a:cubicBezTo>
                  <a:cubicBezTo>
                    <a:pt x="1421" y="160"/>
                    <a:pt x="1417" y="180"/>
                    <a:pt x="1427" y="200"/>
                  </a:cubicBezTo>
                  <a:cubicBezTo>
                    <a:pt x="1427" y="294"/>
                    <a:pt x="1376" y="488"/>
                    <a:pt x="1288" y="488"/>
                  </a:cubicBezTo>
                  <a:cubicBezTo>
                    <a:pt x="1282" y="488"/>
                    <a:pt x="1276" y="487"/>
                    <a:pt x="1270" y="486"/>
                  </a:cubicBezTo>
                  <a:cubicBezTo>
                    <a:pt x="1227" y="486"/>
                    <a:pt x="1213" y="471"/>
                    <a:pt x="1198" y="457"/>
                  </a:cubicBezTo>
                  <a:cubicBezTo>
                    <a:pt x="1213" y="329"/>
                    <a:pt x="1156" y="200"/>
                    <a:pt x="1056" y="115"/>
                  </a:cubicBezTo>
                  <a:cubicBezTo>
                    <a:pt x="1048" y="112"/>
                    <a:pt x="1041" y="111"/>
                    <a:pt x="1035" y="111"/>
                  </a:cubicBezTo>
                  <a:cubicBezTo>
                    <a:pt x="1008" y="111"/>
                    <a:pt x="999" y="134"/>
                    <a:pt x="999" y="158"/>
                  </a:cubicBezTo>
                  <a:cubicBezTo>
                    <a:pt x="999" y="272"/>
                    <a:pt x="1041" y="400"/>
                    <a:pt x="1113" y="514"/>
                  </a:cubicBezTo>
                  <a:cubicBezTo>
                    <a:pt x="1113" y="586"/>
                    <a:pt x="1070" y="657"/>
                    <a:pt x="1013" y="700"/>
                  </a:cubicBezTo>
                  <a:cubicBezTo>
                    <a:pt x="989" y="719"/>
                    <a:pt x="969" y="725"/>
                    <a:pt x="949" y="725"/>
                  </a:cubicBezTo>
                  <a:cubicBezTo>
                    <a:pt x="910" y="725"/>
                    <a:pt x="875" y="700"/>
                    <a:pt x="827" y="700"/>
                  </a:cubicBezTo>
                  <a:cubicBezTo>
                    <a:pt x="770" y="700"/>
                    <a:pt x="756" y="757"/>
                    <a:pt x="728" y="800"/>
                  </a:cubicBezTo>
                  <a:cubicBezTo>
                    <a:pt x="708" y="787"/>
                    <a:pt x="690" y="781"/>
                    <a:pt x="672" y="781"/>
                  </a:cubicBezTo>
                  <a:cubicBezTo>
                    <a:pt x="612" y="781"/>
                    <a:pt x="564" y="847"/>
                    <a:pt x="542" y="914"/>
                  </a:cubicBezTo>
                  <a:cubicBezTo>
                    <a:pt x="511" y="893"/>
                    <a:pt x="482" y="884"/>
                    <a:pt x="456" y="884"/>
                  </a:cubicBezTo>
                  <a:cubicBezTo>
                    <a:pt x="375" y="884"/>
                    <a:pt x="318" y="970"/>
                    <a:pt x="285" y="1056"/>
                  </a:cubicBezTo>
                  <a:cubicBezTo>
                    <a:pt x="228" y="1013"/>
                    <a:pt x="186" y="985"/>
                    <a:pt x="114" y="985"/>
                  </a:cubicBezTo>
                  <a:cubicBezTo>
                    <a:pt x="0" y="985"/>
                    <a:pt x="14" y="1113"/>
                    <a:pt x="43" y="1185"/>
                  </a:cubicBezTo>
                  <a:cubicBezTo>
                    <a:pt x="43" y="1198"/>
                    <a:pt x="46" y="1203"/>
                    <a:pt x="50" y="1203"/>
                  </a:cubicBezTo>
                  <a:cubicBezTo>
                    <a:pt x="58" y="1203"/>
                    <a:pt x="71" y="1180"/>
                    <a:pt x="71" y="1170"/>
                  </a:cubicBezTo>
                  <a:cubicBezTo>
                    <a:pt x="66" y="1112"/>
                    <a:pt x="91" y="1091"/>
                    <a:pt x="126" y="1091"/>
                  </a:cubicBezTo>
                  <a:cubicBezTo>
                    <a:pt x="185" y="1091"/>
                    <a:pt x="273" y="1149"/>
                    <a:pt x="300" y="1185"/>
                  </a:cubicBezTo>
                  <a:cubicBezTo>
                    <a:pt x="307" y="1189"/>
                    <a:pt x="315" y="1190"/>
                    <a:pt x="322" y="1190"/>
                  </a:cubicBezTo>
                  <a:cubicBezTo>
                    <a:pt x="341" y="1190"/>
                    <a:pt x="357" y="1177"/>
                    <a:pt x="357" y="1156"/>
                  </a:cubicBezTo>
                  <a:cubicBezTo>
                    <a:pt x="357" y="1072"/>
                    <a:pt x="396" y="996"/>
                    <a:pt x="462" y="996"/>
                  </a:cubicBezTo>
                  <a:cubicBezTo>
                    <a:pt x="485" y="996"/>
                    <a:pt x="512" y="1005"/>
                    <a:pt x="542" y="1028"/>
                  </a:cubicBezTo>
                  <a:lnTo>
                    <a:pt x="571" y="1028"/>
                  </a:lnTo>
                  <a:cubicBezTo>
                    <a:pt x="604" y="972"/>
                    <a:pt x="629" y="873"/>
                    <a:pt x="679" y="873"/>
                  </a:cubicBezTo>
                  <a:cubicBezTo>
                    <a:pt x="693" y="873"/>
                    <a:pt x="709" y="881"/>
                    <a:pt x="728" y="899"/>
                  </a:cubicBezTo>
                  <a:cubicBezTo>
                    <a:pt x="736" y="904"/>
                    <a:pt x="743" y="905"/>
                    <a:pt x="749" y="905"/>
                  </a:cubicBezTo>
                  <a:cubicBezTo>
                    <a:pt x="763" y="905"/>
                    <a:pt x="770" y="895"/>
                    <a:pt x="770" y="885"/>
                  </a:cubicBezTo>
                  <a:cubicBezTo>
                    <a:pt x="777" y="817"/>
                    <a:pt x="800" y="801"/>
                    <a:pt x="834" y="801"/>
                  </a:cubicBezTo>
                  <a:cubicBezTo>
                    <a:pt x="866" y="801"/>
                    <a:pt x="908" y="815"/>
                    <a:pt x="957" y="815"/>
                  </a:cubicBezTo>
                  <a:cubicBezTo>
                    <a:pt x="966" y="815"/>
                    <a:pt x="975" y="815"/>
                    <a:pt x="984" y="814"/>
                  </a:cubicBezTo>
                  <a:cubicBezTo>
                    <a:pt x="1070" y="800"/>
                    <a:pt x="1127" y="728"/>
                    <a:pt x="1141" y="643"/>
                  </a:cubicBezTo>
                  <a:lnTo>
                    <a:pt x="1156" y="557"/>
                  </a:lnTo>
                  <a:cubicBezTo>
                    <a:pt x="1198" y="586"/>
                    <a:pt x="1227" y="600"/>
                    <a:pt x="1270" y="600"/>
                  </a:cubicBezTo>
                  <a:cubicBezTo>
                    <a:pt x="1427" y="600"/>
                    <a:pt x="1469" y="414"/>
                    <a:pt x="1469" y="300"/>
                  </a:cubicBezTo>
                  <a:cubicBezTo>
                    <a:pt x="1494" y="350"/>
                    <a:pt x="1551" y="389"/>
                    <a:pt x="1603" y="389"/>
                  </a:cubicBezTo>
                  <a:cubicBezTo>
                    <a:pt x="1611" y="389"/>
                    <a:pt x="1619" y="388"/>
                    <a:pt x="1626" y="386"/>
                  </a:cubicBezTo>
                  <a:cubicBezTo>
                    <a:pt x="1683" y="357"/>
                    <a:pt x="1698" y="257"/>
                    <a:pt x="1698" y="172"/>
                  </a:cubicBezTo>
                  <a:cubicBezTo>
                    <a:pt x="1737" y="192"/>
                    <a:pt x="1791" y="218"/>
                    <a:pt x="1839" y="218"/>
                  </a:cubicBezTo>
                  <a:cubicBezTo>
                    <a:pt x="1860" y="218"/>
                    <a:pt x="1880" y="213"/>
                    <a:pt x="1897" y="200"/>
                  </a:cubicBezTo>
                  <a:cubicBezTo>
                    <a:pt x="1983" y="158"/>
                    <a:pt x="1997" y="43"/>
                    <a:pt x="1954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2869000" y="1798650"/>
              <a:ext cx="4300" cy="1950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29" y="0"/>
                  </a:moveTo>
                  <a:lnTo>
                    <a:pt x="1" y="29"/>
                  </a:lnTo>
                  <a:lnTo>
                    <a:pt x="1" y="57"/>
                  </a:lnTo>
                  <a:cubicBezTo>
                    <a:pt x="21" y="67"/>
                    <a:pt x="41" y="77"/>
                    <a:pt x="66" y="77"/>
                  </a:cubicBezTo>
                  <a:cubicBezTo>
                    <a:pt x="77" y="77"/>
                    <a:pt x="88" y="76"/>
                    <a:pt x="101" y="71"/>
                  </a:cubicBezTo>
                  <a:cubicBezTo>
                    <a:pt x="129" y="57"/>
                    <a:pt x="143" y="43"/>
                    <a:pt x="172" y="0"/>
                  </a:cubicBezTo>
                  <a:lnTo>
                    <a:pt x="172" y="0"/>
                  </a:lnTo>
                  <a:lnTo>
                    <a:pt x="129" y="29"/>
                  </a:lnTo>
                  <a:lnTo>
                    <a:pt x="72" y="29"/>
                  </a:lnTo>
                  <a:cubicBezTo>
                    <a:pt x="58" y="29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2870075" y="1791500"/>
              <a:ext cx="10000" cy="7875"/>
            </a:xfrm>
            <a:custGeom>
              <a:avLst/>
              <a:gdLst/>
              <a:ahLst/>
              <a:cxnLst/>
              <a:rect l="l" t="t" r="r" b="b"/>
              <a:pathLst>
                <a:path w="400" h="315" extrusionOk="0">
                  <a:moveTo>
                    <a:pt x="400" y="1"/>
                  </a:moveTo>
                  <a:cubicBezTo>
                    <a:pt x="400" y="58"/>
                    <a:pt x="357" y="115"/>
                    <a:pt x="329" y="172"/>
                  </a:cubicBezTo>
                  <a:lnTo>
                    <a:pt x="157" y="215"/>
                  </a:lnTo>
                  <a:cubicBezTo>
                    <a:pt x="129" y="243"/>
                    <a:pt x="72" y="243"/>
                    <a:pt x="43" y="258"/>
                  </a:cubicBezTo>
                  <a:cubicBezTo>
                    <a:pt x="1" y="272"/>
                    <a:pt x="15" y="315"/>
                    <a:pt x="43" y="315"/>
                  </a:cubicBezTo>
                  <a:lnTo>
                    <a:pt x="257" y="258"/>
                  </a:lnTo>
                  <a:cubicBezTo>
                    <a:pt x="272" y="258"/>
                    <a:pt x="300" y="243"/>
                    <a:pt x="329" y="215"/>
                  </a:cubicBezTo>
                  <a:cubicBezTo>
                    <a:pt x="343" y="201"/>
                    <a:pt x="357" y="172"/>
                    <a:pt x="371" y="129"/>
                  </a:cubicBezTo>
                  <a:cubicBezTo>
                    <a:pt x="400" y="101"/>
                    <a:pt x="400" y="58"/>
                    <a:pt x="400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2900125" y="1735875"/>
              <a:ext cx="85875" cy="48400"/>
            </a:xfrm>
            <a:custGeom>
              <a:avLst/>
              <a:gdLst/>
              <a:ahLst/>
              <a:cxnLst/>
              <a:rect l="l" t="t" r="r" b="b"/>
              <a:pathLst>
                <a:path w="3435" h="1936" extrusionOk="0">
                  <a:moveTo>
                    <a:pt x="1260" y="924"/>
                  </a:moveTo>
                  <a:cubicBezTo>
                    <a:pt x="1271" y="924"/>
                    <a:pt x="1283" y="925"/>
                    <a:pt x="1295" y="928"/>
                  </a:cubicBezTo>
                  <a:cubicBezTo>
                    <a:pt x="1309" y="1042"/>
                    <a:pt x="1281" y="1142"/>
                    <a:pt x="1209" y="1213"/>
                  </a:cubicBezTo>
                  <a:cubicBezTo>
                    <a:pt x="1189" y="1227"/>
                    <a:pt x="1171" y="1233"/>
                    <a:pt x="1157" y="1233"/>
                  </a:cubicBezTo>
                  <a:cubicBezTo>
                    <a:pt x="1082" y="1233"/>
                    <a:pt x="1088" y="1073"/>
                    <a:pt x="1124" y="1013"/>
                  </a:cubicBezTo>
                  <a:cubicBezTo>
                    <a:pt x="1148" y="954"/>
                    <a:pt x="1201" y="924"/>
                    <a:pt x="1260" y="924"/>
                  </a:cubicBezTo>
                  <a:close/>
                  <a:moveTo>
                    <a:pt x="2936" y="0"/>
                  </a:moveTo>
                  <a:cubicBezTo>
                    <a:pt x="2936" y="0"/>
                    <a:pt x="2921" y="0"/>
                    <a:pt x="2921" y="15"/>
                  </a:cubicBezTo>
                  <a:cubicBezTo>
                    <a:pt x="2894" y="96"/>
                    <a:pt x="2851" y="133"/>
                    <a:pt x="2803" y="133"/>
                  </a:cubicBezTo>
                  <a:cubicBezTo>
                    <a:pt x="2751" y="133"/>
                    <a:pt x="2695" y="89"/>
                    <a:pt x="2650" y="15"/>
                  </a:cubicBezTo>
                  <a:cubicBezTo>
                    <a:pt x="2646" y="6"/>
                    <a:pt x="2641" y="3"/>
                    <a:pt x="2635" y="3"/>
                  </a:cubicBezTo>
                  <a:cubicBezTo>
                    <a:pt x="2622" y="3"/>
                    <a:pt x="2607" y="23"/>
                    <a:pt x="2607" y="43"/>
                  </a:cubicBezTo>
                  <a:cubicBezTo>
                    <a:pt x="2607" y="157"/>
                    <a:pt x="2593" y="286"/>
                    <a:pt x="2550" y="414"/>
                  </a:cubicBezTo>
                  <a:cubicBezTo>
                    <a:pt x="2520" y="449"/>
                    <a:pt x="2494" y="461"/>
                    <a:pt x="2471" y="461"/>
                  </a:cubicBezTo>
                  <a:cubicBezTo>
                    <a:pt x="2419" y="461"/>
                    <a:pt x="2377" y="400"/>
                    <a:pt x="2308" y="400"/>
                  </a:cubicBezTo>
                  <a:cubicBezTo>
                    <a:pt x="2222" y="400"/>
                    <a:pt x="2208" y="500"/>
                    <a:pt x="2194" y="585"/>
                  </a:cubicBezTo>
                  <a:cubicBezTo>
                    <a:pt x="2167" y="570"/>
                    <a:pt x="2142" y="563"/>
                    <a:pt x="2120" y="563"/>
                  </a:cubicBezTo>
                  <a:cubicBezTo>
                    <a:pt x="2059" y="563"/>
                    <a:pt x="2015" y="616"/>
                    <a:pt x="1994" y="699"/>
                  </a:cubicBezTo>
                  <a:cubicBezTo>
                    <a:pt x="1963" y="668"/>
                    <a:pt x="1933" y="655"/>
                    <a:pt x="1905" y="655"/>
                  </a:cubicBezTo>
                  <a:cubicBezTo>
                    <a:pt x="1846" y="655"/>
                    <a:pt x="1800" y="717"/>
                    <a:pt x="1780" y="785"/>
                  </a:cubicBezTo>
                  <a:cubicBezTo>
                    <a:pt x="1730" y="760"/>
                    <a:pt x="1669" y="680"/>
                    <a:pt x="1626" y="680"/>
                  </a:cubicBezTo>
                  <a:cubicBezTo>
                    <a:pt x="1620" y="680"/>
                    <a:pt x="1614" y="682"/>
                    <a:pt x="1609" y="685"/>
                  </a:cubicBezTo>
                  <a:cubicBezTo>
                    <a:pt x="1543" y="696"/>
                    <a:pt x="1520" y="982"/>
                    <a:pt x="1448" y="982"/>
                  </a:cubicBezTo>
                  <a:cubicBezTo>
                    <a:pt x="1426" y="982"/>
                    <a:pt x="1400" y="955"/>
                    <a:pt x="1366" y="885"/>
                  </a:cubicBezTo>
                  <a:cubicBezTo>
                    <a:pt x="1366" y="871"/>
                    <a:pt x="1352" y="871"/>
                    <a:pt x="1352" y="871"/>
                  </a:cubicBezTo>
                  <a:cubicBezTo>
                    <a:pt x="1352" y="856"/>
                    <a:pt x="1324" y="842"/>
                    <a:pt x="1324" y="814"/>
                  </a:cubicBezTo>
                  <a:cubicBezTo>
                    <a:pt x="1291" y="781"/>
                    <a:pt x="1249" y="763"/>
                    <a:pt x="1207" y="763"/>
                  </a:cubicBezTo>
                  <a:cubicBezTo>
                    <a:pt x="1157" y="763"/>
                    <a:pt x="1105" y="788"/>
                    <a:pt x="1067" y="842"/>
                  </a:cubicBezTo>
                  <a:cubicBezTo>
                    <a:pt x="1038" y="856"/>
                    <a:pt x="1024" y="885"/>
                    <a:pt x="1024" y="913"/>
                  </a:cubicBezTo>
                  <a:cubicBezTo>
                    <a:pt x="969" y="1033"/>
                    <a:pt x="923" y="1387"/>
                    <a:pt x="796" y="1387"/>
                  </a:cubicBezTo>
                  <a:cubicBezTo>
                    <a:pt x="757" y="1387"/>
                    <a:pt x="710" y="1354"/>
                    <a:pt x="653" y="1270"/>
                  </a:cubicBezTo>
                  <a:cubicBezTo>
                    <a:pt x="649" y="1256"/>
                    <a:pt x="641" y="1252"/>
                    <a:pt x="633" y="1252"/>
                  </a:cubicBezTo>
                  <a:cubicBezTo>
                    <a:pt x="616" y="1252"/>
                    <a:pt x="596" y="1275"/>
                    <a:pt x="596" y="1284"/>
                  </a:cubicBezTo>
                  <a:cubicBezTo>
                    <a:pt x="596" y="1377"/>
                    <a:pt x="589" y="1484"/>
                    <a:pt x="532" y="1484"/>
                  </a:cubicBezTo>
                  <a:cubicBezTo>
                    <a:pt x="509" y="1484"/>
                    <a:pt x="479" y="1467"/>
                    <a:pt x="439" y="1427"/>
                  </a:cubicBezTo>
                  <a:cubicBezTo>
                    <a:pt x="436" y="1424"/>
                    <a:pt x="433" y="1423"/>
                    <a:pt x="430" y="1423"/>
                  </a:cubicBezTo>
                  <a:cubicBezTo>
                    <a:pt x="415" y="1423"/>
                    <a:pt x="396" y="1444"/>
                    <a:pt x="396" y="1455"/>
                  </a:cubicBezTo>
                  <a:cubicBezTo>
                    <a:pt x="396" y="1537"/>
                    <a:pt x="396" y="1677"/>
                    <a:pt x="317" y="1677"/>
                  </a:cubicBezTo>
                  <a:cubicBezTo>
                    <a:pt x="300" y="1677"/>
                    <a:pt x="279" y="1671"/>
                    <a:pt x="254" y="1655"/>
                  </a:cubicBezTo>
                  <a:cubicBezTo>
                    <a:pt x="182" y="1598"/>
                    <a:pt x="154" y="1527"/>
                    <a:pt x="140" y="1441"/>
                  </a:cubicBezTo>
                  <a:cubicBezTo>
                    <a:pt x="131" y="1432"/>
                    <a:pt x="122" y="1429"/>
                    <a:pt x="114" y="1429"/>
                  </a:cubicBezTo>
                  <a:cubicBezTo>
                    <a:pt x="97" y="1429"/>
                    <a:pt x="87" y="1446"/>
                    <a:pt x="97" y="1455"/>
                  </a:cubicBezTo>
                  <a:cubicBezTo>
                    <a:pt x="111" y="1598"/>
                    <a:pt x="82" y="1769"/>
                    <a:pt x="11" y="1883"/>
                  </a:cubicBezTo>
                  <a:cubicBezTo>
                    <a:pt x="0" y="1905"/>
                    <a:pt x="6" y="1936"/>
                    <a:pt x="22" y="1936"/>
                  </a:cubicBezTo>
                  <a:cubicBezTo>
                    <a:pt x="27" y="1936"/>
                    <a:pt x="33" y="1933"/>
                    <a:pt x="40" y="1926"/>
                  </a:cubicBezTo>
                  <a:cubicBezTo>
                    <a:pt x="111" y="1841"/>
                    <a:pt x="154" y="1712"/>
                    <a:pt x="168" y="1598"/>
                  </a:cubicBezTo>
                  <a:cubicBezTo>
                    <a:pt x="221" y="1691"/>
                    <a:pt x="274" y="1771"/>
                    <a:pt x="349" y="1771"/>
                  </a:cubicBezTo>
                  <a:cubicBezTo>
                    <a:pt x="355" y="1771"/>
                    <a:pt x="361" y="1770"/>
                    <a:pt x="368" y="1769"/>
                  </a:cubicBezTo>
                  <a:cubicBezTo>
                    <a:pt x="453" y="1741"/>
                    <a:pt x="468" y="1641"/>
                    <a:pt x="468" y="1555"/>
                  </a:cubicBezTo>
                  <a:cubicBezTo>
                    <a:pt x="507" y="1587"/>
                    <a:pt x="540" y="1601"/>
                    <a:pt x="565" y="1601"/>
                  </a:cubicBezTo>
                  <a:cubicBezTo>
                    <a:pt x="632" y="1601"/>
                    <a:pt x="657" y="1508"/>
                    <a:pt x="667" y="1384"/>
                  </a:cubicBezTo>
                  <a:cubicBezTo>
                    <a:pt x="717" y="1441"/>
                    <a:pt x="771" y="1473"/>
                    <a:pt x="824" y="1473"/>
                  </a:cubicBezTo>
                  <a:cubicBezTo>
                    <a:pt x="878" y="1473"/>
                    <a:pt x="931" y="1441"/>
                    <a:pt x="981" y="1370"/>
                  </a:cubicBezTo>
                  <a:cubicBezTo>
                    <a:pt x="1010" y="1299"/>
                    <a:pt x="1024" y="1227"/>
                    <a:pt x="1053" y="1142"/>
                  </a:cubicBezTo>
                  <a:cubicBezTo>
                    <a:pt x="1053" y="1199"/>
                    <a:pt x="1081" y="1242"/>
                    <a:pt x="1124" y="1299"/>
                  </a:cubicBezTo>
                  <a:cubicBezTo>
                    <a:pt x="1152" y="1330"/>
                    <a:pt x="1180" y="1344"/>
                    <a:pt x="1206" y="1344"/>
                  </a:cubicBezTo>
                  <a:cubicBezTo>
                    <a:pt x="1298" y="1344"/>
                    <a:pt x="1370" y="1178"/>
                    <a:pt x="1381" y="1056"/>
                  </a:cubicBezTo>
                  <a:cubicBezTo>
                    <a:pt x="1411" y="1095"/>
                    <a:pt x="1447" y="1121"/>
                    <a:pt x="1483" y="1121"/>
                  </a:cubicBezTo>
                  <a:cubicBezTo>
                    <a:pt x="1515" y="1121"/>
                    <a:pt x="1548" y="1102"/>
                    <a:pt x="1580" y="1056"/>
                  </a:cubicBezTo>
                  <a:cubicBezTo>
                    <a:pt x="1595" y="1013"/>
                    <a:pt x="1652" y="799"/>
                    <a:pt x="1666" y="799"/>
                  </a:cubicBezTo>
                  <a:cubicBezTo>
                    <a:pt x="1694" y="799"/>
                    <a:pt x="1794" y="913"/>
                    <a:pt x="1809" y="913"/>
                  </a:cubicBezTo>
                  <a:cubicBezTo>
                    <a:pt x="1823" y="913"/>
                    <a:pt x="1851" y="913"/>
                    <a:pt x="1866" y="885"/>
                  </a:cubicBezTo>
                  <a:cubicBezTo>
                    <a:pt x="1866" y="834"/>
                    <a:pt x="1886" y="808"/>
                    <a:pt x="1924" y="808"/>
                  </a:cubicBezTo>
                  <a:cubicBezTo>
                    <a:pt x="1950" y="808"/>
                    <a:pt x="1983" y="819"/>
                    <a:pt x="2023" y="842"/>
                  </a:cubicBezTo>
                  <a:cubicBezTo>
                    <a:pt x="2026" y="846"/>
                    <a:pt x="2032" y="848"/>
                    <a:pt x="2039" y="848"/>
                  </a:cubicBezTo>
                  <a:cubicBezTo>
                    <a:pt x="2057" y="848"/>
                    <a:pt x="2080" y="834"/>
                    <a:pt x="2080" y="814"/>
                  </a:cubicBezTo>
                  <a:cubicBezTo>
                    <a:pt x="2080" y="746"/>
                    <a:pt x="2115" y="723"/>
                    <a:pt x="2171" y="723"/>
                  </a:cubicBezTo>
                  <a:cubicBezTo>
                    <a:pt x="2187" y="723"/>
                    <a:pt x="2204" y="725"/>
                    <a:pt x="2222" y="728"/>
                  </a:cubicBezTo>
                  <a:cubicBezTo>
                    <a:pt x="2228" y="744"/>
                    <a:pt x="2239" y="750"/>
                    <a:pt x="2250" y="750"/>
                  </a:cubicBezTo>
                  <a:cubicBezTo>
                    <a:pt x="2271" y="750"/>
                    <a:pt x="2294" y="732"/>
                    <a:pt x="2294" y="714"/>
                  </a:cubicBezTo>
                  <a:cubicBezTo>
                    <a:pt x="2294" y="671"/>
                    <a:pt x="2279" y="600"/>
                    <a:pt x="2308" y="571"/>
                  </a:cubicBezTo>
                  <a:cubicBezTo>
                    <a:pt x="2326" y="548"/>
                    <a:pt x="2342" y="540"/>
                    <a:pt x="2356" y="540"/>
                  </a:cubicBezTo>
                  <a:cubicBezTo>
                    <a:pt x="2386" y="540"/>
                    <a:pt x="2412" y="576"/>
                    <a:pt x="2451" y="585"/>
                  </a:cubicBezTo>
                  <a:cubicBezTo>
                    <a:pt x="2464" y="589"/>
                    <a:pt x="2478" y="590"/>
                    <a:pt x="2493" y="590"/>
                  </a:cubicBezTo>
                  <a:cubicBezTo>
                    <a:pt x="2539" y="590"/>
                    <a:pt x="2586" y="572"/>
                    <a:pt x="2607" y="528"/>
                  </a:cubicBezTo>
                  <a:cubicBezTo>
                    <a:pt x="2679" y="414"/>
                    <a:pt x="2722" y="286"/>
                    <a:pt x="2707" y="143"/>
                  </a:cubicBezTo>
                  <a:lnTo>
                    <a:pt x="2707" y="143"/>
                  </a:lnTo>
                  <a:cubicBezTo>
                    <a:pt x="2750" y="207"/>
                    <a:pt x="2811" y="243"/>
                    <a:pt x="2866" y="243"/>
                  </a:cubicBezTo>
                  <a:cubicBezTo>
                    <a:pt x="2921" y="243"/>
                    <a:pt x="2971" y="207"/>
                    <a:pt x="2993" y="129"/>
                  </a:cubicBezTo>
                  <a:cubicBezTo>
                    <a:pt x="3164" y="300"/>
                    <a:pt x="3292" y="528"/>
                    <a:pt x="3378" y="771"/>
                  </a:cubicBezTo>
                  <a:cubicBezTo>
                    <a:pt x="3382" y="784"/>
                    <a:pt x="3389" y="789"/>
                    <a:pt x="3397" y="789"/>
                  </a:cubicBezTo>
                  <a:cubicBezTo>
                    <a:pt x="3414" y="789"/>
                    <a:pt x="3435" y="762"/>
                    <a:pt x="3435" y="742"/>
                  </a:cubicBezTo>
                  <a:cubicBezTo>
                    <a:pt x="3378" y="428"/>
                    <a:pt x="3121" y="257"/>
                    <a:pt x="2950" y="15"/>
                  </a:cubicBezTo>
                  <a:cubicBezTo>
                    <a:pt x="2950" y="0"/>
                    <a:pt x="2936" y="0"/>
                    <a:pt x="293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2814850" y="1822325"/>
              <a:ext cx="81025" cy="54475"/>
            </a:xfrm>
            <a:custGeom>
              <a:avLst/>
              <a:gdLst/>
              <a:ahLst/>
              <a:cxnLst/>
              <a:rect l="l" t="t" r="r" b="b"/>
              <a:pathLst>
                <a:path w="3241" h="2179" extrusionOk="0">
                  <a:moveTo>
                    <a:pt x="3191" y="971"/>
                  </a:moveTo>
                  <a:lnTo>
                    <a:pt x="3191" y="971"/>
                  </a:lnTo>
                  <a:cubicBezTo>
                    <a:pt x="3182" y="977"/>
                    <a:pt x="3178" y="979"/>
                    <a:pt x="3194" y="979"/>
                  </a:cubicBezTo>
                  <a:cubicBezTo>
                    <a:pt x="3193" y="976"/>
                    <a:pt x="3192" y="973"/>
                    <a:pt x="3191" y="971"/>
                  </a:cubicBezTo>
                  <a:close/>
                  <a:moveTo>
                    <a:pt x="2735" y="1"/>
                  </a:moveTo>
                  <a:cubicBezTo>
                    <a:pt x="2724" y="1"/>
                    <a:pt x="2714" y="6"/>
                    <a:pt x="2709" y="23"/>
                  </a:cubicBezTo>
                  <a:cubicBezTo>
                    <a:pt x="2680" y="123"/>
                    <a:pt x="2723" y="394"/>
                    <a:pt x="2609" y="437"/>
                  </a:cubicBezTo>
                  <a:cubicBezTo>
                    <a:pt x="2601" y="439"/>
                    <a:pt x="2594" y="440"/>
                    <a:pt x="2587" y="440"/>
                  </a:cubicBezTo>
                  <a:cubicBezTo>
                    <a:pt x="2502" y="440"/>
                    <a:pt x="2459" y="290"/>
                    <a:pt x="2366" y="237"/>
                  </a:cubicBezTo>
                  <a:cubicBezTo>
                    <a:pt x="2362" y="233"/>
                    <a:pt x="2358" y="231"/>
                    <a:pt x="2354" y="231"/>
                  </a:cubicBezTo>
                  <a:cubicBezTo>
                    <a:pt x="2345" y="231"/>
                    <a:pt x="2338" y="241"/>
                    <a:pt x="2338" y="251"/>
                  </a:cubicBezTo>
                  <a:cubicBezTo>
                    <a:pt x="2267" y="380"/>
                    <a:pt x="2281" y="551"/>
                    <a:pt x="2210" y="679"/>
                  </a:cubicBezTo>
                  <a:cubicBezTo>
                    <a:pt x="2178" y="638"/>
                    <a:pt x="2155" y="611"/>
                    <a:pt x="2122" y="611"/>
                  </a:cubicBezTo>
                  <a:cubicBezTo>
                    <a:pt x="2110" y="611"/>
                    <a:pt x="2096" y="615"/>
                    <a:pt x="2081" y="622"/>
                  </a:cubicBezTo>
                  <a:cubicBezTo>
                    <a:pt x="2038" y="665"/>
                    <a:pt x="2038" y="736"/>
                    <a:pt x="2010" y="808"/>
                  </a:cubicBezTo>
                  <a:cubicBezTo>
                    <a:pt x="1985" y="790"/>
                    <a:pt x="1961" y="782"/>
                    <a:pt x="1939" y="782"/>
                  </a:cubicBezTo>
                  <a:cubicBezTo>
                    <a:pt x="1876" y="782"/>
                    <a:pt x="1828" y="851"/>
                    <a:pt x="1796" y="936"/>
                  </a:cubicBezTo>
                  <a:cubicBezTo>
                    <a:pt x="1752" y="897"/>
                    <a:pt x="1714" y="880"/>
                    <a:pt x="1681" y="880"/>
                  </a:cubicBezTo>
                  <a:cubicBezTo>
                    <a:pt x="1618" y="880"/>
                    <a:pt x="1572" y="942"/>
                    <a:pt x="1525" y="1036"/>
                  </a:cubicBezTo>
                  <a:cubicBezTo>
                    <a:pt x="1496" y="979"/>
                    <a:pt x="1439" y="950"/>
                    <a:pt x="1368" y="936"/>
                  </a:cubicBezTo>
                  <a:cubicBezTo>
                    <a:pt x="1354" y="936"/>
                    <a:pt x="1339" y="936"/>
                    <a:pt x="1339" y="950"/>
                  </a:cubicBezTo>
                  <a:lnTo>
                    <a:pt x="1282" y="1164"/>
                  </a:lnTo>
                  <a:cubicBezTo>
                    <a:pt x="1264" y="1218"/>
                    <a:pt x="1242" y="1238"/>
                    <a:pt x="1219" y="1238"/>
                  </a:cubicBezTo>
                  <a:cubicBezTo>
                    <a:pt x="1168" y="1238"/>
                    <a:pt x="1112" y="1142"/>
                    <a:pt x="1083" y="1093"/>
                  </a:cubicBezTo>
                  <a:cubicBezTo>
                    <a:pt x="1075" y="1077"/>
                    <a:pt x="1058" y="1066"/>
                    <a:pt x="1045" y="1066"/>
                  </a:cubicBezTo>
                  <a:cubicBezTo>
                    <a:pt x="1034" y="1066"/>
                    <a:pt x="1026" y="1074"/>
                    <a:pt x="1026" y="1093"/>
                  </a:cubicBezTo>
                  <a:cubicBezTo>
                    <a:pt x="997" y="1179"/>
                    <a:pt x="983" y="1264"/>
                    <a:pt x="983" y="1350"/>
                  </a:cubicBezTo>
                  <a:cubicBezTo>
                    <a:pt x="983" y="1393"/>
                    <a:pt x="968" y="1407"/>
                    <a:pt x="968" y="1450"/>
                  </a:cubicBezTo>
                  <a:cubicBezTo>
                    <a:pt x="943" y="1483"/>
                    <a:pt x="909" y="1497"/>
                    <a:pt x="873" y="1497"/>
                  </a:cubicBezTo>
                  <a:cubicBezTo>
                    <a:pt x="847" y="1497"/>
                    <a:pt x="821" y="1490"/>
                    <a:pt x="797" y="1478"/>
                  </a:cubicBezTo>
                  <a:cubicBezTo>
                    <a:pt x="755" y="1464"/>
                    <a:pt x="726" y="1350"/>
                    <a:pt x="712" y="1307"/>
                  </a:cubicBezTo>
                  <a:cubicBezTo>
                    <a:pt x="712" y="1279"/>
                    <a:pt x="697" y="1264"/>
                    <a:pt x="669" y="1264"/>
                  </a:cubicBezTo>
                  <a:cubicBezTo>
                    <a:pt x="655" y="1264"/>
                    <a:pt x="640" y="1279"/>
                    <a:pt x="640" y="1307"/>
                  </a:cubicBezTo>
                  <a:lnTo>
                    <a:pt x="640" y="1321"/>
                  </a:lnTo>
                  <a:cubicBezTo>
                    <a:pt x="640" y="1478"/>
                    <a:pt x="669" y="1778"/>
                    <a:pt x="498" y="1878"/>
                  </a:cubicBezTo>
                  <a:cubicBezTo>
                    <a:pt x="476" y="1885"/>
                    <a:pt x="455" y="1888"/>
                    <a:pt x="434" y="1888"/>
                  </a:cubicBezTo>
                  <a:cubicBezTo>
                    <a:pt x="412" y="1888"/>
                    <a:pt x="391" y="1885"/>
                    <a:pt x="369" y="1878"/>
                  </a:cubicBezTo>
                  <a:cubicBezTo>
                    <a:pt x="412" y="1806"/>
                    <a:pt x="426" y="1706"/>
                    <a:pt x="412" y="1621"/>
                  </a:cubicBezTo>
                  <a:cubicBezTo>
                    <a:pt x="387" y="1551"/>
                    <a:pt x="344" y="1518"/>
                    <a:pt x="304" y="1518"/>
                  </a:cubicBezTo>
                  <a:cubicBezTo>
                    <a:pt x="253" y="1518"/>
                    <a:pt x="206" y="1569"/>
                    <a:pt x="198" y="1664"/>
                  </a:cubicBezTo>
                  <a:cubicBezTo>
                    <a:pt x="198" y="1749"/>
                    <a:pt x="212" y="1821"/>
                    <a:pt x="269" y="1892"/>
                  </a:cubicBezTo>
                  <a:cubicBezTo>
                    <a:pt x="212" y="1978"/>
                    <a:pt x="127" y="2035"/>
                    <a:pt x="27" y="2092"/>
                  </a:cubicBezTo>
                  <a:cubicBezTo>
                    <a:pt x="1" y="2105"/>
                    <a:pt x="11" y="2179"/>
                    <a:pt x="46" y="2179"/>
                  </a:cubicBezTo>
                  <a:cubicBezTo>
                    <a:pt x="49" y="2179"/>
                    <a:pt x="52" y="2178"/>
                    <a:pt x="55" y="2177"/>
                  </a:cubicBezTo>
                  <a:cubicBezTo>
                    <a:pt x="155" y="2120"/>
                    <a:pt x="255" y="2049"/>
                    <a:pt x="312" y="1963"/>
                  </a:cubicBezTo>
                  <a:cubicBezTo>
                    <a:pt x="346" y="1997"/>
                    <a:pt x="384" y="2011"/>
                    <a:pt x="424" y="2011"/>
                  </a:cubicBezTo>
                  <a:cubicBezTo>
                    <a:pt x="453" y="2011"/>
                    <a:pt x="482" y="2004"/>
                    <a:pt x="512" y="1992"/>
                  </a:cubicBezTo>
                  <a:cubicBezTo>
                    <a:pt x="669" y="1920"/>
                    <a:pt x="697" y="1706"/>
                    <a:pt x="697" y="1535"/>
                  </a:cubicBezTo>
                  <a:cubicBezTo>
                    <a:pt x="730" y="1599"/>
                    <a:pt x="786" y="1656"/>
                    <a:pt x="848" y="1656"/>
                  </a:cubicBezTo>
                  <a:cubicBezTo>
                    <a:pt x="869" y="1656"/>
                    <a:pt x="890" y="1649"/>
                    <a:pt x="911" y="1635"/>
                  </a:cubicBezTo>
                  <a:cubicBezTo>
                    <a:pt x="1054" y="1592"/>
                    <a:pt x="1040" y="1393"/>
                    <a:pt x="1068" y="1264"/>
                  </a:cubicBezTo>
                  <a:cubicBezTo>
                    <a:pt x="1115" y="1334"/>
                    <a:pt x="1171" y="1422"/>
                    <a:pt x="1236" y="1422"/>
                  </a:cubicBezTo>
                  <a:cubicBezTo>
                    <a:pt x="1251" y="1422"/>
                    <a:pt x="1266" y="1418"/>
                    <a:pt x="1282" y="1407"/>
                  </a:cubicBezTo>
                  <a:cubicBezTo>
                    <a:pt x="1339" y="1378"/>
                    <a:pt x="1339" y="1307"/>
                    <a:pt x="1354" y="1250"/>
                  </a:cubicBezTo>
                  <a:cubicBezTo>
                    <a:pt x="1354" y="1236"/>
                    <a:pt x="1368" y="1122"/>
                    <a:pt x="1396" y="1122"/>
                  </a:cubicBezTo>
                  <a:cubicBezTo>
                    <a:pt x="1397" y="1121"/>
                    <a:pt x="1399" y="1120"/>
                    <a:pt x="1400" y="1120"/>
                  </a:cubicBezTo>
                  <a:cubicBezTo>
                    <a:pt x="1422" y="1120"/>
                    <a:pt x="1499" y="1209"/>
                    <a:pt x="1539" y="1236"/>
                  </a:cubicBezTo>
                  <a:cubicBezTo>
                    <a:pt x="1546" y="1243"/>
                    <a:pt x="1553" y="1246"/>
                    <a:pt x="1559" y="1246"/>
                  </a:cubicBezTo>
                  <a:cubicBezTo>
                    <a:pt x="1564" y="1246"/>
                    <a:pt x="1568" y="1243"/>
                    <a:pt x="1568" y="1236"/>
                  </a:cubicBezTo>
                  <a:lnTo>
                    <a:pt x="1582" y="1207"/>
                  </a:lnTo>
                  <a:cubicBezTo>
                    <a:pt x="1621" y="1139"/>
                    <a:pt x="1659" y="1052"/>
                    <a:pt x="1721" y="1052"/>
                  </a:cubicBezTo>
                  <a:cubicBezTo>
                    <a:pt x="1749" y="1052"/>
                    <a:pt x="1783" y="1071"/>
                    <a:pt x="1824" y="1122"/>
                  </a:cubicBezTo>
                  <a:cubicBezTo>
                    <a:pt x="1829" y="1126"/>
                    <a:pt x="1834" y="1128"/>
                    <a:pt x="1840" y="1128"/>
                  </a:cubicBezTo>
                  <a:cubicBezTo>
                    <a:pt x="1853" y="1128"/>
                    <a:pt x="1867" y="1117"/>
                    <a:pt x="1867" y="1107"/>
                  </a:cubicBezTo>
                  <a:cubicBezTo>
                    <a:pt x="1888" y="1065"/>
                    <a:pt x="1902" y="943"/>
                    <a:pt x="1961" y="943"/>
                  </a:cubicBezTo>
                  <a:cubicBezTo>
                    <a:pt x="1981" y="943"/>
                    <a:pt x="2006" y="957"/>
                    <a:pt x="2038" y="993"/>
                  </a:cubicBezTo>
                  <a:cubicBezTo>
                    <a:pt x="2045" y="1006"/>
                    <a:pt x="2054" y="1013"/>
                    <a:pt x="2062" y="1013"/>
                  </a:cubicBezTo>
                  <a:cubicBezTo>
                    <a:pt x="2073" y="1013"/>
                    <a:pt x="2081" y="1003"/>
                    <a:pt x="2081" y="979"/>
                  </a:cubicBezTo>
                  <a:cubicBezTo>
                    <a:pt x="2081" y="957"/>
                    <a:pt x="2089" y="836"/>
                    <a:pt x="2137" y="836"/>
                  </a:cubicBezTo>
                  <a:cubicBezTo>
                    <a:pt x="2152" y="836"/>
                    <a:pt x="2171" y="848"/>
                    <a:pt x="2195" y="879"/>
                  </a:cubicBezTo>
                  <a:cubicBezTo>
                    <a:pt x="2205" y="889"/>
                    <a:pt x="2215" y="899"/>
                    <a:pt x="2226" y="899"/>
                  </a:cubicBezTo>
                  <a:cubicBezTo>
                    <a:pt x="2230" y="899"/>
                    <a:pt x="2234" y="898"/>
                    <a:pt x="2238" y="893"/>
                  </a:cubicBezTo>
                  <a:cubicBezTo>
                    <a:pt x="2352" y="794"/>
                    <a:pt x="2338" y="594"/>
                    <a:pt x="2409" y="451"/>
                  </a:cubicBezTo>
                  <a:cubicBezTo>
                    <a:pt x="2482" y="512"/>
                    <a:pt x="2503" y="635"/>
                    <a:pt x="2596" y="635"/>
                  </a:cubicBezTo>
                  <a:cubicBezTo>
                    <a:pt x="2612" y="635"/>
                    <a:pt x="2631" y="631"/>
                    <a:pt x="2652" y="622"/>
                  </a:cubicBezTo>
                  <a:cubicBezTo>
                    <a:pt x="2794" y="565"/>
                    <a:pt x="2794" y="394"/>
                    <a:pt x="2809" y="251"/>
                  </a:cubicBezTo>
                  <a:cubicBezTo>
                    <a:pt x="2978" y="463"/>
                    <a:pt x="3092" y="703"/>
                    <a:pt x="3191" y="971"/>
                  </a:cubicBezTo>
                  <a:lnTo>
                    <a:pt x="3191" y="971"/>
                  </a:lnTo>
                  <a:cubicBezTo>
                    <a:pt x="3207" y="959"/>
                    <a:pt x="3241" y="934"/>
                    <a:pt x="3222" y="879"/>
                  </a:cubicBezTo>
                  <a:cubicBezTo>
                    <a:pt x="3151" y="551"/>
                    <a:pt x="2994" y="251"/>
                    <a:pt x="2780" y="23"/>
                  </a:cubicBezTo>
                  <a:cubicBezTo>
                    <a:pt x="2772" y="15"/>
                    <a:pt x="2752" y="1"/>
                    <a:pt x="2735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2905025" y="1799700"/>
              <a:ext cx="32125" cy="17725"/>
            </a:xfrm>
            <a:custGeom>
              <a:avLst/>
              <a:gdLst/>
              <a:ahLst/>
              <a:cxnLst/>
              <a:rect l="l" t="t" r="r" b="b"/>
              <a:pathLst>
                <a:path w="1285" h="709" extrusionOk="0">
                  <a:moveTo>
                    <a:pt x="1070" y="91"/>
                  </a:moveTo>
                  <a:cubicBezTo>
                    <a:pt x="1086" y="108"/>
                    <a:pt x="1100" y="126"/>
                    <a:pt x="1113" y="144"/>
                  </a:cubicBezTo>
                  <a:cubicBezTo>
                    <a:pt x="1113" y="137"/>
                    <a:pt x="1114" y="130"/>
                    <a:pt x="1115" y="123"/>
                  </a:cubicBezTo>
                  <a:lnTo>
                    <a:pt x="1115" y="123"/>
                  </a:lnTo>
                  <a:cubicBezTo>
                    <a:pt x="1101" y="109"/>
                    <a:pt x="1087" y="98"/>
                    <a:pt x="1070" y="91"/>
                  </a:cubicBezTo>
                  <a:close/>
                  <a:moveTo>
                    <a:pt x="1213" y="1"/>
                  </a:moveTo>
                  <a:cubicBezTo>
                    <a:pt x="1163" y="26"/>
                    <a:pt x="1124" y="73"/>
                    <a:pt x="1115" y="123"/>
                  </a:cubicBezTo>
                  <a:lnTo>
                    <a:pt x="1115" y="123"/>
                  </a:lnTo>
                  <a:cubicBezTo>
                    <a:pt x="1144" y="151"/>
                    <a:pt x="1167" y="188"/>
                    <a:pt x="1185" y="215"/>
                  </a:cubicBezTo>
                  <a:cubicBezTo>
                    <a:pt x="1188" y="216"/>
                    <a:pt x="1191" y="217"/>
                    <a:pt x="1193" y="217"/>
                  </a:cubicBezTo>
                  <a:cubicBezTo>
                    <a:pt x="1216" y="217"/>
                    <a:pt x="1227" y="171"/>
                    <a:pt x="1227" y="158"/>
                  </a:cubicBezTo>
                  <a:cubicBezTo>
                    <a:pt x="1227" y="101"/>
                    <a:pt x="1242" y="29"/>
                    <a:pt x="1284" y="1"/>
                  </a:cubicBezTo>
                  <a:lnTo>
                    <a:pt x="1284" y="1"/>
                  </a:lnTo>
                  <a:cubicBezTo>
                    <a:pt x="1265" y="6"/>
                    <a:pt x="1253" y="7"/>
                    <a:pt x="1244" y="7"/>
                  </a:cubicBezTo>
                  <a:cubicBezTo>
                    <a:pt x="1226" y="7"/>
                    <a:pt x="1223" y="1"/>
                    <a:pt x="1213" y="1"/>
                  </a:cubicBezTo>
                  <a:close/>
                  <a:moveTo>
                    <a:pt x="986" y="45"/>
                  </a:moveTo>
                  <a:cubicBezTo>
                    <a:pt x="972" y="45"/>
                    <a:pt x="957" y="49"/>
                    <a:pt x="942" y="58"/>
                  </a:cubicBezTo>
                  <a:cubicBezTo>
                    <a:pt x="899" y="87"/>
                    <a:pt x="885" y="129"/>
                    <a:pt x="885" y="172"/>
                  </a:cubicBezTo>
                  <a:cubicBezTo>
                    <a:pt x="848" y="144"/>
                    <a:pt x="804" y="116"/>
                    <a:pt x="759" y="116"/>
                  </a:cubicBezTo>
                  <a:cubicBezTo>
                    <a:pt x="735" y="116"/>
                    <a:pt x="710" y="124"/>
                    <a:pt x="685" y="144"/>
                  </a:cubicBezTo>
                  <a:cubicBezTo>
                    <a:pt x="614" y="201"/>
                    <a:pt x="643" y="272"/>
                    <a:pt x="643" y="343"/>
                  </a:cubicBezTo>
                  <a:cubicBezTo>
                    <a:pt x="614" y="315"/>
                    <a:pt x="600" y="300"/>
                    <a:pt x="571" y="286"/>
                  </a:cubicBezTo>
                  <a:cubicBezTo>
                    <a:pt x="528" y="286"/>
                    <a:pt x="500" y="315"/>
                    <a:pt x="471" y="358"/>
                  </a:cubicBezTo>
                  <a:cubicBezTo>
                    <a:pt x="443" y="429"/>
                    <a:pt x="429" y="500"/>
                    <a:pt x="400" y="586"/>
                  </a:cubicBezTo>
                  <a:cubicBezTo>
                    <a:pt x="357" y="500"/>
                    <a:pt x="257" y="443"/>
                    <a:pt x="172" y="386"/>
                  </a:cubicBezTo>
                  <a:cubicBezTo>
                    <a:pt x="161" y="384"/>
                    <a:pt x="151" y="383"/>
                    <a:pt x="141" y="383"/>
                  </a:cubicBezTo>
                  <a:cubicBezTo>
                    <a:pt x="25" y="383"/>
                    <a:pt x="1" y="536"/>
                    <a:pt x="1" y="629"/>
                  </a:cubicBezTo>
                  <a:cubicBezTo>
                    <a:pt x="1" y="655"/>
                    <a:pt x="17" y="681"/>
                    <a:pt x="36" y="681"/>
                  </a:cubicBezTo>
                  <a:cubicBezTo>
                    <a:pt x="48" y="681"/>
                    <a:pt x="61" y="671"/>
                    <a:pt x="72" y="643"/>
                  </a:cubicBezTo>
                  <a:cubicBezTo>
                    <a:pt x="72" y="584"/>
                    <a:pt x="91" y="486"/>
                    <a:pt x="163" y="486"/>
                  </a:cubicBezTo>
                  <a:cubicBezTo>
                    <a:pt x="178" y="486"/>
                    <a:pt x="195" y="490"/>
                    <a:pt x="215" y="500"/>
                  </a:cubicBezTo>
                  <a:cubicBezTo>
                    <a:pt x="286" y="557"/>
                    <a:pt x="357" y="600"/>
                    <a:pt x="429" y="700"/>
                  </a:cubicBezTo>
                  <a:cubicBezTo>
                    <a:pt x="434" y="705"/>
                    <a:pt x="439" y="708"/>
                    <a:pt x="444" y="708"/>
                  </a:cubicBezTo>
                  <a:cubicBezTo>
                    <a:pt x="453" y="708"/>
                    <a:pt x="462" y="699"/>
                    <a:pt x="471" y="671"/>
                  </a:cubicBezTo>
                  <a:lnTo>
                    <a:pt x="528" y="457"/>
                  </a:lnTo>
                  <a:cubicBezTo>
                    <a:pt x="528" y="443"/>
                    <a:pt x="543" y="386"/>
                    <a:pt x="585" y="372"/>
                  </a:cubicBezTo>
                  <a:cubicBezTo>
                    <a:pt x="587" y="371"/>
                    <a:pt x="588" y="370"/>
                    <a:pt x="590" y="370"/>
                  </a:cubicBezTo>
                  <a:cubicBezTo>
                    <a:pt x="605" y="370"/>
                    <a:pt x="631" y="430"/>
                    <a:pt x="657" y="443"/>
                  </a:cubicBezTo>
                  <a:cubicBezTo>
                    <a:pt x="663" y="449"/>
                    <a:pt x="669" y="453"/>
                    <a:pt x="675" y="453"/>
                  </a:cubicBezTo>
                  <a:cubicBezTo>
                    <a:pt x="683" y="453"/>
                    <a:pt x="691" y="446"/>
                    <a:pt x="700" y="429"/>
                  </a:cubicBezTo>
                  <a:cubicBezTo>
                    <a:pt x="728" y="372"/>
                    <a:pt x="700" y="300"/>
                    <a:pt x="728" y="229"/>
                  </a:cubicBezTo>
                  <a:cubicBezTo>
                    <a:pt x="740" y="205"/>
                    <a:pt x="785" y="169"/>
                    <a:pt x="833" y="169"/>
                  </a:cubicBezTo>
                  <a:cubicBezTo>
                    <a:pt x="841" y="169"/>
                    <a:pt x="849" y="170"/>
                    <a:pt x="857" y="172"/>
                  </a:cubicBezTo>
                  <a:cubicBezTo>
                    <a:pt x="885" y="201"/>
                    <a:pt x="928" y="229"/>
                    <a:pt x="942" y="272"/>
                  </a:cubicBezTo>
                  <a:cubicBezTo>
                    <a:pt x="948" y="278"/>
                    <a:pt x="953" y="280"/>
                    <a:pt x="957" y="280"/>
                  </a:cubicBezTo>
                  <a:cubicBezTo>
                    <a:pt x="976" y="280"/>
                    <a:pt x="985" y="241"/>
                    <a:pt x="985" y="229"/>
                  </a:cubicBezTo>
                  <a:cubicBezTo>
                    <a:pt x="985" y="216"/>
                    <a:pt x="973" y="83"/>
                    <a:pt x="1037" y="83"/>
                  </a:cubicBezTo>
                  <a:cubicBezTo>
                    <a:pt x="1043" y="83"/>
                    <a:pt x="1049" y="84"/>
                    <a:pt x="1056" y="87"/>
                  </a:cubicBezTo>
                  <a:cubicBezTo>
                    <a:pt x="1061" y="88"/>
                    <a:pt x="1066" y="89"/>
                    <a:pt x="1070" y="91"/>
                  </a:cubicBezTo>
                  <a:lnTo>
                    <a:pt x="1070" y="91"/>
                  </a:lnTo>
                  <a:cubicBezTo>
                    <a:pt x="1046" y="65"/>
                    <a:pt x="1017" y="45"/>
                    <a:pt x="986" y="45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2946150" y="1741975"/>
              <a:ext cx="85875" cy="55075"/>
            </a:xfrm>
            <a:custGeom>
              <a:avLst/>
              <a:gdLst/>
              <a:ahLst/>
              <a:cxnLst/>
              <a:rect l="l" t="t" r="r" b="b"/>
              <a:pathLst>
                <a:path w="3435" h="2203" extrusionOk="0">
                  <a:moveTo>
                    <a:pt x="2969" y="1"/>
                  </a:moveTo>
                  <a:cubicBezTo>
                    <a:pt x="2956" y="1"/>
                    <a:pt x="2949" y="18"/>
                    <a:pt x="2949" y="27"/>
                  </a:cubicBezTo>
                  <a:cubicBezTo>
                    <a:pt x="2949" y="156"/>
                    <a:pt x="2949" y="270"/>
                    <a:pt x="2906" y="398"/>
                  </a:cubicBezTo>
                  <a:cubicBezTo>
                    <a:pt x="2892" y="470"/>
                    <a:pt x="2863" y="541"/>
                    <a:pt x="2778" y="541"/>
                  </a:cubicBezTo>
                  <a:cubicBezTo>
                    <a:pt x="2707" y="541"/>
                    <a:pt x="2649" y="484"/>
                    <a:pt x="2592" y="455"/>
                  </a:cubicBezTo>
                  <a:cubicBezTo>
                    <a:pt x="2568" y="443"/>
                    <a:pt x="2545" y="438"/>
                    <a:pt x="2525" y="438"/>
                  </a:cubicBezTo>
                  <a:cubicBezTo>
                    <a:pt x="2402" y="438"/>
                    <a:pt x="2350" y="633"/>
                    <a:pt x="2350" y="755"/>
                  </a:cubicBezTo>
                  <a:cubicBezTo>
                    <a:pt x="2327" y="746"/>
                    <a:pt x="2306" y="741"/>
                    <a:pt x="2286" y="741"/>
                  </a:cubicBezTo>
                  <a:cubicBezTo>
                    <a:pt x="2244" y="741"/>
                    <a:pt x="2208" y="763"/>
                    <a:pt x="2179" y="812"/>
                  </a:cubicBezTo>
                  <a:cubicBezTo>
                    <a:pt x="2152" y="781"/>
                    <a:pt x="2126" y="768"/>
                    <a:pt x="2103" y="768"/>
                  </a:cubicBezTo>
                  <a:cubicBezTo>
                    <a:pt x="2042" y="768"/>
                    <a:pt x="1996" y="861"/>
                    <a:pt x="1965" y="955"/>
                  </a:cubicBezTo>
                  <a:cubicBezTo>
                    <a:pt x="1936" y="917"/>
                    <a:pt x="1901" y="879"/>
                    <a:pt x="1856" y="879"/>
                  </a:cubicBezTo>
                  <a:cubicBezTo>
                    <a:pt x="1833" y="879"/>
                    <a:pt x="1808" y="888"/>
                    <a:pt x="1779" y="912"/>
                  </a:cubicBezTo>
                  <a:cubicBezTo>
                    <a:pt x="1679" y="983"/>
                    <a:pt x="1722" y="1083"/>
                    <a:pt x="1708" y="1183"/>
                  </a:cubicBezTo>
                  <a:cubicBezTo>
                    <a:pt x="1656" y="1131"/>
                    <a:pt x="1588" y="1071"/>
                    <a:pt x="1516" y="1071"/>
                  </a:cubicBezTo>
                  <a:cubicBezTo>
                    <a:pt x="1490" y="1071"/>
                    <a:pt x="1463" y="1078"/>
                    <a:pt x="1437" y="1097"/>
                  </a:cubicBezTo>
                  <a:cubicBezTo>
                    <a:pt x="1309" y="1169"/>
                    <a:pt x="1351" y="1311"/>
                    <a:pt x="1323" y="1411"/>
                  </a:cubicBezTo>
                  <a:lnTo>
                    <a:pt x="1166" y="1311"/>
                  </a:lnTo>
                  <a:lnTo>
                    <a:pt x="1152" y="1311"/>
                  </a:lnTo>
                  <a:cubicBezTo>
                    <a:pt x="1123" y="1340"/>
                    <a:pt x="1109" y="1368"/>
                    <a:pt x="1095" y="1397"/>
                  </a:cubicBezTo>
                  <a:cubicBezTo>
                    <a:pt x="1095" y="1454"/>
                    <a:pt x="1066" y="1483"/>
                    <a:pt x="1023" y="1511"/>
                  </a:cubicBezTo>
                  <a:cubicBezTo>
                    <a:pt x="966" y="1468"/>
                    <a:pt x="923" y="1440"/>
                    <a:pt x="866" y="1383"/>
                  </a:cubicBezTo>
                  <a:cubicBezTo>
                    <a:pt x="866" y="1368"/>
                    <a:pt x="852" y="1368"/>
                    <a:pt x="823" y="1368"/>
                  </a:cubicBezTo>
                  <a:lnTo>
                    <a:pt x="809" y="1383"/>
                  </a:lnTo>
                  <a:cubicBezTo>
                    <a:pt x="766" y="1440"/>
                    <a:pt x="766" y="1483"/>
                    <a:pt x="738" y="1540"/>
                  </a:cubicBezTo>
                  <a:cubicBezTo>
                    <a:pt x="713" y="1590"/>
                    <a:pt x="690" y="1610"/>
                    <a:pt x="664" y="1610"/>
                  </a:cubicBezTo>
                  <a:cubicBezTo>
                    <a:pt x="632" y="1610"/>
                    <a:pt x="594" y="1579"/>
                    <a:pt x="538" y="1540"/>
                  </a:cubicBezTo>
                  <a:cubicBezTo>
                    <a:pt x="531" y="1536"/>
                    <a:pt x="525" y="1534"/>
                    <a:pt x="519" y="1534"/>
                  </a:cubicBezTo>
                  <a:cubicBezTo>
                    <a:pt x="502" y="1534"/>
                    <a:pt x="488" y="1550"/>
                    <a:pt x="467" y="1582"/>
                  </a:cubicBezTo>
                  <a:cubicBezTo>
                    <a:pt x="467" y="1654"/>
                    <a:pt x="453" y="1725"/>
                    <a:pt x="438" y="1796"/>
                  </a:cubicBezTo>
                  <a:cubicBezTo>
                    <a:pt x="418" y="1858"/>
                    <a:pt x="388" y="1882"/>
                    <a:pt x="354" y="1882"/>
                  </a:cubicBezTo>
                  <a:cubicBezTo>
                    <a:pt x="270" y="1882"/>
                    <a:pt x="165" y="1739"/>
                    <a:pt x="124" y="1668"/>
                  </a:cubicBezTo>
                  <a:cubicBezTo>
                    <a:pt x="119" y="1652"/>
                    <a:pt x="112" y="1646"/>
                    <a:pt x="105" y="1646"/>
                  </a:cubicBezTo>
                  <a:cubicBezTo>
                    <a:pt x="93" y="1646"/>
                    <a:pt x="82" y="1664"/>
                    <a:pt x="82" y="1682"/>
                  </a:cubicBezTo>
                  <a:cubicBezTo>
                    <a:pt x="82" y="1796"/>
                    <a:pt x="153" y="2096"/>
                    <a:pt x="25" y="2124"/>
                  </a:cubicBezTo>
                  <a:cubicBezTo>
                    <a:pt x="1" y="2148"/>
                    <a:pt x="7" y="2202"/>
                    <a:pt x="26" y="2202"/>
                  </a:cubicBezTo>
                  <a:cubicBezTo>
                    <a:pt x="30" y="2202"/>
                    <a:pt x="34" y="2200"/>
                    <a:pt x="39" y="2196"/>
                  </a:cubicBezTo>
                  <a:cubicBezTo>
                    <a:pt x="182" y="2167"/>
                    <a:pt x="182" y="1968"/>
                    <a:pt x="167" y="1825"/>
                  </a:cubicBezTo>
                  <a:lnTo>
                    <a:pt x="167" y="1825"/>
                  </a:lnTo>
                  <a:cubicBezTo>
                    <a:pt x="227" y="1896"/>
                    <a:pt x="316" y="1978"/>
                    <a:pt x="402" y="1978"/>
                  </a:cubicBezTo>
                  <a:cubicBezTo>
                    <a:pt x="419" y="1978"/>
                    <a:pt x="436" y="1975"/>
                    <a:pt x="453" y="1968"/>
                  </a:cubicBezTo>
                  <a:cubicBezTo>
                    <a:pt x="567" y="1910"/>
                    <a:pt x="567" y="1796"/>
                    <a:pt x="581" y="1682"/>
                  </a:cubicBezTo>
                  <a:cubicBezTo>
                    <a:pt x="619" y="1720"/>
                    <a:pt x="663" y="1746"/>
                    <a:pt x="710" y="1746"/>
                  </a:cubicBezTo>
                  <a:cubicBezTo>
                    <a:pt x="733" y="1746"/>
                    <a:pt x="757" y="1739"/>
                    <a:pt x="781" y="1725"/>
                  </a:cubicBezTo>
                  <a:cubicBezTo>
                    <a:pt x="823" y="1654"/>
                    <a:pt x="866" y="1554"/>
                    <a:pt x="881" y="1468"/>
                  </a:cubicBezTo>
                  <a:cubicBezTo>
                    <a:pt x="938" y="1511"/>
                    <a:pt x="995" y="1540"/>
                    <a:pt x="1066" y="1582"/>
                  </a:cubicBezTo>
                  <a:cubicBezTo>
                    <a:pt x="1080" y="1582"/>
                    <a:pt x="1080" y="1582"/>
                    <a:pt x="1080" y="1554"/>
                  </a:cubicBezTo>
                  <a:cubicBezTo>
                    <a:pt x="1095" y="1525"/>
                    <a:pt x="1109" y="1468"/>
                    <a:pt x="1137" y="1411"/>
                  </a:cubicBezTo>
                  <a:cubicBezTo>
                    <a:pt x="1152" y="1377"/>
                    <a:pt x="1170" y="1365"/>
                    <a:pt x="1191" y="1365"/>
                  </a:cubicBezTo>
                  <a:cubicBezTo>
                    <a:pt x="1232" y="1365"/>
                    <a:pt x="1285" y="1412"/>
                    <a:pt x="1351" y="1440"/>
                  </a:cubicBezTo>
                  <a:cubicBezTo>
                    <a:pt x="1366" y="1440"/>
                    <a:pt x="1366" y="1411"/>
                    <a:pt x="1380" y="1411"/>
                  </a:cubicBezTo>
                  <a:cubicBezTo>
                    <a:pt x="1394" y="1326"/>
                    <a:pt x="1394" y="1126"/>
                    <a:pt x="1508" y="1112"/>
                  </a:cubicBezTo>
                  <a:cubicBezTo>
                    <a:pt x="1519" y="1109"/>
                    <a:pt x="1530" y="1107"/>
                    <a:pt x="1540" y="1107"/>
                  </a:cubicBezTo>
                  <a:cubicBezTo>
                    <a:pt x="1623" y="1107"/>
                    <a:pt x="1686" y="1203"/>
                    <a:pt x="1736" y="1254"/>
                  </a:cubicBezTo>
                  <a:cubicBezTo>
                    <a:pt x="1742" y="1260"/>
                    <a:pt x="1751" y="1264"/>
                    <a:pt x="1760" y="1264"/>
                  </a:cubicBezTo>
                  <a:cubicBezTo>
                    <a:pt x="1772" y="1264"/>
                    <a:pt x="1785" y="1257"/>
                    <a:pt x="1794" y="1240"/>
                  </a:cubicBezTo>
                  <a:cubicBezTo>
                    <a:pt x="1794" y="1197"/>
                    <a:pt x="1794" y="1126"/>
                    <a:pt x="1808" y="1097"/>
                  </a:cubicBezTo>
                  <a:cubicBezTo>
                    <a:pt x="1821" y="1058"/>
                    <a:pt x="1907" y="982"/>
                    <a:pt x="1943" y="982"/>
                  </a:cubicBezTo>
                  <a:cubicBezTo>
                    <a:pt x="1946" y="982"/>
                    <a:pt x="1948" y="982"/>
                    <a:pt x="1950" y="983"/>
                  </a:cubicBezTo>
                  <a:lnTo>
                    <a:pt x="2008" y="1040"/>
                  </a:lnTo>
                  <a:cubicBezTo>
                    <a:pt x="2013" y="1043"/>
                    <a:pt x="2018" y="1044"/>
                    <a:pt x="2023" y="1044"/>
                  </a:cubicBezTo>
                  <a:cubicBezTo>
                    <a:pt x="2045" y="1044"/>
                    <a:pt x="2065" y="1018"/>
                    <a:pt x="2065" y="983"/>
                  </a:cubicBezTo>
                  <a:cubicBezTo>
                    <a:pt x="2041" y="913"/>
                    <a:pt x="2076" y="862"/>
                    <a:pt x="2160" y="862"/>
                  </a:cubicBezTo>
                  <a:cubicBezTo>
                    <a:pt x="2178" y="862"/>
                    <a:pt x="2199" y="864"/>
                    <a:pt x="2222" y="869"/>
                  </a:cubicBezTo>
                  <a:cubicBezTo>
                    <a:pt x="2225" y="877"/>
                    <a:pt x="2232" y="881"/>
                    <a:pt x="2239" y="881"/>
                  </a:cubicBezTo>
                  <a:cubicBezTo>
                    <a:pt x="2256" y="881"/>
                    <a:pt x="2279" y="857"/>
                    <a:pt x="2279" y="826"/>
                  </a:cubicBezTo>
                  <a:cubicBezTo>
                    <a:pt x="2286" y="789"/>
                    <a:pt x="2306" y="771"/>
                    <a:pt x="2329" y="771"/>
                  </a:cubicBezTo>
                  <a:cubicBezTo>
                    <a:pt x="2349" y="771"/>
                    <a:pt x="2372" y="785"/>
                    <a:pt x="2393" y="812"/>
                  </a:cubicBezTo>
                  <a:cubicBezTo>
                    <a:pt x="2401" y="816"/>
                    <a:pt x="2408" y="818"/>
                    <a:pt x="2414" y="818"/>
                  </a:cubicBezTo>
                  <a:cubicBezTo>
                    <a:pt x="2428" y="818"/>
                    <a:pt x="2435" y="808"/>
                    <a:pt x="2435" y="798"/>
                  </a:cubicBezTo>
                  <a:cubicBezTo>
                    <a:pt x="2435" y="726"/>
                    <a:pt x="2450" y="655"/>
                    <a:pt x="2464" y="584"/>
                  </a:cubicBezTo>
                  <a:cubicBezTo>
                    <a:pt x="2493" y="512"/>
                    <a:pt x="2535" y="470"/>
                    <a:pt x="2607" y="470"/>
                  </a:cubicBezTo>
                  <a:cubicBezTo>
                    <a:pt x="2635" y="470"/>
                    <a:pt x="2664" y="527"/>
                    <a:pt x="2678" y="541"/>
                  </a:cubicBezTo>
                  <a:cubicBezTo>
                    <a:pt x="2714" y="570"/>
                    <a:pt x="2756" y="584"/>
                    <a:pt x="2799" y="584"/>
                  </a:cubicBezTo>
                  <a:cubicBezTo>
                    <a:pt x="2842" y="584"/>
                    <a:pt x="2885" y="570"/>
                    <a:pt x="2921" y="541"/>
                  </a:cubicBezTo>
                  <a:cubicBezTo>
                    <a:pt x="3035" y="441"/>
                    <a:pt x="3020" y="241"/>
                    <a:pt x="3020" y="56"/>
                  </a:cubicBezTo>
                  <a:lnTo>
                    <a:pt x="3020" y="56"/>
                  </a:lnTo>
                  <a:cubicBezTo>
                    <a:pt x="3163" y="241"/>
                    <a:pt x="3363" y="441"/>
                    <a:pt x="3377" y="669"/>
                  </a:cubicBezTo>
                  <a:cubicBezTo>
                    <a:pt x="3377" y="682"/>
                    <a:pt x="3389" y="689"/>
                    <a:pt x="3401" y="689"/>
                  </a:cubicBezTo>
                  <a:cubicBezTo>
                    <a:pt x="3417" y="689"/>
                    <a:pt x="3434" y="679"/>
                    <a:pt x="3434" y="655"/>
                  </a:cubicBezTo>
                  <a:cubicBezTo>
                    <a:pt x="3434" y="441"/>
                    <a:pt x="3134" y="227"/>
                    <a:pt x="2992" y="13"/>
                  </a:cubicBezTo>
                  <a:cubicBezTo>
                    <a:pt x="2983" y="4"/>
                    <a:pt x="2976" y="1"/>
                    <a:pt x="2969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2916075" y="1390200"/>
              <a:ext cx="220600" cy="125600"/>
            </a:xfrm>
            <a:custGeom>
              <a:avLst/>
              <a:gdLst/>
              <a:ahLst/>
              <a:cxnLst/>
              <a:rect l="l" t="t" r="r" b="b"/>
              <a:pathLst>
                <a:path w="8824" h="5024" extrusionOk="0">
                  <a:moveTo>
                    <a:pt x="8781" y="1"/>
                  </a:moveTo>
                  <a:cubicBezTo>
                    <a:pt x="8770" y="1"/>
                    <a:pt x="8760" y="11"/>
                    <a:pt x="8760" y="33"/>
                  </a:cubicBezTo>
                  <a:cubicBezTo>
                    <a:pt x="8760" y="166"/>
                    <a:pt x="8647" y="262"/>
                    <a:pt x="8516" y="262"/>
                  </a:cubicBezTo>
                  <a:cubicBezTo>
                    <a:pt x="8507" y="262"/>
                    <a:pt x="8498" y="262"/>
                    <a:pt x="8489" y="261"/>
                  </a:cubicBezTo>
                  <a:cubicBezTo>
                    <a:pt x="8477" y="263"/>
                    <a:pt x="8466" y="264"/>
                    <a:pt x="8454" y="265"/>
                  </a:cubicBezTo>
                  <a:lnTo>
                    <a:pt x="8454" y="265"/>
                  </a:lnTo>
                  <a:cubicBezTo>
                    <a:pt x="8427" y="260"/>
                    <a:pt x="8401" y="253"/>
                    <a:pt x="8375" y="247"/>
                  </a:cubicBezTo>
                  <a:cubicBezTo>
                    <a:pt x="8325" y="233"/>
                    <a:pt x="8300" y="218"/>
                    <a:pt x="8285" y="218"/>
                  </a:cubicBezTo>
                  <a:cubicBezTo>
                    <a:pt x="8272" y="218"/>
                    <a:pt x="8268" y="231"/>
                    <a:pt x="8262" y="269"/>
                  </a:cubicBezTo>
                  <a:lnTo>
                    <a:pt x="8262" y="269"/>
                  </a:lnTo>
                  <a:cubicBezTo>
                    <a:pt x="8238" y="267"/>
                    <a:pt x="8214" y="265"/>
                    <a:pt x="8189" y="261"/>
                  </a:cubicBezTo>
                  <a:cubicBezTo>
                    <a:pt x="8161" y="261"/>
                    <a:pt x="8146" y="275"/>
                    <a:pt x="8146" y="275"/>
                  </a:cubicBezTo>
                  <a:cubicBezTo>
                    <a:pt x="8134" y="348"/>
                    <a:pt x="8102" y="420"/>
                    <a:pt x="8075" y="501"/>
                  </a:cubicBezTo>
                  <a:lnTo>
                    <a:pt x="8075" y="501"/>
                  </a:lnTo>
                  <a:cubicBezTo>
                    <a:pt x="8049" y="475"/>
                    <a:pt x="8024" y="453"/>
                    <a:pt x="7999" y="453"/>
                  </a:cubicBezTo>
                  <a:cubicBezTo>
                    <a:pt x="7983" y="453"/>
                    <a:pt x="7968" y="461"/>
                    <a:pt x="7952" y="481"/>
                  </a:cubicBezTo>
                  <a:lnTo>
                    <a:pt x="7952" y="481"/>
                  </a:lnTo>
                  <a:cubicBezTo>
                    <a:pt x="7943" y="479"/>
                    <a:pt x="7934" y="478"/>
                    <a:pt x="7926" y="478"/>
                  </a:cubicBezTo>
                  <a:cubicBezTo>
                    <a:pt x="7897" y="478"/>
                    <a:pt x="7869" y="492"/>
                    <a:pt x="7847" y="532"/>
                  </a:cubicBezTo>
                  <a:cubicBezTo>
                    <a:pt x="7815" y="579"/>
                    <a:pt x="7810" y="691"/>
                    <a:pt x="7785" y="753"/>
                  </a:cubicBezTo>
                  <a:lnTo>
                    <a:pt x="7785" y="753"/>
                  </a:lnTo>
                  <a:cubicBezTo>
                    <a:pt x="7769" y="735"/>
                    <a:pt x="7747" y="713"/>
                    <a:pt x="7718" y="703"/>
                  </a:cubicBezTo>
                  <a:cubicBezTo>
                    <a:pt x="7707" y="726"/>
                    <a:pt x="7695" y="748"/>
                    <a:pt x="7682" y="767"/>
                  </a:cubicBezTo>
                  <a:lnTo>
                    <a:pt x="7682" y="767"/>
                  </a:lnTo>
                  <a:cubicBezTo>
                    <a:pt x="7676" y="761"/>
                    <a:pt x="7669" y="754"/>
                    <a:pt x="7661" y="746"/>
                  </a:cubicBezTo>
                  <a:cubicBezTo>
                    <a:pt x="7661" y="718"/>
                    <a:pt x="7647" y="718"/>
                    <a:pt x="7633" y="718"/>
                  </a:cubicBezTo>
                  <a:lnTo>
                    <a:pt x="7604" y="746"/>
                  </a:lnTo>
                  <a:cubicBezTo>
                    <a:pt x="7570" y="809"/>
                    <a:pt x="7528" y="847"/>
                    <a:pt x="7487" y="864"/>
                  </a:cubicBezTo>
                  <a:lnTo>
                    <a:pt x="7487" y="864"/>
                  </a:lnTo>
                  <a:cubicBezTo>
                    <a:pt x="7483" y="863"/>
                    <a:pt x="7480" y="862"/>
                    <a:pt x="7476" y="860"/>
                  </a:cubicBezTo>
                  <a:lnTo>
                    <a:pt x="7433" y="846"/>
                  </a:lnTo>
                  <a:lnTo>
                    <a:pt x="7433" y="846"/>
                  </a:lnTo>
                  <a:cubicBezTo>
                    <a:pt x="7436" y="855"/>
                    <a:pt x="7438" y="865"/>
                    <a:pt x="7440" y="874"/>
                  </a:cubicBezTo>
                  <a:lnTo>
                    <a:pt x="7440" y="874"/>
                  </a:lnTo>
                  <a:cubicBezTo>
                    <a:pt x="7455" y="874"/>
                    <a:pt x="7471" y="870"/>
                    <a:pt x="7487" y="864"/>
                  </a:cubicBezTo>
                  <a:lnTo>
                    <a:pt x="7487" y="864"/>
                  </a:lnTo>
                  <a:cubicBezTo>
                    <a:pt x="7503" y="869"/>
                    <a:pt x="7519" y="871"/>
                    <a:pt x="7533" y="871"/>
                  </a:cubicBezTo>
                  <a:cubicBezTo>
                    <a:pt x="7595" y="871"/>
                    <a:pt x="7643" y="829"/>
                    <a:pt x="7682" y="767"/>
                  </a:cubicBezTo>
                  <a:lnTo>
                    <a:pt x="7682" y="767"/>
                  </a:lnTo>
                  <a:cubicBezTo>
                    <a:pt x="7706" y="789"/>
                    <a:pt x="7725" y="798"/>
                    <a:pt x="7740" y="798"/>
                  </a:cubicBezTo>
                  <a:cubicBezTo>
                    <a:pt x="7761" y="798"/>
                    <a:pt x="7775" y="780"/>
                    <a:pt x="7785" y="753"/>
                  </a:cubicBezTo>
                  <a:lnTo>
                    <a:pt x="7785" y="753"/>
                  </a:lnTo>
                  <a:cubicBezTo>
                    <a:pt x="7793" y="762"/>
                    <a:pt x="7799" y="770"/>
                    <a:pt x="7804" y="775"/>
                  </a:cubicBezTo>
                  <a:lnTo>
                    <a:pt x="7833" y="775"/>
                  </a:lnTo>
                  <a:cubicBezTo>
                    <a:pt x="7875" y="718"/>
                    <a:pt x="7918" y="675"/>
                    <a:pt x="7932" y="603"/>
                  </a:cubicBezTo>
                  <a:cubicBezTo>
                    <a:pt x="7932" y="561"/>
                    <a:pt x="7932" y="532"/>
                    <a:pt x="7947" y="489"/>
                  </a:cubicBezTo>
                  <a:cubicBezTo>
                    <a:pt x="7949" y="486"/>
                    <a:pt x="7950" y="484"/>
                    <a:pt x="7952" y="481"/>
                  </a:cubicBezTo>
                  <a:lnTo>
                    <a:pt x="7952" y="481"/>
                  </a:lnTo>
                  <a:cubicBezTo>
                    <a:pt x="7989" y="491"/>
                    <a:pt x="8026" y="519"/>
                    <a:pt x="8061" y="546"/>
                  </a:cubicBezTo>
                  <a:cubicBezTo>
                    <a:pt x="8065" y="531"/>
                    <a:pt x="8070" y="516"/>
                    <a:pt x="8075" y="501"/>
                  </a:cubicBezTo>
                  <a:lnTo>
                    <a:pt x="8075" y="501"/>
                  </a:lnTo>
                  <a:cubicBezTo>
                    <a:pt x="8089" y="516"/>
                    <a:pt x="8103" y="532"/>
                    <a:pt x="8118" y="546"/>
                  </a:cubicBezTo>
                  <a:cubicBezTo>
                    <a:pt x="8125" y="553"/>
                    <a:pt x="8132" y="557"/>
                    <a:pt x="8139" y="557"/>
                  </a:cubicBezTo>
                  <a:cubicBezTo>
                    <a:pt x="8146" y="557"/>
                    <a:pt x="8153" y="553"/>
                    <a:pt x="8161" y="546"/>
                  </a:cubicBezTo>
                  <a:cubicBezTo>
                    <a:pt x="8260" y="461"/>
                    <a:pt x="8218" y="389"/>
                    <a:pt x="8260" y="275"/>
                  </a:cubicBezTo>
                  <a:cubicBezTo>
                    <a:pt x="8261" y="273"/>
                    <a:pt x="8261" y="271"/>
                    <a:pt x="8262" y="269"/>
                  </a:cubicBezTo>
                  <a:lnTo>
                    <a:pt x="8262" y="269"/>
                  </a:lnTo>
                  <a:cubicBezTo>
                    <a:pt x="8286" y="271"/>
                    <a:pt x="8309" y="272"/>
                    <a:pt x="8334" y="272"/>
                  </a:cubicBezTo>
                  <a:cubicBezTo>
                    <a:pt x="8372" y="272"/>
                    <a:pt x="8411" y="270"/>
                    <a:pt x="8454" y="265"/>
                  </a:cubicBezTo>
                  <a:lnTo>
                    <a:pt x="8454" y="265"/>
                  </a:lnTo>
                  <a:cubicBezTo>
                    <a:pt x="8487" y="271"/>
                    <a:pt x="8521" y="275"/>
                    <a:pt x="8560" y="275"/>
                  </a:cubicBezTo>
                  <a:cubicBezTo>
                    <a:pt x="8605" y="309"/>
                    <a:pt x="8644" y="324"/>
                    <a:pt x="8678" y="324"/>
                  </a:cubicBezTo>
                  <a:cubicBezTo>
                    <a:pt x="8774" y="324"/>
                    <a:pt x="8824" y="202"/>
                    <a:pt x="8803" y="33"/>
                  </a:cubicBezTo>
                  <a:cubicBezTo>
                    <a:pt x="8803" y="11"/>
                    <a:pt x="8792" y="1"/>
                    <a:pt x="8781" y="1"/>
                  </a:cubicBezTo>
                  <a:close/>
                  <a:moveTo>
                    <a:pt x="7231" y="637"/>
                  </a:moveTo>
                  <a:cubicBezTo>
                    <a:pt x="7213" y="637"/>
                    <a:pt x="7205" y="670"/>
                    <a:pt x="7205" y="703"/>
                  </a:cubicBezTo>
                  <a:cubicBezTo>
                    <a:pt x="7219" y="760"/>
                    <a:pt x="7219" y="789"/>
                    <a:pt x="7233" y="832"/>
                  </a:cubicBezTo>
                  <a:cubicBezTo>
                    <a:pt x="7262" y="960"/>
                    <a:pt x="7219" y="1074"/>
                    <a:pt x="7148" y="1188"/>
                  </a:cubicBezTo>
                  <a:cubicBezTo>
                    <a:pt x="7127" y="1204"/>
                    <a:pt x="7105" y="1212"/>
                    <a:pt x="7083" y="1214"/>
                  </a:cubicBezTo>
                  <a:lnTo>
                    <a:pt x="7083" y="1214"/>
                  </a:lnTo>
                  <a:cubicBezTo>
                    <a:pt x="7116" y="1226"/>
                    <a:pt x="7151" y="1233"/>
                    <a:pt x="7185" y="1233"/>
                  </a:cubicBezTo>
                  <a:cubicBezTo>
                    <a:pt x="7215" y="1233"/>
                    <a:pt x="7246" y="1228"/>
                    <a:pt x="7276" y="1217"/>
                  </a:cubicBezTo>
                  <a:cubicBezTo>
                    <a:pt x="7396" y="1150"/>
                    <a:pt x="7466" y="1009"/>
                    <a:pt x="7440" y="874"/>
                  </a:cubicBezTo>
                  <a:lnTo>
                    <a:pt x="7440" y="874"/>
                  </a:lnTo>
                  <a:cubicBezTo>
                    <a:pt x="7438" y="875"/>
                    <a:pt x="7435" y="875"/>
                    <a:pt x="7433" y="875"/>
                  </a:cubicBezTo>
                  <a:cubicBezTo>
                    <a:pt x="7390" y="875"/>
                    <a:pt x="7349" y="854"/>
                    <a:pt x="7319" y="817"/>
                  </a:cubicBezTo>
                  <a:cubicBezTo>
                    <a:pt x="7305" y="760"/>
                    <a:pt x="7290" y="703"/>
                    <a:pt x="7248" y="646"/>
                  </a:cubicBezTo>
                  <a:cubicBezTo>
                    <a:pt x="7241" y="640"/>
                    <a:pt x="7235" y="637"/>
                    <a:pt x="7231" y="637"/>
                  </a:cubicBezTo>
                  <a:close/>
                  <a:moveTo>
                    <a:pt x="6740" y="835"/>
                  </a:moveTo>
                  <a:cubicBezTo>
                    <a:pt x="6721" y="835"/>
                    <a:pt x="6706" y="854"/>
                    <a:pt x="6706" y="889"/>
                  </a:cubicBezTo>
                  <a:lnTo>
                    <a:pt x="6706" y="903"/>
                  </a:lnTo>
                  <a:cubicBezTo>
                    <a:pt x="6720" y="1017"/>
                    <a:pt x="6706" y="1174"/>
                    <a:pt x="6648" y="1288"/>
                  </a:cubicBezTo>
                  <a:cubicBezTo>
                    <a:pt x="6628" y="1329"/>
                    <a:pt x="6605" y="1355"/>
                    <a:pt x="6581" y="1368"/>
                  </a:cubicBezTo>
                  <a:lnTo>
                    <a:pt x="6581" y="1368"/>
                  </a:lnTo>
                  <a:cubicBezTo>
                    <a:pt x="6520" y="1352"/>
                    <a:pt x="6463" y="1310"/>
                    <a:pt x="6420" y="1260"/>
                  </a:cubicBezTo>
                  <a:cubicBezTo>
                    <a:pt x="6419" y="1281"/>
                    <a:pt x="6416" y="1303"/>
                    <a:pt x="6412" y="1324"/>
                  </a:cubicBezTo>
                  <a:lnTo>
                    <a:pt x="6412" y="1324"/>
                  </a:lnTo>
                  <a:cubicBezTo>
                    <a:pt x="6390" y="1305"/>
                    <a:pt x="6368" y="1282"/>
                    <a:pt x="6349" y="1260"/>
                  </a:cubicBezTo>
                  <a:cubicBezTo>
                    <a:pt x="6338" y="1248"/>
                    <a:pt x="6328" y="1244"/>
                    <a:pt x="6321" y="1244"/>
                  </a:cubicBezTo>
                  <a:cubicBezTo>
                    <a:pt x="6300" y="1244"/>
                    <a:pt x="6292" y="1278"/>
                    <a:pt x="6292" y="1288"/>
                  </a:cubicBezTo>
                  <a:cubicBezTo>
                    <a:pt x="6292" y="1422"/>
                    <a:pt x="6218" y="1592"/>
                    <a:pt x="6113" y="1592"/>
                  </a:cubicBezTo>
                  <a:cubicBezTo>
                    <a:pt x="6109" y="1592"/>
                    <a:pt x="6105" y="1592"/>
                    <a:pt x="6101" y="1591"/>
                  </a:cubicBezTo>
                  <a:lnTo>
                    <a:pt x="6101" y="1591"/>
                  </a:lnTo>
                  <a:cubicBezTo>
                    <a:pt x="6124" y="1602"/>
                    <a:pt x="6147" y="1607"/>
                    <a:pt x="6169" y="1607"/>
                  </a:cubicBezTo>
                  <a:cubicBezTo>
                    <a:pt x="6284" y="1607"/>
                    <a:pt x="6383" y="1476"/>
                    <a:pt x="6412" y="1324"/>
                  </a:cubicBezTo>
                  <a:lnTo>
                    <a:pt x="6412" y="1324"/>
                  </a:lnTo>
                  <a:cubicBezTo>
                    <a:pt x="6451" y="1357"/>
                    <a:pt x="6492" y="1381"/>
                    <a:pt x="6533" y="1381"/>
                  </a:cubicBezTo>
                  <a:cubicBezTo>
                    <a:pt x="6549" y="1381"/>
                    <a:pt x="6565" y="1377"/>
                    <a:pt x="6581" y="1368"/>
                  </a:cubicBezTo>
                  <a:lnTo>
                    <a:pt x="6581" y="1368"/>
                  </a:lnTo>
                  <a:cubicBezTo>
                    <a:pt x="6597" y="1373"/>
                    <a:pt x="6614" y="1375"/>
                    <a:pt x="6631" y="1375"/>
                  </a:cubicBezTo>
                  <a:cubicBezTo>
                    <a:pt x="6676" y="1375"/>
                    <a:pt x="6721" y="1358"/>
                    <a:pt x="6763" y="1317"/>
                  </a:cubicBezTo>
                  <a:cubicBezTo>
                    <a:pt x="6820" y="1237"/>
                    <a:pt x="6849" y="1157"/>
                    <a:pt x="6859" y="1070"/>
                  </a:cubicBezTo>
                  <a:lnTo>
                    <a:pt x="6859" y="1070"/>
                  </a:lnTo>
                  <a:cubicBezTo>
                    <a:pt x="6915" y="1148"/>
                    <a:pt x="6993" y="1215"/>
                    <a:pt x="7070" y="1215"/>
                  </a:cubicBezTo>
                  <a:cubicBezTo>
                    <a:pt x="7074" y="1215"/>
                    <a:pt x="7079" y="1214"/>
                    <a:pt x="7083" y="1214"/>
                  </a:cubicBezTo>
                  <a:lnTo>
                    <a:pt x="7083" y="1214"/>
                  </a:lnTo>
                  <a:cubicBezTo>
                    <a:pt x="6994" y="1180"/>
                    <a:pt x="6913" y="1104"/>
                    <a:pt x="6862" y="1003"/>
                  </a:cubicBezTo>
                  <a:cubicBezTo>
                    <a:pt x="6862" y="1026"/>
                    <a:pt x="6861" y="1048"/>
                    <a:pt x="6859" y="1070"/>
                  </a:cubicBezTo>
                  <a:lnTo>
                    <a:pt x="6859" y="1070"/>
                  </a:lnTo>
                  <a:cubicBezTo>
                    <a:pt x="6814" y="1007"/>
                    <a:pt x="6782" y="937"/>
                    <a:pt x="6777" y="889"/>
                  </a:cubicBezTo>
                  <a:lnTo>
                    <a:pt x="6777" y="860"/>
                  </a:lnTo>
                  <a:cubicBezTo>
                    <a:pt x="6766" y="843"/>
                    <a:pt x="6752" y="835"/>
                    <a:pt x="6740" y="835"/>
                  </a:cubicBezTo>
                  <a:close/>
                  <a:moveTo>
                    <a:pt x="5952" y="1490"/>
                  </a:moveTo>
                  <a:cubicBezTo>
                    <a:pt x="5935" y="1490"/>
                    <a:pt x="5921" y="1507"/>
                    <a:pt x="5921" y="1516"/>
                  </a:cubicBezTo>
                  <a:lnTo>
                    <a:pt x="5864" y="1730"/>
                  </a:lnTo>
                  <a:lnTo>
                    <a:pt x="5807" y="1902"/>
                  </a:lnTo>
                  <a:cubicBezTo>
                    <a:pt x="5804" y="1915"/>
                    <a:pt x="5802" y="1926"/>
                    <a:pt x="5799" y="1935"/>
                  </a:cubicBezTo>
                  <a:lnTo>
                    <a:pt x="5799" y="1935"/>
                  </a:lnTo>
                  <a:cubicBezTo>
                    <a:pt x="5756" y="1896"/>
                    <a:pt x="5724" y="1851"/>
                    <a:pt x="5693" y="1830"/>
                  </a:cubicBezTo>
                  <a:cubicBezTo>
                    <a:pt x="5680" y="1823"/>
                    <a:pt x="5668" y="1817"/>
                    <a:pt x="5658" y="1812"/>
                  </a:cubicBezTo>
                  <a:lnTo>
                    <a:pt x="5658" y="1812"/>
                  </a:lnTo>
                  <a:cubicBezTo>
                    <a:pt x="5693" y="1840"/>
                    <a:pt x="5720" y="1878"/>
                    <a:pt x="5735" y="1916"/>
                  </a:cubicBezTo>
                  <a:cubicBezTo>
                    <a:pt x="5755" y="1948"/>
                    <a:pt x="5768" y="1963"/>
                    <a:pt x="5779" y="1963"/>
                  </a:cubicBezTo>
                  <a:cubicBezTo>
                    <a:pt x="5787" y="1963"/>
                    <a:pt x="5793" y="1953"/>
                    <a:pt x="5799" y="1935"/>
                  </a:cubicBezTo>
                  <a:lnTo>
                    <a:pt x="5799" y="1935"/>
                  </a:lnTo>
                  <a:cubicBezTo>
                    <a:pt x="5814" y="1948"/>
                    <a:pt x="5831" y="1962"/>
                    <a:pt x="5850" y="1973"/>
                  </a:cubicBezTo>
                  <a:cubicBezTo>
                    <a:pt x="5864" y="1973"/>
                    <a:pt x="5878" y="1973"/>
                    <a:pt x="5878" y="1959"/>
                  </a:cubicBezTo>
                  <a:cubicBezTo>
                    <a:pt x="5947" y="1822"/>
                    <a:pt x="6002" y="1685"/>
                    <a:pt x="6019" y="1548"/>
                  </a:cubicBezTo>
                  <a:lnTo>
                    <a:pt x="6019" y="1548"/>
                  </a:lnTo>
                  <a:cubicBezTo>
                    <a:pt x="6047" y="1575"/>
                    <a:pt x="6075" y="1588"/>
                    <a:pt x="6101" y="1591"/>
                  </a:cubicBezTo>
                  <a:lnTo>
                    <a:pt x="6101" y="1591"/>
                  </a:lnTo>
                  <a:cubicBezTo>
                    <a:pt x="6074" y="1579"/>
                    <a:pt x="6047" y="1559"/>
                    <a:pt x="6021" y="1531"/>
                  </a:cubicBezTo>
                  <a:cubicBezTo>
                    <a:pt x="6020" y="1537"/>
                    <a:pt x="6020" y="1542"/>
                    <a:pt x="6019" y="1548"/>
                  </a:cubicBezTo>
                  <a:lnTo>
                    <a:pt x="6019" y="1548"/>
                  </a:lnTo>
                  <a:cubicBezTo>
                    <a:pt x="6005" y="1536"/>
                    <a:pt x="5992" y="1521"/>
                    <a:pt x="5978" y="1502"/>
                  </a:cubicBezTo>
                  <a:cubicBezTo>
                    <a:pt x="5969" y="1493"/>
                    <a:pt x="5960" y="1490"/>
                    <a:pt x="5952" y="1490"/>
                  </a:cubicBezTo>
                  <a:close/>
                  <a:moveTo>
                    <a:pt x="5303" y="1977"/>
                  </a:moveTo>
                  <a:cubicBezTo>
                    <a:pt x="5290" y="1977"/>
                    <a:pt x="5277" y="1980"/>
                    <a:pt x="5265" y="1987"/>
                  </a:cubicBezTo>
                  <a:cubicBezTo>
                    <a:pt x="5250" y="1991"/>
                    <a:pt x="5238" y="1998"/>
                    <a:pt x="5227" y="2006"/>
                  </a:cubicBezTo>
                  <a:lnTo>
                    <a:pt x="5227" y="2006"/>
                  </a:lnTo>
                  <a:cubicBezTo>
                    <a:pt x="5236" y="2005"/>
                    <a:pt x="5246" y="2004"/>
                    <a:pt x="5256" y="2004"/>
                  </a:cubicBezTo>
                  <a:cubicBezTo>
                    <a:pt x="5311" y="2004"/>
                    <a:pt x="5370" y="2028"/>
                    <a:pt x="5422" y="2058"/>
                  </a:cubicBezTo>
                  <a:cubicBezTo>
                    <a:pt x="5421" y="2050"/>
                    <a:pt x="5420" y="2041"/>
                    <a:pt x="5419" y="2032"/>
                  </a:cubicBezTo>
                  <a:lnTo>
                    <a:pt x="5419" y="2032"/>
                  </a:lnTo>
                  <a:cubicBezTo>
                    <a:pt x="5382" y="2005"/>
                    <a:pt x="5342" y="1977"/>
                    <a:pt x="5303" y="1977"/>
                  </a:cubicBezTo>
                  <a:close/>
                  <a:moveTo>
                    <a:pt x="5550" y="1773"/>
                  </a:moveTo>
                  <a:cubicBezTo>
                    <a:pt x="5431" y="1786"/>
                    <a:pt x="5410" y="1922"/>
                    <a:pt x="5419" y="2032"/>
                  </a:cubicBezTo>
                  <a:lnTo>
                    <a:pt x="5419" y="2032"/>
                  </a:lnTo>
                  <a:cubicBezTo>
                    <a:pt x="5441" y="2048"/>
                    <a:pt x="5461" y="2064"/>
                    <a:pt x="5479" y="2073"/>
                  </a:cubicBezTo>
                  <a:cubicBezTo>
                    <a:pt x="5481" y="2075"/>
                    <a:pt x="5485" y="2077"/>
                    <a:pt x="5488" y="2077"/>
                  </a:cubicBezTo>
                  <a:cubicBezTo>
                    <a:pt x="5503" y="2077"/>
                    <a:pt x="5522" y="2056"/>
                    <a:pt x="5522" y="2044"/>
                  </a:cubicBezTo>
                  <a:cubicBezTo>
                    <a:pt x="5522" y="1953"/>
                    <a:pt x="5503" y="1798"/>
                    <a:pt x="5598" y="1798"/>
                  </a:cubicBezTo>
                  <a:cubicBezTo>
                    <a:pt x="5614" y="1798"/>
                    <a:pt x="5634" y="1802"/>
                    <a:pt x="5658" y="1812"/>
                  </a:cubicBezTo>
                  <a:lnTo>
                    <a:pt x="5658" y="1812"/>
                  </a:lnTo>
                  <a:cubicBezTo>
                    <a:pt x="5627" y="1789"/>
                    <a:pt x="5590" y="1773"/>
                    <a:pt x="5550" y="1773"/>
                  </a:cubicBezTo>
                  <a:close/>
                  <a:moveTo>
                    <a:pt x="5227" y="2006"/>
                  </a:moveTo>
                  <a:lnTo>
                    <a:pt x="5227" y="2006"/>
                  </a:lnTo>
                  <a:cubicBezTo>
                    <a:pt x="5215" y="2008"/>
                    <a:pt x="5204" y="2011"/>
                    <a:pt x="5193" y="2016"/>
                  </a:cubicBezTo>
                  <a:cubicBezTo>
                    <a:pt x="5143" y="2066"/>
                    <a:pt x="5093" y="2138"/>
                    <a:pt x="5082" y="2223"/>
                  </a:cubicBezTo>
                  <a:lnTo>
                    <a:pt x="5082" y="2223"/>
                  </a:lnTo>
                  <a:cubicBezTo>
                    <a:pt x="5096" y="2234"/>
                    <a:pt x="5110" y="2246"/>
                    <a:pt x="5122" y="2258"/>
                  </a:cubicBezTo>
                  <a:cubicBezTo>
                    <a:pt x="5126" y="2262"/>
                    <a:pt x="5130" y="2264"/>
                    <a:pt x="5133" y="2264"/>
                  </a:cubicBezTo>
                  <a:cubicBezTo>
                    <a:pt x="5143" y="2264"/>
                    <a:pt x="5151" y="2251"/>
                    <a:pt x="5151" y="2230"/>
                  </a:cubicBezTo>
                  <a:cubicBezTo>
                    <a:pt x="5163" y="2169"/>
                    <a:pt x="5165" y="2056"/>
                    <a:pt x="5227" y="2006"/>
                  </a:cubicBezTo>
                  <a:close/>
                  <a:moveTo>
                    <a:pt x="3453" y="2529"/>
                  </a:moveTo>
                  <a:lnTo>
                    <a:pt x="3453" y="2529"/>
                  </a:lnTo>
                  <a:cubicBezTo>
                    <a:pt x="3653" y="2615"/>
                    <a:pt x="3738" y="2843"/>
                    <a:pt x="3710" y="3043"/>
                  </a:cubicBezTo>
                  <a:cubicBezTo>
                    <a:pt x="3553" y="2914"/>
                    <a:pt x="3453" y="2715"/>
                    <a:pt x="3453" y="2529"/>
                  </a:cubicBezTo>
                  <a:close/>
                  <a:moveTo>
                    <a:pt x="1725" y="3997"/>
                  </a:moveTo>
                  <a:cubicBezTo>
                    <a:pt x="1731" y="3997"/>
                    <a:pt x="1736" y="3998"/>
                    <a:pt x="1741" y="3999"/>
                  </a:cubicBezTo>
                  <a:cubicBezTo>
                    <a:pt x="1855" y="4041"/>
                    <a:pt x="1855" y="4184"/>
                    <a:pt x="1798" y="4255"/>
                  </a:cubicBezTo>
                  <a:cubicBezTo>
                    <a:pt x="1713" y="4255"/>
                    <a:pt x="1613" y="4198"/>
                    <a:pt x="1613" y="4127"/>
                  </a:cubicBezTo>
                  <a:cubicBezTo>
                    <a:pt x="1613" y="4074"/>
                    <a:pt x="1662" y="3997"/>
                    <a:pt x="1725" y="3997"/>
                  </a:cubicBezTo>
                  <a:close/>
                  <a:moveTo>
                    <a:pt x="83" y="4777"/>
                  </a:moveTo>
                  <a:cubicBezTo>
                    <a:pt x="54" y="4796"/>
                    <a:pt x="27" y="4819"/>
                    <a:pt x="1" y="4840"/>
                  </a:cubicBezTo>
                  <a:cubicBezTo>
                    <a:pt x="25" y="4821"/>
                    <a:pt x="53" y="4798"/>
                    <a:pt x="83" y="4777"/>
                  </a:cubicBezTo>
                  <a:close/>
                  <a:moveTo>
                    <a:pt x="4942" y="2178"/>
                  </a:moveTo>
                  <a:cubicBezTo>
                    <a:pt x="4921" y="2178"/>
                    <a:pt x="4900" y="2184"/>
                    <a:pt x="4880" y="2201"/>
                  </a:cubicBezTo>
                  <a:cubicBezTo>
                    <a:pt x="4811" y="2256"/>
                    <a:pt x="4782" y="2364"/>
                    <a:pt x="4767" y="2461"/>
                  </a:cubicBezTo>
                  <a:lnTo>
                    <a:pt x="4767" y="2461"/>
                  </a:lnTo>
                  <a:cubicBezTo>
                    <a:pt x="4710" y="2427"/>
                    <a:pt x="4657" y="2390"/>
                    <a:pt x="4623" y="2344"/>
                  </a:cubicBezTo>
                  <a:lnTo>
                    <a:pt x="4623" y="2344"/>
                  </a:lnTo>
                  <a:cubicBezTo>
                    <a:pt x="4625" y="2359"/>
                    <a:pt x="4628" y="2374"/>
                    <a:pt x="4630" y="2390"/>
                  </a:cubicBezTo>
                  <a:lnTo>
                    <a:pt x="4630" y="2390"/>
                  </a:lnTo>
                  <a:cubicBezTo>
                    <a:pt x="4601" y="2363"/>
                    <a:pt x="4579" y="2334"/>
                    <a:pt x="4566" y="2301"/>
                  </a:cubicBezTo>
                  <a:cubicBezTo>
                    <a:pt x="4562" y="2293"/>
                    <a:pt x="4556" y="2289"/>
                    <a:pt x="4551" y="2289"/>
                  </a:cubicBezTo>
                  <a:cubicBezTo>
                    <a:pt x="4537" y="2289"/>
                    <a:pt x="4523" y="2309"/>
                    <a:pt x="4523" y="2330"/>
                  </a:cubicBezTo>
                  <a:cubicBezTo>
                    <a:pt x="4523" y="2415"/>
                    <a:pt x="4551" y="2572"/>
                    <a:pt x="4509" y="2643"/>
                  </a:cubicBezTo>
                  <a:cubicBezTo>
                    <a:pt x="4491" y="2676"/>
                    <a:pt x="4468" y="2690"/>
                    <a:pt x="4443" y="2690"/>
                  </a:cubicBezTo>
                  <a:cubicBezTo>
                    <a:pt x="4347" y="2690"/>
                    <a:pt x="4217" y="2494"/>
                    <a:pt x="4195" y="2415"/>
                  </a:cubicBezTo>
                  <a:cubicBezTo>
                    <a:pt x="4182" y="2390"/>
                    <a:pt x="4167" y="2379"/>
                    <a:pt x="4154" y="2379"/>
                  </a:cubicBezTo>
                  <a:cubicBezTo>
                    <a:pt x="4137" y="2379"/>
                    <a:pt x="4124" y="2397"/>
                    <a:pt x="4124" y="2429"/>
                  </a:cubicBezTo>
                  <a:cubicBezTo>
                    <a:pt x="4124" y="2580"/>
                    <a:pt x="4163" y="3074"/>
                    <a:pt x="3938" y="3074"/>
                  </a:cubicBezTo>
                  <a:cubicBezTo>
                    <a:pt x="3929" y="3074"/>
                    <a:pt x="3919" y="3073"/>
                    <a:pt x="3910" y="3071"/>
                  </a:cubicBezTo>
                  <a:cubicBezTo>
                    <a:pt x="3852" y="3071"/>
                    <a:pt x="3810" y="3057"/>
                    <a:pt x="3781" y="3014"/>
                  </a:cubicBezTo>
                  <a:cubicBezTo>
                    <a:pt x="3867" y="2729"/>
                    <a:pt x="3724" y="2429"/>
                    <a:pt x="3453" y="2301"/>
                  </a:cubicBezTo>
                  <a:cubicBezTo>
                    <a:pt x="3439" y="2301"/>
                    <a:pt x="3425" y="2301"/>
                    <a:pt x="3425" y="2330"/>
                  </a:cubicBezTo>
                  <a:cubicBezTo>
                    <a:pt x="3339" y="2544"/>
                    <a:pt x="3496" y="2872"/>
                    <a:pt x="3696" y="3057"/>
                  </a:cubicBezTo>
                  <a:cubicBezTo>
                    <a:pt x="3667" y="3086"/>
                    <a:pt x="3638" y="3128"/>
                    <a:pt x="3624" y="3157"/>
                  </a:cubicBezTo>
                  <a:cubicBezTo>
                    <a:pt x="3524" y="3257"/>
                    <a:pt x="3396" y="3200"/>
                    <a:pt x="3310" y="3285"/>
                  </a:cubicBezTo>
                  <a:cubicBezTo>
                    <a:pt x="3268" y="3357"/>
                    <a:pt x="3296" y="3357"/>
                    <a:pt x="3211" y="3414"/>
                  </a:cubicBezTo>
                  <a:cubicBezTo>
                    <a:pt x="3171" y="3437"/>
                    <a:pt x="3144" y="3446"/>
                    <a:pt x="3123" y="3446"/>
                  </a:cubicBezTo>
                  <a:cubicBezTo>
                    <a:pt x="3090" y="3446"/>
                    <a:pt x="3068" y="3425"/>
                    <a:pt x="3025" y="3399"/>
                  </a:cubicBezTo>
                  <a:cubicBezTo>
                    <a:pt x="2997" y="3357"/>
                    <a:pt x="2982" y="3328"/>
                    <a:pt x="2939" y="3285"/>
                  </a:cubicBezTo>
                  <a:cubicBezTo>
                    <a:pt x="2935" y="3277"/>
                    <a:pt x="2929" y="3274"/>
                    <a:pt x="2922" y="3274"/>
                  </a:cubicBezTo>
                  <a:cubicBezTo>
                    <a:pt x="2905" y="3274"/>
                    <a:pt x="2882" y="3297"/>
                    <a:pt x="2882" y="3328"/>
                  </a:cubicBezTo>
                  <a:cubicBezTo>
                    <a:pt x="2882" y="3399"/>
                    <a:pt x="2868" y="3542"/>
                    <a:pt x="2783" y="3571"/>
                  </a:cubicBezTo>
                  <a:cubicBezTo>
                    <a:pt x="2775" y="3572"/>
                    <a:pt x="2768" y="3572"/>
                    <a:pt x="2761" y="3572"/>
                  </a:cubicBezTo>
                  <a:cubicBezTo>
                    <a:pt x="2674" y="3572"/>
                    <a:pt x="2621" y="3497"/>
                    <a:pt x="2569" y="3471"/>
                  </a:cubicBezTo>
                  <a:cubicBezTo>
                    <a:pt x="2550" y="3457"/>
                    <a:pt x="2538" y="3452"/>
                    <a:pt x="2530" y="3452"/>
                  </a:cubicBezTo>
                  <a:cubicBezTo>
                    <a:pt x="2512" y="3452"/>
                    <a:pt x="2512" y="3475"/>
                    <a:pt x="2512" y="3485"/>
                  </a:cubicBezTo>
                  <a:cubicBezTo>
                    <a:pt x="2512" y="3514"/>
                    <a:pt x="2497" y="3571"/>
                    <a:pt x="2497" y="3628"/>
                  </a:cubicBezTo>
                  <a:cubicBezTo>
                    <a:pt x="2497" y="3656"/>
                    <a:pt x="2497" y="3685"/>
                    <a:pt x="2469" y="3713"/>
                  </a:cubicBezTo>
                  <a:cubicBezTo>
                    <a:pt x="2460" y="3756"/>
                    <a:pt x="2410" y="3820"/>
                    <a:pt x="2362" y="3820"/>
                  </a:cubicBezTo>
                  <a:cubicBezTo>
                    <a:pt x="2331" y="3820"/>
                    <a:pt x="2300" y="3793"/>
                    <a:pt x="2283" y="3713"/>
                  </a:cubicBezTo>
                  <a:cubicBezTo>
                    <a:pt x="2272" y="3690"/>
                    <a:pt x="2258" y="3681"/>
                    <a:pt x="2246" y="3681"/>
                  </a:cubicBezTo>
                  <a:cubicBezTo>
                    <a:pt x="2227" y="3681"/>
                    <a:pt x="2212" y="3702"/>
                    <a:pt x="2212" y="3728"/>
                  </a:cubicBezTo>
                  <a:cubicBezTo>
                    <a:pt x="2212" y="3870"/>
                    <a:pt x="2169" y="4013"/>
                    <a:pt x="2069" y="4127"/>
                  </a:cubicBezTo>
                  <a:cubicBezTo>
                    <a:pt x="2012" y="4184"/>
                    <a:pt x="1955" y="4213"/>
                    <a:pt x="1870" y="4213"/>
                  </a:cubicBezTo>
                  <a:cubicBezTo>
                    <a:pt x="1884" y="4198"/>
                    <a:pt x="1884" y="4156"/>
                    <a:pt x="1884" y="4127"/>
                  </a:cubicBezTo>
                  <a:cubicBezTo>
                    <a:pt x="1884" y="4041"/>
                    <a:pt x="1855" y="3870"/>
                    <a:pt x="1741" y="3842"/>
                  </a:cubicBezTo>
                  <a:cubicBezTo>
                    <a:pt x="1734" y="3840"/>
                    <a:pt x="1726" y="3840"/>
                    <a:pt x="1719" y="3840"/>
                  </a:cubicBezTo>
                  <a:cubicBezTo>
                    <a:pt x="1641" y="3840"/>
                    <a:pt x="1569" y="3906"/>
                    <a:pt x="1556" y="3984"/>
                  </a:cubicBezTo>
                  <a:cubicBezTo>
                    <a:pt x="1527" y="4084"/>
                    <a:pt x="1584" y="4213"/>
                    <a:pt x="1684" y="4270"/>
                  </a:cubicBezTo>
                  <a:lnTo>
                    <a:pt x="1713" y="4270"/>
                  </a:lnTo>
                  <a:lnTo>
                    <a:pt x="1499" y="4369"/>
                  </a:lnTo>
                  <a:cubicBezTo>
                    <a:pt x="1427" y="4398"/>
                    <a:pt x="1370" y="4412"/>
                    <a:pt x="1299" y="4441"/>
                  </a:cubicBezTo>
                  <a:cubicBezTo>
                    <a:pt x="1285" y="4469"/>
                    <a:pt x="1256" y="4512"/>
                    <a:pt x="1242" y="4541"/>
                  </a:cubicBezTo>
                  <a:cubicBezTo>
                    <a:pt x="1195" y="4564"/>
                    <a:pt x="1168" y="4572"/>
                    <a:pt x="1150" y="4572"/>
                  </a:cubicBezTo>
                  <a:cubicBezTo>
                    <a:pt x="1105" y="4572"/>
                    <a:pt x="1133" y="4512"/>
                    <a:pt x="1071" y="4512"/>
                  </a:cubicBezTo>
                  <a:cubicBezTo>
                    <a:pt x="942" y="4512"/>
                    <a:pt x="814" y="4612"/>
                    <a:pt x="800" y="4726"/>
                  </a:cubicBezTo>
                  <a:cubicBezTo>
                    <a:pt x="767" y="4693"/>
                    <a:pt x="736" y="4679"/>
                    <a:pt x="706" y="4679"/>
                  </a:cubicBezTo>
                  <a:cubicBezTo>
                    <a:pt x="608" y="4679"/>
                    <a:pt x="533" y="4837"/>
                    <a:pt x="500" y="4969"/>
                  </a:cubicBezTo>
                  <a:cubicBezTo>
                    <a:pt x="443" y="4869"/>
                    <a:pt x="372" y="4755"/>
                    <a:pt x="258" y="4712"/>
                  </a:cubicBezTo>
                  <a:cubicBezTo>
                    <a:pt x="251" y="4711"/>
                    <a:pt x="245" y="4710"/>
                    <a:pt x="238" y="4710"/>
                  </a:cubicBezTo>
                  <a:cubicBezTo>
                    <a:pt x="187" y="4710"/>
                    <a:pt x="133" y="4741"/>
                    <a:pt x="83" y="4777"/>
                  </a:cubicBezTo>
                  <a:lnTo>
                    <a:pt x="83" y="4777"/>
                  </a:lnTo>
                  <a:cubicBezTo>
                    <a:pt x="120" y="4751"/>
                    <a:pt x="160" y="4733"/>
                    <a:pt x="202" y="4733"/>
                  </a:cubicBezTo>
                  <a:cubicBezTo>
                    <a:pt x="234" y="4733"/>
                    <a:pt x="266" y="4743"/>
                    <a:pt x="300" y="4769"/>
                  </a:cubicBezTo>
                  <a:cubicBezTo>
                    <a:pt x="372" y="4840"/>
                    <a:pt x="443" y="4926"/>
                    <a:pt x="500" y="5011"/>
                  </a:cubicBezTo>
                  <a:cubicBezTo>
                    <a:pt x="505" y="5020"/>
                    <a:pt x="509" y="5024"/>
                    <a:pt x="513" y="5024"/>
                  </a:cubicBezTo>
                  <a:cubicBezTo>
                    <a:pt x="522" y="5024"/>
                    <a:pt x="529" y="5007"/>
                    <a:pt x="529" y="4997"/>
                  </a:cubicBezTo>
                  <a:cubicBezTo>
                    <a:pt x="550" y="4921"/>
                    <a:pt x="622" y="4736"/>
                    <a:pt x="712" y="4736"/>
                  </a:cubicBezTo>
                  <a:cubicBezTo>
                    <a:pt x="740" y="4736"/>
                    <a:pt x="769" y="4754"/>
                    <a:pt x="800" y="4797"/>
                  </a:cubicBezTo>
                  <a:cubicBezTo>
                    <a:pt x="804" y="4806"/>
                    <a:pt x="810" y="4810"/>
                    <a:pt x="816" y="4810"/>
                  </a:cubicBezTo>
                  <a:cubicBezTo>
                    <a:pt x="829" y="4810"/>
                    <a:pt x="842" y="4793"/>
                    <a:pt x="842" y="4783"/>
                  </a:cubicBezTo>
                  <a:cubicBezTo>
                    <a:pt x="865" y="4660"/>
                    <a:pt x="923" y="4598"/>
                    <a:pt x="1029" y="4598"/>
                  </a:cubicBezTo>
                  <a:cubicBezTo>
                    <a:pt x="1058" y="4598"/>
                    <a:pt x="1091" y="4603"/>
                    <a:pt x="1128" y="4612"/>
                  </a:cubicBezTo>
                  <a:cubicBezTo>
                    <a:pt x="1169" y="4620"/>
                    <a:pt x="1191" y="4628"/>
                    <a:pt x="1213" y="4628"/>
                  </a:cubicBezTo>
                  <a:cubicBezTo>
                    <a:pt x="1230" y="4628"/>
                    <a:pt x="1246" y="4624"/>
                    <a:pt x="1270" y="4612"/>
                  </a:cubicBezTo>
                  <a:cubicBezTo>
                    <a:pt x="1313" y="4569"/>
                    <a:pt x="1313" y="4512"/>
                    <a:pt x="1370" y="4498"/>
                  </a:cubicBezTo>
                  <a:cubicBezTo>
                    <a:pt x="1385" y="4484"/>
                    <a:pt x="1427" y="4484"/>
                    <a:pt x="1456" y="4469"/>
                  </a:cubicBezTo>
                  <a:cubicBezTo>
                    <a:pt x="1527" y="4441"/>
                    <a:pt x="1627" y="4412"/>
                    <a:pt x="1698" y="4369"/>
                  </a:cubicBezTo>
                  <a:cubicBezTo>
                    <a:pt x="1741" y="4355"/>
                    <a:pt x="1784" y="4327"/>
                    <a:pt x="1813" y="4284"/>
                  </a:cubicBezTo>
                  <a:cubicBezTo>
                    <a:pt x="1837" y="4289"/>
                    <a:pt x="1861" y="4292"/>
                    <a:pt x="1884" y="4292"/>
                  </a:cubicBezTo>
                  <a:cubicBezTo>
                    <a:pt x="2101" y="4292"/>
                    <a:pt x="2245" y="4061"/>
                    <a:pt x="2283" y="3842"/>
                  </a:cubicBezTo>
                  <a:cubicBezTo>
                    <a:pt x="2315" y="3874"/>
                    <a:pt x="2356" y="3892"/>
                    <a:pt x="2399" y="3892"/>
                  </a:cubicBezTo>
                  <a:cubicBezTo>
                    <a:pt x="2432" y="3892"/>
                    <a:pt x="2466" y="3881"/>
                    <a:pt x="2497" y="3856"/>
                  </a:cubicBezTo>
                  <a:cubicBezTo>
                    <a:pt x="2583" y="3785"/>
                    <a:pt x="2569" y="3656"/>
                    <a:pt x="2583" y="3556"/>
                  </a:cubicBezTo>
                  <a:cubicBezTo>
                    <a:pt x="2636" y="3599"/>
                    <a:pt x="2712" y="3649"/>
                    <a:pt x="2783" y="3649"/>
                  </a:cubicBezTo>
                  <a:cubicBezTo>
                    <a:pt x="2808" y="3649"/>
                    <a:pt x="2832" y="3643"/>
                    <a:pt x="2854" y="3628"/>
                  </a:cubicBezTo>
                  <a:cubicBezTo>
                    <a:pt x="2925" y="3571"/>
                    <a:pt x="2954" y="3485"/>
                    <a:pt x="2954" y="3399"/>
                  </a:cubicBezTo>
                  <a:cubicBezTo>
                    <a:pt x="3020" y="3465"/>
                    <a:pt x="3104" y="3525"/>
                    <a:pt x="3183" y="3525"/>
                  </a:cubicBezTo>
                  <a:cubicBezTo>
                    <a:pt x="3223" y="3525"/>
                    <a:pt x="3262" y="3509"/>
                    <a:pt x="3296" y="3471"/>
                  </a:cubicBezTo>
                  <a:cubicBezTo>
                    <a:pt x="3382" y="3371"/>
                    <a:pt x="3211" y="3399"/>
                    <a:pt x="3482" y="3285"/>
                  </a:cubicBezTo>
                  <a:cubicBezTo>
                    <a:pt x="3496" y="3278"/>
                    <a:pt x="3514" y="3278"/>
                    <a:pt x="3531" y="3278"/>
                  </a:cubicBezTo>
                  <a:cubicBezTo>
                    <a:pt x="3549" y="3278"/>
                    <a:pt x="3567" y="3278"/>
                    <a:pt x="3581" y="3271"/>
                  </a:cubicBezTo>
                  <a:cubicBezTo>
                    <a:pt x="3653" y="3228"/>
                    <a:pt x="3710" y="3157"/>
                    <a:pt x="3738" y="3086"/>
                  </a:cubicBezTo>
                  <a:cubicBezTo>
                    <a:pt x="3738" y="3071"/>
                    <a:pt x="3738" y="3071"/>
                    <a:pt x="3767" y="3057"/>
                  </a:cubicBezTo>
                  <a:cubicBezTo>
                    <a:pt x="3795" y="3071"/>
                    <a:pt x="3810" y="3086"/>
                    <a:pt x="3852" y="3114"/>
                  </a:cubicBezTo>
                  <a:cubicBezTo>
                    <a:pt x="3904" y="3137"/>
                    <a:pt x="3948" y="3147"/>
                    <a:pt x="3986" y="3147"/>
                  </a:cubicBezTo>
                  <a:cubicBezTo>
                    <a:pt x="4213" y="3147"/>
                    <a:pt x="4223" y="2788"/>
                    <a:pt x="4223" y="2544"/>
                  </a:cubicBezTo>
                  <a:cubicBezTo>
                    <a:pt x="4295" y="2643"/>
                    <a:pt x="4409" y="2757"/>
                    <a:pt x="4509" y="2757"/>
                  </a:cubicBezTo>
                  <a:cubicBezTo>
                    <a:pt x="4651" y="2732"/>
                    <a:pt x="4652" y="2542"/>
                    <a:pt x="4630" y="2390"/>
                  </a:cubicBezTo>
                  <a:lnTo>
                    <a:pt x="4630" y="2390"/>
                  </a:lnTo>
                  <a:cubicBezTo>
                    <a:pt x="4665" y="2422"/>
                    <a:pt x="4711" y="2449"/>
                    <a:pt x="4765" y="2472"/>
                  </a:cubicBezTo>
                  <a:cubicBezTo>
                    <a:pt x="4766" y="2469"/>
                    <a:pt x="4766" y="2465"/>
                    <a:pt x="4767" y="2461"/>
                  </a:cubicBezTo>
                  <a:lnTo>
                    <a:pt x="4767" y="2461"/>
                  </a:lnTo>
                  <a:cubicBezTo>
                    <a:pt x="4781" y="2470"/>
                    <a:pt x="4794" y="2478"/>
                    <a:pt x="4808" y="2486"/>
                  </a:cubicBezTo>
                  <a:cubicBezTo>
                    <a:pt x="4837" y="2486"/>
                    <a:pt x="4851" y="2486"/>
                    <a:pt x="4851" y="2472"/>
                  </a:cubicBezTo>
                  <a:cubicBezTo>
                    <a:pt x="4865" y="2401"/>
                    <a:pt x="4865" y="2344"/>
                    <a:pt x="4880" y="2272"/>
                  </a:cubicBezTo>
                  <a:cubicBezTo>
                    <a:pt x="4904" y="2210"/>
                    <a:pt x="4940" y="2186"/>
                    <a:pt x="4978" y="2184"/>
                  </a:cubicBezTo>
                  <a:lnTo>
                    <a:pt x="4978" y="2184"/>
                  </a:lnTo>
                  <a:cubicBezTo>
                    <a:pt x="5015" y="2198"/>
                    <a:pt x="5049" y="2228"/>
                    <a:pt x="5079" y="2258"/>
                  </a:cubicBezTo>
                  <a:cubicBezTo>
                    <a:pt x="5079" y="2246"/>
                    <a:pt x="5080" y="2235"/>
                    <a:pt x="5082" y="2223"/>
                  </a:cubicBezTo>
                  <a:lnTo>
                    <a:pt x="5082" y="2223"/>
                  </a:lnTo>
                  <a:cubicBezTo>
                    <a:pt x="5050" y="2201"/>
                    <a:pt x="5016" y="2184"/>
                    <a:pt x="4983" y="2184"/>
                  </a:cubicBezTo>
                  <a:cubicBezTo>
                    <a:pt x="4981" y="2184"/>
                    <a:pt x="4980" y="2184"/>
                    <a:pt x="4978" y="2184"/>
                  </a:cubicBezTo>
                  <a:lnTo>
                    <a:pt x="4978" y="2184"/>
                  </a:lnTo>
                  <a:cubicBezTo>
                    <a:pt x="4966" y="2180"/>
                    <a:pt x="4954" y="2178"/>
                    <a:pt x="4942" y="2178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3018075" y="1449150"/>
              <a:ext cx="220275" cy="125500"/>
            </a:xfrm>
            <a:custGeom>
              <a:avLst/>
              <a:gdLst/>
              <a:ahLst/>
              <a:cxnLst/>
              <a:rect l="l" t="t" r="r" b="b"/>
              <a:pathLst>
                <a:path w="8811" h="5020" extrusionOk="0">
                  <a:moveTo>
                    <a:pt x="8774" y="0"/>
                  </a:moveTo>
                  <a:cubicBezTo>
                    <a:pt x="8760" y="0"/>
                    <a:pt x="8760" y="29"/>
                    <a:pt x="8760" y="29"/>
                  </a:cubicBezTo>
                  <a:cubicBezTo>
                    <a:pt x="8760" y="162"/>
                    <a:pt x="8647" y="258"/>
                    <a:pt x="8516" y="258"/>
                  </a:cubicBezTo>
                  <a:cubicBezTo>
                    <a:pt x="8507" y="258"/>
                    <a:pt x="8498" y="258"/>
                    <a:pt x="8489" y="257"/>
                  </a:cubicBezTo>
                  <a:cubicBezTo>
                    <a:pt x="8434" y="264"/>
                    <a:pt x="8386" y="267"/>
                    <a:pt x="8340" y="268"/>
                  </a:cubicBezTo>
                  <a:lnTo>
                    <a:pt x="8340" y="268"/>
                  </a:lnTo>
                  <a:cubicBezTo>
                    <a:pt x="8346" y="269"/>
                    <a:pt x="8353" y="270"/>
                    <a:pt x="8360" y="271"/>
                  </a:cubicBezTo>
                  <a:cubicBezTo>
                    <a:pt x="8417" y="285"/>
                    <a:pt x="8474" y="285"/>
                    <a:pt x="8546" y="285"/>
                  </a:cubicBezTo>
                  <a:cubicBezTo>
                    <a:pt x="8584" y="308"/>
                    <a:pt x="8619" y="318"/>
                    <a:pt x="8649" y="318"/>
                  </a:cubicBezTo>
                  <a:cubicBezTo>
                    <a:pt x="8755" y="318"/>
                    <a:pt x="8810" y="195"/>
                    <a:pt x="8788" y="29"/>
                  </a:cubicBezTo>
                  <a:cubicBezTo>
                    <a:pt x="8788" y="0"/>
                    <a:pt x="8774" y="0"/>
                    <a:pt x="8774" y="0"/>
                  </a:cubicBezTo>
                  <a:close/>
                  <a:moveTo>
                    <a:pt x="7690" y="742"/>
                  </a:moveTo>
                  <a:cubicBezTo>
                    <a:pt x="7704" y="754"/>
                    <a:pt x="7716" y="762"/>
                    <a:pt x="7727" y="767"/>
                  </a:cubicBezTo>
                  <a:lnTo>
                    <a:pt x="7727" y="767"/>
                  </a:lnTo>
                  <a:cubicBezTo>
                    <a:pt x="7715" y="757"/>
                    <a:pt x="7703" y="748"/>
                    <a:pt x="7690" y="742"/>
                  </a:cubicBezTo>
                  <a:close/>
                  <a:moveTo>
                    <a:pt x="8271" y="250"/>
                  </a:moveTo>
                  <a:cubicBezTo>
                    <a:pt x="8264" y="250"/>
                    <a:pt x="8259" y="254"/>
                    <a:pt x="8255" y="264"/>
                  </a:cubicBezTo>
                  <a:lnTo>
                    <a:pt x="8255" y="264"/>
                  </a:lnTo>
                  <a:cubicBezTo>
                    <a:pt x="8234" y="263"/>
                    <a:pt x="8212" y="260"/>
                    <a:pt x="8189" y="257"/>
                  </a:cubicBezTo>
                  <a:cubicBezTo>
                    <a:pt x="8161" y="257"/>
                    <a:pt x="8146" y="257"/>
                    <a:pt x="8146" y="271"/>
                  </a:cubicBezTo>
                  <a:cubicBezTo>
                    <a:pt x="8132" y="354"/>
                    <a:pt x="8092" y="451"/>
                    <a:pt x="8063" y="534"/>
                  </a:cubicBezTo>
                  <a:lnTo>
                    <a:pt x="8063" y="534"/>
                  </a:lnTo>
                  <a:cubicBezTo>
                    <a:pt x="8037" y="509"/>
                    <a:pt x="8012" y="485"/>
                    <a:pt x="7986" y="485"/>
                  </a:cubicBezTo>
                  <a:cubicBezTo>
                    <a:pt x="7983" y="485"/>
                    <a:pt x="7981" y="485"/>
                    <a:pt x="7978" y="486"/>
                  </a:cubicBezTo>
                  <a:lnTo>
                    <a:pt x="7978" y="486"/>
                  </a:lnTo>
                  <a:cubicBezTo>
                    <a:pt x="7956" y="474"/>
                    <a:pt x="7933" y="466"/>
                    <a:pt x="7912" y="466"/>
                  </a:cubicBezTo>
                  <a:cubicBezTo>
                    <a:pt x="7888" y="466"/>
                    <a:pt x="7866" y="476"/>
                    <a:pt x="7847" y="499"/>
                  </a:cubicBezTo>
                  <a:cubicBezTo>
                    <a:pt x="7803" y="576"/>
                    <a:pt x="7818" y="773"/>
                    <a:pt x="7749" y="773"/>
                  </a:cubicBezTo>
                  <a:cubicBezTo>
                    <a:pt x="7742" y="773"/>
                    <a:pt x="7735" y="771"/>
                    <a:pt x="7727" y="767"/>
                  </a:cubicBezTo>
                  <a:lnTo>
                    <a:pt x="7727" y="767"/>
                  </a:lnTo>
                  <a:cubicBezTo>
                    <a:pt x="7743" y="781"/>
                    <a:pt x="7759" y="797"/>
                    <a:pt x="7775" y="813"/>
                  </a:cubicBezTo>
                  <a:lnTo>
                    <a:pt x="7818" y="813"/>
                  </a:lnTo>
                  <a:cubicBezTo>
                    <a:pt x="7861" y="756"/>
                    <a:pt x="7904" y="699"/>
                    <a:pt x="7918" y="628"/>
                  </a:cubicBezTo>
                  <a:cubicBezTo>
                    <a:pt x="7918" y="599"/>
                    <a:pt x="7918" y="556"/>
                    <a:pt x="7932" y="528"/>
                  </a:cubicBezTo>
                  <a:cubicBezTo>
                    <a:pt x="7948" y="501"/>
                    <a:pt x="7963" y="489"/>
                    <a:pt x="7978" y="486"/>
                  </a:cubicBezTo>
                  <a:lnTo>
                    <a:pt x="7978" y="486"/>
                  </a:lnTo>
                  <a:cubicBezTo>
                    <a:pt x="8006" y="500"/>
                    <a:pt x="8034" y="521"/>
                    <a:pt x="8061" y="542"/>
                  </a:cubicBezTo>
                  <a:cubicBezTo>
                    <a:pt x="8062" y="540"/>
                    <a:pt x="8062" y="537"/>
                    <a:pt x="8063" y="534"/>
                  </a:cubicBezTo>
                  <a:lnTo>
                    <a:pt x="8063" y="534"/>
                  </a:lnTo>
                  <a:cubicBezTo>
                    <a:pt x="8077" y="547"/>
                    <a:pt x="8090" y="561"/>
                    <a:pt x="8103" y="571"/>
                  </a:cubicBezTo>
                  <a:cubicBezTo>
                    <a:pt x="8111" y="585"/>
                    <a:pt x="8118" y="592"/>
                    <a:pt x="8125" y="592"/>
                  </a:cubicBezTo>
                  <a:cubicBezTo>
                    <a:pt x="8132" y="592"/>
                    <a:pt x="8139" y="585"/>
                    <a:pt x="8146" y="571"/>
                  </a:cubicBezTo>
                  <a:cubicBezTo>
                    <a:pt x="8246" y="485"/>
                    <a:pt x="8203" y="414"/>
                    <a:pt x="8246" y="314"/>
                  </a:cubicBezTo>
                  <a:cubicBezTo>
                    <a:pt x="8250" y="290"/>
                    <a:pt x="8252" y="274"/>
                    <a:pt x="8255" y="264"/>
                  </a:cubicBezTo>
                  <a:lnTo>
                    <a:pt x="8255" y="264"/>
                  </a:lnTo>
                  <a:cubicBezTo>
                    <a:pt x="8282" y="266"/>
                    <a:pt x="8307" y="268"/>
                    <a:pt x="8333" y="268"/>
                  </a:cubicBezTo>
                  <a:cubicBezTo>
                    <a:pt x="8336" y="268"/>
                    <a:pt x="8338" y="268"/>
                    <a:pt x="8340" y="268"/>
                  </a:cubicBezTo>
                  <a:lnTo>
                    <a:pt x="8340" y="268"/>
                  </a:lnTo>
                  <a:cubicBezTo>
                    <a:pt x="8303" y="260"/>
                    <a:pt x="8283" y="250"/>
                    <a:pt x="8271" y="250"/>
                  </a:cubicBezTo>
                  <a:close/>
                  <a:moveTo>
                    <a:pt x="5253" y="1991"/>
                  </a:moveTo>
                  <a:cubicBezTo>
                    <a:pt x="5242" y="1991"/>
                    <a:pt x="5232" y="1993"/>
                    <a:pt x="5222" y="1997"/>
                  </a:cubicBezTo>
                  <a:cubicBezTo>
                    <a:pt x="5205" y="2005"/>
                    <a:pt x="5192" y="2017"/>
                    <a:pt x="5181" y="2032"/>
                  </a:cubicBezTo>
                  <a:lnTo>
                    <a:pt x="5181" y="2032"/>
                  </a:lnTo>
                  <a:cubicBezTo>
                    <a:pt x="5185" y="2029"/>
                    <a:pt x="5189" y="2027"/>
                    <a:pt x="5193" y="2026"/>
                  </a:cubicBezTo>
                  <a:cubicBezTo>
                    <a:pt x="5215" y="2013"/>
                    <a:pt x="5238" y="2008"/>
                    <a:pt x="5261" y="2008"/>
                  </a:cubicBezTo>
                  <a:cubicBezTo>
                    <a:pt x="5293" y="2008"/>
                    <a:pt x="5325" y="2017"/>
                    <a:pt x="5356" y="2028"/>
                  </a:cubicBezTo>
                  <a:lnTo>
                    <a:pt x="5356" y="2028"/>
                  </a:lnTo>
                  <a:cubicBezTo>
                    <a:pt x="5323" y="2008"/>
                    <a:pt x="5287" y="1991"/>
                    <a:pt x="5253" y="1991"/>
                  </a:cubicBezTo>
                  <a:close/>
                  <a:moveTo>
                    <a:pt x="7237" y="619"/>
                  </a:moveTo>
                  <a:cubicBezTo>
                    <a:pt x="7213" y="619"/>
                    <a:pt x="7205" y="652"/>
                    <a:pt x="7205" y="685"/>
                  </a:cubicBezTo>
                  <a:cubicBezTo>
                    <a:pt x="7219" y="742"/>
                    <a:pt x="7219" y="770"/>
                    <a:pt x="7248" y="813"/>
                  </a:cubicBezTo>
                  <a:cubicBezTo>
                    <a:pt x="7262" y="927"/>
                    <a:pt x="7219" y="1056"/>
                    <a:pt x="7148" y="1170"/>
                  </a:cubicBezTo>
                  <a:cubicBezTo>
                    <a:pt x="7123" y="1188"/>
                    <a:pt x="7096" y="1196"/>
                    <a:pt x="7070" y="1196"/>
                  </a:cubicBezTo>
                  <a:cubicBezTo>
                    <a:pt x="6931" y="1196"/>
                    <a:pt x="6789" y="976"/>
                    <a:pt x="6777" y="856"/>
                  </a:cubicBezTo>
                  <a:lnTo>
                    <a:pt x="6777" y="842"/>
                  </a:lnTo>
                  <a:cubicBezTo>
                    <a:pt x="6771" y="819"/>
                    <a:pt x="6759" y="810"/>
                    <a:pt x="6745" y="810"/>
                  </a:cubicBezTo>
                  <a:cubicBezTo>
                    <a:pt x="6726" y="810"/>
                    <a:pt x="6705" y="830"/>
                    <a:pt x="6705" y="856"/>
                  </a:cubicBezTo>
                  <a:lnTo>
                    <a:pt x="6705" y="885"/>
                  </a:lnTo>
                  <a:cubicBezTo>
                    <a:pt x="6720" y="999"/>
                    <a:pt x="6705" y="1141"/>
                    <a:pt x="6648" y="1270"/>
                  </a:cubicBezTo>
                  <a:cubicBezTo>
                    <a:pt x="6614" y="1332"/>
                    <a:pt x="6578" y="1356"/>
                    <a:pt x="6539" y="1356"/>
                  </a:cubicBezTo>
                  <a:cubicBezTo>
                    <a:pt x="6481" y="1356"/>
                    <a:pt x="6417" y="1301"/>
                    <a:pt x="6349" y="1241"/>
                  </a:cubicBezTo>
                  <a:cubicBezTo>
                    <a:pt x="6338" y="1230"/>
                    <a:pt x="6328" y="1226"/>
                    <a:pt x="6321" y="1226"/>
                  </a:cubicBezTo>
                  <a:cubicBezTo>
                    <a:pt x="6299" y="1226"/>
                    <a:pt x="6292" y="1259"/>
                    <a:pt x="6292" y="1270"/>
                  </a:cubicBezTo>
                  <a:cubicBezTo>
                    <a:pt x="6292" y="1403"/>
                    <a:pt x="6210" y="1574"/>
                    <a:pt x="6106" y="1574"/>
                  </a:cubicBezTo>
                  <a:cubicBezTo>
                    <a:pt x="6066" y="1574"/>
                    <a:pt x="6022" y="1548"/>
                    <a:pt x="5978" y="1484"/>
                  </a:cubicBezTo>
                  <a:cubicBezTo>
                    <a:pt x="5973" y="1475"/>
                    <a:pt x="5966" y="1471"/>
                    <a:pt x="5959" y="1471"/>
                  </a:cubicBezTo>
                  <a:cubicBezTo>
                    <a:pt x="5941" y="1471"/>
                    <a:pt x="5921" y="1488"/>
                    <a:pt x="5921" y="1498"/>
                  </a:cubicBezTo>
                  <a:lnTo>
                    <a:pt x="5864" y="1712"/>
                  </a:lnTo>
                  <a:cubicBezTo>
                    <a:pt x="5850" y="1769"/>
                    <a:pt x="5850" y="1826"/>
                    <a:pt x="5821" y="1869"/>
                  </a:cubicBezTo>
                  <a:cubicBezTo>
                    <a:pt x="5821" y="1917"/>
                    <a:pt x="5807" y="1943"/>
                    <a:pt x="5790" y="1943"/>
                  </a:cubicBezTo>
                  <a:cubicBezTo>
                    <a:pt x="5777" y="1943"/>
                    <a:pt x="5762" y="1928"/>
                    <a:pt x="5750" y="1897"/>
                  </a:cubicBezTo>
                  <a:cubicBezTo>
                    <a:pt x="5711" y="1832"/>
                    <a:pt x="5648" y="1767"/>
                    <a:pt x="5572" y="1767"/>
                  </a:cubicBezTo>
                  <a:cubicBezTo>
                    <a:pt x="5565" y="1767"/>
                    <a:pt x="5557" y="1768"/>
                    <a:pt x="5550" y="1769"/>
                  </a:cubicBezTo>
                  <a:cubicBezTo>
                    <a:pt x="5422" y="1783"/>
                    <a:pt x="5407" y="1954"/>
                    <a:pt x="5422" y="2054"/>
                  </a:cubicBezTo>
                  <a:cubicBezTo>
                    <a:pt x="5401" y="2046"/>
                    <a:pt x="5379" y="2036"/>
                    <a:pt x="5356" y="2028"/>
                  </a:cubicBezTo>
                  <a:lnTo>
                    <a:pt x="5356" y="2028"/>
                  </a:lnTo>
                  <a:cubicBezTo>
                    <a:pt x="5389" y="2048"/>
                    <a:pt x="5417" y="2071"/>
                    <a:pt x="5436" y="2083"/>
                  </a:cubicBezTo>
                  <a:cubicBezTo>
                    <a:pt x="5443" y="2090"/>
                    <a:pt x="5450" y="2092"/>
                    <a:pt x="5456" y="2092"/>
                  </a:cubicBezTo>
                  <a:cubicBezTo>
                    <a:pt x="5476" y="2092"/>
                    <a:pt x="5493" y="2065"/>
                    <a:pt x="5493" y="2054"/>
                  </a:cubicBezTo>
                  <a:cubicBezTo>
                    <a:pt x="5493" y="1974"/>
                    <a:pt x="5474" y="1809"/>
                    <a:pt x="5565" y="1809"/>
                  </a:cubicBezTo>
                  <a:cubicBezTo>
                    <a:pt x="5586" y="1809"/>
                    <a:pt x="5614" y="1818"/>
                    <a:pt x="5650" y="1840"/>
                  </a:cubicBezTo>
                  <a:cubicBezTo>
                    <a:pt x="5707" y="1869"/>
                    <a:pt x="5750" y="1954"/>
                    <a:pt x="5821" y="1983"/>
                  </a:cubicBezTo>
                  <a:lnTo>
                    <a:pt x="5850" y="1983"/>
                  </a:lnTo>
                  <a:cubicBezTo>
                    <a:pt x="5921" y="1840"/>
                    <a:pt x="5978" y="1698"/>
                    <a:pt x="5992" y="1555"/>
                  </a:cubicBezTo>
                  <a:cubicBezTo>
                    <a:pt x="6044" y="1615"/>
                    <a:pt x="6095" y="1640"/>
                    <a:pt x="6144" y="1640"/>
                  </a:cubicBezTo>
                  <a:cubicBezTo>
                    <a:pt x="6269" y="1640"/>
                    <a:pt x="6371" y="1469"/>
                    <a:pt x="6392" y="1284"/>
                  </a:cubicBezTo>
                  <a:cubicBezTo>
                    <a:pt x="6445" y="1355"/>
                    <a:pt x="6515" y="1409"/>
                    <a:pt x="6587" y="1409"/>
                  </a:cubicBezTo>
                  <a:cubicBezTo>
                    <a:pt x="6632" y="1409"/>
                    <a:pt x="6677" y="1389"/>
                    <a:pt x="6720" y="1341"/>
                  </a:cubicBezTo>
                  <a:cubicBezTo>
                    <a:pt x="6791" y="1255"/>
                    <a:pt x="6834" y="1141"/>
                    <a:pt x="6834" y="1041"/>
                  </a:cubicBezTo>
                  <a:cubicBezTo>
                    <a:pt x="6903" y="1168"/>
                    <a:pt x="7018" y="1276"/>
                    <a:pt x="7150" y="1276"/>
                  </a:cubicBezTo>
                  <a:cubicBezTo>
                    <a:pt x="7181" y="1276"/>
                    <a:pt x="7214" y="1269"/>
                    <a:pt x="7248" y="1255"/>
                  </a:cubicBezTo>
                  <a:cubicBezTo>
                    <a:pt x="7362" y="1184"/>
                    <a:pt x="7433" y="1027"/>
                    <a:pt x="7404" y="885"/>
                  </a:cubicBezTo>
                  <a:lnTo>
                    <a:pt x="7404" y="885"/>
                  </a:lnTo>
                  <a:lnTo>
                    <a:pt x="7433" y="899"/>
                  </a:lnTo>
                  <a:cubicBezTo>
                    <a:pt x="7450" y="903"/>
                    <a:pt x="7466" y="904"/>
                    <a:pt x="7481" y="904"/>
                  </a:cubicBezTo>
                  <a:cubicBezTo>
                    <a:pt x="7580" y="904"/>
                    <a:pt x="7640" y="828"/>
                    <a:pt x="7690" y="742"/>
                  </a:cubicBezTo>
                  <a:cubicBezTo>
                    <a:pt x="7690" y="742"/>
                    <a:pt x="7690" y="742"/>
                    <a:pt x="7690" y="742"/>
                  </a:cubicBezTo>
                  <a:lnTo>
                    <a:pt x="7690" y="742"/>
                  </a:lnTo>
                  <a:cubicBezTo>
                    <a:pt x="7681" y="734"/>
                    <a:pt x="7672" y="725"/>
                    <a:pt x="7661" y="713"/>
                  </a:cubicBezTo>
                  <a:cubicBezTo>
                    <a:pt x="7654" y="706"/>
                    <a:pt x="7647" y="703"/>
                    <a:pt x="7640" y="703"/>
                  </a:cubicBezTo>
                  <a:cubicBezTo>
                    <a:pt x="7633" y="703"/>
                    <a:pt x="7626" y="706"/>
                    <a:pt x="7618" y="713"/>
                  </a:cubicBezTo>
                  <a:cubicBezTo>
                    <a:pt x="7562" y="810"/>
                    <a:pt x="7505" y="852"/>
                    <a:pt x="7451" y="852"/>
                  </a:cubicBezTo>
                  <a:cubicBezTo>
                    <a:pt x="7410" y="852"/>
                    <a:pt x="7370" y="828"/>
                    <a:pt x="7333" y="785"/>
                  </a:cubicBezTo>
                  <a:cubicBezTo>
                    <a:pt x="7305" y="742"/>
                    <a:pt x="7276" y="685"/>
                    <a:pt x="7262" y="628"/>
                  </a:cubicBezTo>
                  <a:cubicBezTo>
                    <a:pt x="7252" y="621"/>
                    <a:pt x="7244" y="619"/>
                    <a:pt x="7237" y="619"/>
                  </a:cubicBezTo>
                  <a:close/>
                  <a:moveTo>
                    <a:pt x="3439" y="2497"/>
                  </a:moveTo>
                  <a:lnTo>
                    <a:pt x="3439" y="2497"/>
                  </a:lnTo>
                  <a:cubicBezTo>
                    <a:pt x="3638" y="2582"/>
                    <a:pt x="3724" y="2825"/>
                    <a:pt x="3695" y="3024"/>
                  </a:cubicBezTo>
                  <a:cubicBezTo>
                    <a:pt x="3539" y="2896"/>
                    <a:pt x="3439" y="2696"/>
                    <a:pt x="3439" y="2497"/>
                  </a:cubicBezTo>
                  <a:close/>
                  <a:moveTo>
                    <a:pt x="1711" y="3993"/>
                  </a:moveTo>
                  <a:cubicBezTo>
                    <a:pt x="1716" y="3993"/>
                    <a:pt x="1721" y="3993"/>
                    <a:pt x="1727" y="3994"/>
                  </a:cubicBezTo>
                  <a:cubicBezTo>
                    <a:pt x="1841" y="4037"/>
                    <a:pt x="1841" y="4180"/>
                    <a:pt x="1784" y="4251"/>
                  </a:cubicBezTo>
                  <a:cubicBezTo>
                    <a:pt x="1698" y="4237"/>
                    <a:pt x="1613" y="4194"/>
                    <a:pt x="1613" y="4123"/>
                  </a:cubicBezTo>
                  <a:cubicBezTo>
                    <a:pt x="1613" y="4070"/>
                    <a:pt x="1649" y="3993"/>
                    <a:pt x="1711" y="3993"/>
                  </a:cubicBezTo>
                  <a:close/>
                  <a:moveTo>
                    <a:pt x="50" y="4798"/>
                  </a:moveTo>
                  <a:lnTo>
                    <a:pt x="50" y="4798"/>
                  </a:lnTo>
                  <a:cubicBezTo>
                    <a:pt x="33" y="4810"/>
                    <a:pt x="16" y="4823"/>
                    <a:pt x="1" y="4836"/>
                  </a:cubicBezTo>
                  <a:cubicBezTo>
                    <a:pt x="16" y="4824"/>
                    <a:pt x="32" y="4811"/>
                    <a:pt x="50" y="4798"/>
                  </a:cubicBezTo>
                  <a:close/>
                  <a:moveTo>
                    <a:pt x="5181" y="2032"/>
                  </a:moveTo>
                  <a:lnTo>
                    <a:pt x="5181" y="2032"/>
                  </a:lnTo>
                  <a:cubicBezTo>
                    <a:pt x="5120" y="2069"/>
                    <a:pt x="5106" y="2187"/>
                    <a:pt x="5079" y="2254"/>
                  </a:cubicBezTo>
                  <a:cubicBezTo>
                    <a:pt x="5049" y="2214"/>
                    <a:pt x="5004" y="2173"/>
                    <a:pt x="4956" y="2173"/>
                  </a:cubicBezTo>
                  <a:cubicBezTo>
                    <a:pt x="4936" y="2173"/>
                    <a:pt x="4915" y="2180"/>
                    <a:pt x="4894" y="2197"/>
                  </a:cubicBezTo>
                  <a:cubicBezTo>
                    <a:pt x="4822" y="2254"/>
                    <a:pt x="4780" y="2382"/>
                    <a:pt x="4765" y="2468"/>
                  </a:cubicBezTo>
                  <a:cubicBezTo>
                    <a:pt x="4680" y="2425"/>
                    <a:pt x="4608" y="2382"/>
                    <a:pt x="4566" y="2311"/>
                  </a:cubicBezTo>
                  <a:cubicBezTo>
                    <a:pt x="4561" y="2297"/>
                    <a:pt x="4557" y="2293"/>
                    <a:pt x="4553" y="2293"/>
                  </a:cubicBezTo>
                  <a:cubicBezTo>
                    <a:pt x="4544" y="2293"/>
                    <a:pt x="4537" y="2316"/>
                    <a:pt x="4537" y="2325"/>
                  </a:cubicBezTo>
                  <a:cubicBezTo>
                    <a:pt x="4537" y="2411"/>
                    <a:pt x="4551" y="2568"/>
                    <a:pt x="4509" y="2639"/>
                  </a:cubicBezTo>
                  <a:cubicBezTo>
                    <a:pt x="4490" y="2677"/>
                    <a:pt x="4465" y="2693"/>
                    <a:pt x="4438" y="2693"/>
                  </a:cubicBezTo>
                  <a:cubicBezTo>
                    <a:pt x="4343" y="2693"/>
                    <a:pt x="4217" y="2500"/>
                    <a:pt x="4195" y="2411"/>
                  </a:cubicBezTo>
                  <a:cubicBezTo>
                    <a:pt x="4189" y="2388"/>
                    <a:pt x="4176" y="2379"/>
                    <a:pt x="4163" y="2379"/>
                  </a:cubicBezTo>
                  <a:cubicBezTo>
                    <a:pt x="4144" y="2379"/>
                    <a:pt x="4123" y="2400"/>
                    <a:pt x="4123" y="2425"/>
                  </a:cubicBezTo>
                  <a:cubicBezTo>
                    <a:pt x="4123" y="2576"/>
                    <a:pt x="4176" y="3070"/>
                    <a:pt x="3939" y="3070"/>
                  </a:cubicBezTo>
                  <a:cubicBezTo>
                    <a:pt x="3930" y="3070"/>
                    <a:pt x="3920" y="3069"/>
                    <a:pt x="3909" y="3067"/>
                  </a:cubicBezTo>
                  <a:cubicBezTo>
                    <a:pt x="3852" y="3067"/>
                    <a:pt x="3824" y="3053"/>
                    <a:pt x="3781" y="3010"/>
                  </a:cubicBezTo>
                  <a:cubicBezTo>
                    <a:pt x="3867" y="2725"/>
                    <a:pt x="3724" y="2425"/>
                    <a:pt x="3467" y="2325"/>
                  </a:cubicBezTo>
                  <a:cubicBezTo>
                    <a:pt x="3439" y="2325"/>
                    <a:pt x="3424" y="2325"/>
                    <a:pt x="3410" y="2340"/>
                  </a:cubicBezTo>
                  <a:cubicBezTo>
                    <a:pt x="3325" y="2568"/>
                    <a:pt x="3481" y="2896"/>
                    <a:pt x="3681" y="3067"/>
                  </a:cubicBezTo>
                  <a:cubicBezTo>
                    <a:pt x="3653" y="3110"/>
                    <a:pt x="3624" y="3138"/>
                    <a:pt x="3610" y="3181"/>
                  </a:cubicBezTo>
                  <a:cubicBezTo>
                    <a:pt x="3510" y="3267"/>
                    <a:pt x="3396" y="3210"/>
                    <a:pt x="3296" y="3295"/>
                  </a:cubicBezTo>
                  <a:cubicBezTo>
                    <a:pt x="3253" y="3367"/>
                    <a:pt x="3282" y="3367"/>
                    <a:pt x="3196" y="3424"/>
                  </a:cubicBezTo>
                  <a:cubicBezTo>
                    <a:pt x="3159" y="3449"/>
                    <a:pt x="3132" y="3460"/>
                    <a:pt x="3108" y="3460"/>
                  </a:cubicBezTo>
                  <a:cubicBezTo>
                    <a:pt x="3077" y="3460"/>
                    <a:pt x="3051" y="3442"/>
                    <a:pt x="3011" y="3409"/>
                  </a:cubicBezTo>
                  <a:cubicBezTo>
                    <a:pt x="2982" y="3367"/>
                    <a:pt x="2968" y="3338"/>
                    <a:pt x="2925" y="3295"/>
                  </a:cubicBezTo>
                  <a:cubicBezTo>
                    <a:pt x="2921" y="3287"/>
                    <a:pt x="2915" y="3284"/>
                    <a:pt x="2908" y="3284"/>
                  </a:cubicBezTo>
                  <a:cubicBezTo>
                    <a:pt x="2890" y="3284"/>
                    <a:pt x="2868" y="3307"/>
                    <a:pt x="2868" y="3338"/>
                  </a:cubicBezTo>
                  <a:cubicBezTo>
                    <a:pt x="2868" y="3409"/>
                    <a:pt x="2854" y="3552"/>
                    <a:pt x="2768" y="3581"/>
                  </a:cubicBezTo>
                  <a:cubicBezTo>
                    <a:pt x="2758" y="3584"/>
                    <a:pt x="2747" y="3586"/>
                    <a:pt x="2737" y="3586"/>
                  </a:cubicBezTo>
                  <a:cubicBezTo>
                    <a:pt x="2665" y="3586"/>
                    <a:pt x="2604" y="3506"/>
                    <a:pt x="2554" y="3481"/>
                  </a:cubicBezTo>
                  <a:cubicBezTo>
                    <a:pt x="2546" y="3477"/>
                    <a:pt x="2538" y="3475"/>
                    <a:pt x="2530" y="3475"/>
                  </a:cubicBezTo>
                  <a:cubicBezTo>
                    <a:pt x="2511" y="3475"/>
                    <a:pt x="2497" y="3485"/>
                    <a:pt x="2497" y="3495"/>
                  </a:cubicBezTo>
                  <a:cubicBezTo>
                    <a:pt x="2483" y="3538"/>
                    <a:pt x="2483" y="3581"/>
                    <a:pt x="2483" y="3623"/>
                  </a:cubicBezTo>
                  <a:cubicBezTo>
                    <a:pt x="2483" y="3652"/>
                    <a:pt x="2483" y="3681"/>
                    <a:pt x="2469" y="3709"/>
                  </a:cubicBezTo>
                  <a:cubicBezTo>
                    <a:pt x="2451" y="3752"/>
                    <a:pt x="2403" y="3816"/>
                    <a:pt x="2355" y="3816"/>
                  </a:cubicBezTo>
                  <a:cubicBezTo>
                    <a:pt x="2323" y="3816"/>
                    <a:pt x="2292" y="3788"/>
                    <a:pt x="2269" y="3709"/>
                  </a:cubicBezTo>
                  <a:cubicBezTo>
                    <a:pt x="2257" y="3686"/>
                    <a:pt x="2244" y="3677"/>
                    <a:pt x="2231" y="3677"/>
                  </a:cubicBezTo>
                  <a:cubicBezTo>
                    <a:pt x="2213" y="3677"/>
                    <a:pt x="2198" y="3698"/>
                    <a:pt x="2198" y="3723"/>
                  </a:cubicBezTo>
                  <a:cubicBezTo>
                    <a:pt x="2198" y="3866"/>
                    <a:pt x="2155" y="4009"/>
                    <a:pt x="2055" y="4123"/>
                  </a:cubicBezTo>
                  <a:cubicBezTo>
                    <a:pt x="1998" y="4180"/>
                    <a:pt x="1941" y="4208"/>
                    <a:pt x="1855" y="4208"/>
                  </a:cubicBezTo>
                  <a:cubicBezTo>
                    <a:pt x="1869" y="4194"/>
                    <a:pt x="1869" y="4151"/>
                    <a:pt x="1869" y="4123"/>
                  </a:cubicBezTo>
                  <a:cubicBezTo>
                    <a:pt x="1869" y="4037"/>
                    <a:pt x="1841" y="3866"/>
                    <a:pt x="1727" y="3837"/>
                  </a:cubicBezTo>
                  <a:cubicBezTo>
                    <a:pt x="1710" y="3830"/>
                    <a:pt x="1695" y="3827"/>
                    <a:pt x="1680" y="3827"/>
                  </a:cubicBezTo>
                  <a:cubicBezTo>
                    <a:pt x="1605" y="3827"/>
                    <a:pt x="1553" y="3909"/>
                    <a:pt x="1541" y="3980"/>
                  </a:cubicBezTo>
                  <a:cubicBezTo>
                    <a:pt x="1513" y="4080"/>
                    <a:pt x="1570" y="4208"/>
                    <a:pt x="1684" y="4265"/>
                  </a:cubicBezTo>
                  <a:lnTo>
                    <a:pt x="1698" y="4265"/>
                  </a:lnTo>
                  <a:lnTo>
                    <a:pt x="1484" y="4365"/>
                  </a:lnTo>
                  <a:cubicBezTo>
                    <a:pt x="1413" y="4394"/>
                    <a:pt x="1356" y="4408"/>
                    <a:pt x="1285" y="4437"/>
                  </a:cubicBezTo>
                  <a:cubicBezTo>
                    <a:pt x="1270" y="4465"/>
                    <a:pt x="1242" y="4508"/>
                    <a:pt x="1228" y="4536"/>
                  </a:cubicBezTo>
                  <a:cubicBezTo>
                    <a:pt x="1181" y="4560"/>
                    <a:pt x="1153" y="4568"/>
                    <a:pt x="1136" y="4568"/>
                  </a:cubicBezTo>
                  <a:cubicBezTo>
                    <a:pt x="1091" y="4568"/>
                    <a:pt x="1122" y="4508"/>
                    <a:pt x="1071" y="4508"/>
                  </a:cubicBezTo>
                  <a:cubicBezTo>
                    <a:pt x="942" y="4508"/>
                    <a:pt x="828" y="4608"/>
                    <a:pt x="800" y="4722"/>
                  </a:cubicBezTo>
                  <a:cubicBezTo>
                    <a:pt x="767" y="4689"/>
                    <a:pt x="736" y="4675"/>
                    <a:pt x="706" y="4675"/>
                  </a:cubicBezTo>
                  <a:cubicBezTo>
                    <a:pt x="608" y="4675"/>
                    <a:pt x="533" y="4833"/>
                    <a:pt x="500" y="4964"/>
                  </a:cubicBezTo>
                  <a:cubicBezTo>
                    <a:pt x="443" y="4865"/>
                    <a:pt x="372" y="4750"/>
                    <a:pt x="272" y="4708"/>
                  </a:cubicBezTo>
                  <a:cubicBezTo>
                    <a:pt x="265" y="4707"/>
                    <a:pt x="259" y="4706"/>
                    <a:pt x="252" y="4706"/>
                  </a:cubicBezTo>
                  <a:cubicBezTo>
                    <a:pt x="188" y="4706"/>
                    <a:pt x="112" y="4752"/>
                    <a:pt x="50" y="4798"/>
                  </a:cubicBezTo>
                  <a:lnTo>
                    <a:pt x="50" y="4798"/>
                  </a:lnTo>
                  <a:cubicBezTo>
                    <a:pt x="100" y="4763"/>
                    <a:pt x="155" y="4735"/>
                    <a:pt x="210" y="4735"/>
                  </a:cubicBezTo>
                  <a:cubicBezTo>
                    <a:pt x="241" y="4735"/>
                    <a:pt x="271" y="4744"/>
                    <a:pt x="300" y="4765"/>
                  </a:cubicBezTo>
                  <a:cubicBezTo>
                    <a:pt x="372" y="4836"/>
                    <a:pt x="443" y="4922"/>
                    <a:pt x="500" y="5007"/>
                  </a:cubicBezTo>
                  <a:cubicBezTo>
                    <a:pt x="504" y="5016"/>
                    <a:pt x="507" y="5019"/>
                    <a:pt x="510" y="5019"/>
                  </a:cubicBezTo>
                  <a:cubicBezTo>
                    <a:pt x="517" y="5019"/>
                    <a:pt x="523" y="5003"/>
                    <a:pt x="543" y="4993"/>
                  </a:cubicBezTo>
                  <a:cubicBezTo>
                    <a:pt x="554" y="4917"/>
                    <a:pt x="631" y="4732"/>
                    <a:pt x="718" y="4732"/>
                  </a:cubicBezTo>
                  <a:cubicBezTo>
                    <a:pt x="745" y="4732"/>
                    <a:pt x="773" y="4750"/>
                    <a:pt x="800" y="4793"/>
                  </a:cubicBezTo>
                  <a:cubicBezTo>
                    <a:pt x="808" y="4802"/>
                    <a:pt x="816" y="4805"/>
                    <a:pt x="822" y="4805"/>
                  </a:cubicBezTo>
                  <a:cubicBezTo>
                    <a:pt x="836" y="4805"/>
                    <a:pt x="842" y="4789"/>
                    <a:pt x="842" y="4779"/>
                  </a:cubicBezTo>
                  <a:cubicBezTo>
                    <a:pt x="865" y="4656"/>
                    <a:pt x="931" y="4594"/>
                    <a:pt x="1035" y="4594"/>
                  </a:cubicBezTo>
                  <a:cubicBezTo>
                    <a:pt x="1063" y="4594"/>
                    <a:pt x="1094" y="4599"/>
                    <a:pt x="1128" y="4608"/>
                  </a:cubicBezTo>
                  <a:cubicBezTo>
                    <a:pt x="1169" y="4616"/>
                    <a:pt x="1191" y="4624"/>
                    <a:pt x="1213" y="4624"/>
                  </a:cubicBezTo>
                  <a:cubicBezTo>
                    <a:pt x="1230" y="4624"/>
                    <a:pt x="1246" y="4620"/>
                    <a:pt x="1270" y="4608"/>
                  </a:cubicBezTo>
                  <a:cubicBezTo>
                    <a:pt x="1327" y="4565"/>
                    <a:pt x="1327" y="4508"/>
                    <a:pt x="1370" y="4494"/>
                  </a:cubicBezTo>
                  <a:cubicBezTo>
                    <a:pt x="1399" y="4479"/>
                    <a:pt x="1427" y="4479"/>
                    <a:pt x="1470" y="4465"/>
                  </a:cubicBezTo>
                  <a:cubicBezTo>
                    <a:pt x="1541" y="4437"/>
                    <a:pt x="1613" y="4408"/>
                    <a:pt x="1698" y="4365"/>
                  </a:cubicBezTo>
                  <a:cubicBezTo>
                    <a:pt x="1755" y="4351"/>
                    <a:pt x="1784" y="4322"/>
                    <a:pt x="1827" y="4280"/>
                  </a:cubicBezTo>
                  <a:cubicBezTo>
                    <a:pt x="1850" y="4285"/>
                    <a:pt x="1873" y="4288"/>
                    <a:pt x="1895" y="4288"/>
                  </a:cubicBezTo>
                  <a:cubicBezTo>
                    <a:pt x="2103" y="4288"/>
                    <a:pt x="2257" y="4057"/>
                    <a:pt x="2283" y="3837"/>
                  </a:cubicBezTo>
                  <a:cubicBezTo>
                    <a:pt x="2313" y="3875"/>
                    <a:pt x="2351" y="3893"/>
                    <a:pt x="2389" y="3893"/>
                  </a:cubicBezTo>
                  <a:cubicBezTo>
                    <a:pt x="2423" y="3893"/>
                    <a:pt x="2456" y="3879"/>
                    <a:pt x="2483" y="3852"/>
                  </a:cubicBezTo>
                  <a:cubicBezTo>
                    <a:pt x="2568" y="3780"/>
                    <a:pt x="2554" y="3652"/>
                    <a:pt x="2568" y="3552"/>
                  </a:cubicBezTo>
                  <a:cubicBezTo>
                    <a:pt x="2621" y="3594"/>
                    <a:pt x="2698" y="3644"/>
                    <a:pt x="2763" y="3644"/>
                  </a:cubicBezTo>
                  <a:cubicBezTo>
                    <a:pt x="2785" y="3644"/>
                    <a:pt x="2807" y="3638"/>
                    <a:pt x="2825" y="3623"/>
                  </a:cubicBezTo>
                  <a:cubicBezTo>
                    <a:pt x="2897" y="3566"/>
                    <a:pt x="2925" y="3481"/>
                    <a:pt x="2925" y="3395"/>
                  </a:cubicBezTo>
                  <a:cubicBezTo>
                    <a:pt x="2982" y="3461"/>
                    <a:pt x="3063" y="3521"/>
                    <a:pt x="3145" y="3521"/>
                  </a:cubicBezTo>
                  <a:cubicBezTo>
                    <a:pt x="3187" y="3521"/>
                    <a:pt x="3229" y="3505"/>
                    <a:pt x="3267" y="3467"/>
                  </a:cubicBezTo>
                  <a:cubicBezTo>
                    <a:pt x="3353" y="3367"/>
                    <a:pt x="3182" y="3395"/>
                    <a:pt x="3439" y="3295"/>
                  </a:cubicBezTo>
                  <a:cubicBezTo>
                    <a:pt x="3460" y="3288"/>
                    <a:pt x="3478" y="3288"/>
                    <a:pt x="3496" y="3288"/>
                  </a:cubicBezTo>
                  <a:cubicBezTo>
                    <a:pt x="3514" y="3288"/>
                    <a:pt x="3531" y="3288"/>
                    <a:pt x="3553" y="3281"/>
                  </a:cubicBezTo>
                  <a:cubicBezTo>
                    <a:pt x="3624" y="3253"/>
                    <a:pt x="3681" y="3181"/>
                    <a:pt x="3710" y="3110"/>
                  </a:cubicBezTo>
                  <a:cubicBezTo>
                    <a:pt x="3710" y="3081"/>
                    <a:pt x="3724" y="3081"/>
                    <a:pt x="3724" y="3067"/>
                  </a:cubicBezTo>
                  <a:cubicBezTo>
                    <a:pt x="3767" y="3081"/>
                    <a:pt x="3781" y="3110"/>
                    <a:pt x="3824" y="3124"/>
                  </a:cubicBezTo>
                  <a:cubicBezTo>
                    <a:pt x="3875" y="3147"/>
                    <a:pt x="3919" y="3157"/>
                    <a:pt x="3958" y="3157"/>
                  </a:cubicBezTo>
                  <a:cubicBezTo>
                    <a:pt x="4184" y="3157"/>
                    <a:pt x="4195" y="2798"/>
                    <a:pt x="4195" y="2554"/>
                  </a:cubicBezTo>
                  <a:cubicBezTo>
                    <a:pt x="4266" y="2653"/>
                    <a:pt x="4366" y="2768"/>
                    <a:pt x="4480" y="2768"/>
                  </a:cubicBezTo>
                  <a:cubicBezTo>
                    <a:pt x="4637" y="2753"/>
                    <a:pt x="4623" y="2511"/>
                    <a:pt x="4580" y="2354"/>
                  </a:cubicBezTo>
                  <a:lnTo>
                    <a:pt x="4580" y="2354"/>
                  </a:lnTo>
                  <a:cubicBezTo>
                    <a:pt x="4637" y="2411"/>
                    <a:pt x="4708" y="2468"/>
                    <a:pt x="4780" y="2497"/>
                  </a:cubicBezTo>
                  <a:cubicBezTo>
                    <a:pt x="4794" y="2497"/>
                    <a:pt x="4822" y="2497"/>
                    <a:pt x="4822" y="2482"/>
                  </a:cubicBezTo>
                  <a:cubicBezTo>
                    <a:pt x="4822" y="2411"/>
                    <a:pt x="4837" y="2354"/>
                    <a:pt x="4851" y="2283"/>
                  </a:cubicBezTo>
                  <a:cubicBezTo>
                    <a:pt x="4877" y="2218"/>
                    <a:pt x="4911" y="2194"/>
                    <a:pt x="4948" y="2194"/>
                  </a:cubicBezTo>
                  <a:cubicBezTo>
                    <a:pt x="4992" y="2194"/>
                    <a:pt x="5040" y="2229"/>
                    <a:pt x="5079" y="2268"/>
                  </a:cubicBezTo>
                  <a:cubicBezTo>
                    <a:pt x="5088" y="2272"/>
                    <a:pt x="5095" y="2274"/>
                    <a:pt x="5101" y="2274"/>
                  </a:cubicBezTo>
                  <a:cubicBezTo>
                    <a:pt x="5115" y="2274"/>
                    <a:pt x="5122" y="2264"/>
                    <a:pt x="5122" y="2254"/>
                  </a:cubicBezTo>
                  <a:cubicBezTo>
                    <a:pt x="5133" y="2196"/>
                    <a:pt x="5136" y="2092"/>
                    <a:pt x="5181" y="2032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2953525" y="1517575"/>
              <a:ext cx="49600" cy="21550"/>
            </a:xfrm>
            <a:custGeom>
              <a:avLst/>
              <a:gdLst/>
              <a:ahLst/>
              <a:cxnLst/>
              <a:rect l="l" t="t" r="r" b="b"/>
              <a:pathLst>
                <a:path w="1984" h="862" extrusionOk="0">
                  <a:moveTo>
                    <a:pt x="1713" y="416"/>
                  </a:moveTo>
                  <a:lnTo>
                    <a:pt x="1713" y="416"/>
                  </a:lnTo>
                  <a:cubicBezTo>
                    <a:pt x="1741" y="444"/>
                    <a:pt x="1784" y="516"/>
                    <a:pt x="1784" y="558"/>
                  </a:cubicBezTo>
                  <a:cubicBezTo>
                    <a:pt x="1713" y="544"/>
                    <a:pt x="1670" y="473"/>
                    <a:pt x="1713" y="416"/>
                  </a:cubicBezTo>
                  <a:close/>
                  <a:moveTo>
                    <a:pt x="1413" y="1"/>
                  </a:moveTo>
                  <a:cubicBezTo>
                    <a:pt x="1392" y="1"/>
                    <a:pt x="1384" y="34"/>
                    <a:pt x="1384" y="45"/>
                  </a:cubicBezTo>
                  <a:cubicBezTo>
                    <a:pt x="1384" y="130"/>
                    <a:pt x="1356" y="230"/>
                    <a:pt x="1285" y="302"/>
                  </a:cubicBezTo>
                  <a:cubicBezTo>
                    <a:pt x="1256" y="330"/>
                    <a:pt x="1227" y="337"/>
                    <a:pt x="1197" y="337"/>
                  </a:cubicBezTo>
                  <a:cubicBezTo>
                    <a:pt x="1167" y="337"/>
                    <a:pt x="1135" y="330"/>
                    <a:pt x="1099" y="330"/>
                  </a:cubicBezTo>
                  <a:cubicBezTo>
                    <a:pt x="1091" y="329"/>
                    <a:pt x="1084" y="328"/>
                    <a:pt x="1078" y="328"/>
                  </a:cubicBezTo>
                  <a:cubicBezTo>
                    <a:pt x="1022" y="328"/>
                    <a:pt x="996" y="377"/>
                    <a:pt x="971" y="416"/>
                  </a:cubicBezTo>
                  <a:cubicBezTo>
                    <a:pt x="956" y="409"/>
                    <a:pt x="942" y="407"/>
                    <a:pt x="929" y="407"/>
                  </a:cubicBezTo>
                  <a:cubicBezTo>
                    <a:pt x="851" y="407"/>
                    <a:pt x="797" y="504"/>
                    <a:pt x="785" y="601"/>
                  </a:cubicBezTo>
                  <a:cubicBezTo>
                    <a:pt x="757" y="563"/>
                    <a:pt x="716" y="544"/>
                    <a:pt x="670" y="544"/>
                  </a:cubicBezTo>
                  <a:cubicBezTo>
                    <a:pt x="647" y="544"/>
                    <a:pt x="624" y="549"/>
                    <a:pt x="600" y="558"/>
                  </a:cubicBezTo>
                  <a:cubicBezTo>
                    <a:pt x="543" y="615"/>
                    <a:pt x="500" y="687"/>
                    <a:pt x="471" y="758"/>
                  </a:cubicBezTo>
                  <a:cubicBezTo>
                    <a:pt x="389" y="703"/>
                    <a:pt x="333" y="543"/>
                    <a:pt x="228" y="543"/>
                  </a:cubicBezTo>
                  <a:cubicBezTo>
                    <a:pt x="224" y="543"/>
                    <a:pt x="219" y="544"/>
                    <a:pt x="215" y="544"/>
                  </a:cubicBezTo>
                  <a:cubicBezTo>
                    <a:pt x="101" y="558"/>
                    <a:pt x="15" y="730"/>
                    <a:pt x="1" y="829"/>
                  </a:cubicBezTo>
                  <a:cubicBezTo>
                    <a:pt x="1" y="851"/>
                    <a:pt x="4" y="862"/>
                    <a:pt x="10" y="862"/>
                  </a:cubicBezTo>
                  <a:cubicBezTo>
                    <a:pt x="15" y="862"/>
                    <a:pt x="22" y="851"/>
                    <a:pt x="29" y="829"/>
                  </a:cubicBezTo>
                  <a:cubicBezTo>
                    <a:pt x="42" y="754"/>
                    <a:pt x="142" y="591"/>
                    <a:pt x="244" y="591"/>
                  </a:cubicBezTo>
                  <a:cubicBezTo>
                    <a:pt x="258" y="591"/>
                    <a:pt x="272" y="594"/>
                    <a:pt x="286" y="601"/>
                  </a:cubicBezTo>
                  <a:cubicBezTo>
                    <a:pt x="372" y="658"/>
                    <a:pt x="386" y="772"/>
                    <a:pt x="471" y="815"/>
                  </a:cubicBezTo>
                  <a:cubicBezTo>
                    <a:pt x="500" y="815"/>
                    <a:pt x="500" y="815"/>
                    <a:pt x="500" y="801"/>
                  </a:cubicBezTo>
                  <a:cubicBezTo>
                    <a:pt x="531" y="709"/>
                    <a:pt x="576" y="602"/>
                    <a:pt x="652" y="602"/>
                  </a:cubicBezTo>
                  <a:cubicBezTo>
                    <a:pt x="682" y="602"/>
                    <a:pt x="717" y="618"/>
                    <a:pt x="757" y="658"/>
                  </a:cubicBezTo>
                  <a:cubicBezTo>
                    <a:pt x="764" y="662"/>
                    <a:pt x="771" y="664"/>
                    <a:pt x="777" y="664"/>
                  </a:cubicBezTo>
                  <a:cubicBezTo>
                    <a:pt x="792" y="664"/>
                    <a:pt x="800" y="651"/>
                    <a:pt x="800" y="630"/>
                  </a:cubicBezTo>
                  <a:cubicBezTo>
                    <a:pt x="811" y="560"/>
                    <a:pt x="851" y="453"/>
                    <a:pt x="934" y="453"/>
                  </a:cubicBezTo>
                  <a:cubicBezTo>
                    <a:pt x="953" y="453"/>
                    <a:pt x="975" y="459"/>
                    <a:pt x="999" y="473"/>
                  </a:cubicBezTo>
                  <a:cubicBezTo>
                    <a:pt x="1002" y="475"/>
                    <a:pt x="1005" y="477"/>
                    <a:pt x="1007" y="477"/>
                  </a:cubicBezTo>
                  <a:cubicBezTo>
                    <a:pt x="1018" y="477"/>
                    <a:pt x="1028" y="456"/>
                    <a:pt x="1028" y="444"/>
                  </a:cubicBezTo>
                  <a:cubicBezTo>
                    <a:pt x="1021" y="390"/>
                    <a:pt x="1037" y="375"/>
                    <a:pt x="1061" y="375"/>
                  </a:cubicBezTo>
                  <a:cubicBezTo>
                    <a:pt x="1088" y="375"/>
                    <a:pt x="1126" y="394"/>
                    <a:pt x="1156" y="401"/>
                  </a:cubicBezTo>
                  <a:cubicBezTo>
                    <a:pt x="1213" y="401"/>
                    <a:pt x="1242" y="401"/>
                    <a:pt x="1285" y="373"/>
                  </a:cubicBezTo>
                  <a:cubicBezTo>
                    <a:pt x="1356" y="302"/>
                    <a:pt x="1427" y="230"/>
                    <a:pt x="1441" y="116"/>
                  </a:cubicBezTo>
                  <a:cubicBezTo>
                    <a:pt x="1499" y="173"/>
                    <a:pt x="1556" y="202"/>
                    <a:pt x="1598" y="259"/>
                  </a:cubicBezTo>
                  <a:lnTo>
                    <a:pt x="1670" y="316"/>
                  </a:lnTo>
                  <a:cubicBezTo>
                    <a:pt x="1670" y="330"/>
                    <a:pt x="1655" y="330"/>
                    <a:pt x="1655" y="359"/>
                  </a:cubicBezTo>
                  <a:cubicBezTo>
                    <a:pt x="1613" y="473"/>
                    <a:pt x="1698" y="601"/>
                    <a:pt x="1812" y="644"/>
                  </a:cubicBezTo>
                  <a:lnTo>
                    <a:pt x="1841" y="644"/>
                  </a:lnTo>
                  <a:cubicBezTo>
                    <a:pt x="1855" y="644"/>
                    <a:pt x="1869" y="615"/>
                    <a:pt x="1869" y="615"/>
                  </a:cubicBezTo>
                  <a:cubicBezTo>
                    <a:pt x="1912" y="516"/>
                    <a:pt x="1869" y="401"/>
                    <a:pt x="1798" y="316"/>
                  </a:cubicBezTo>
                  <a:cubicBezTo>
                    <a:pt x="1855" y="287"/>
                    <a:pt x="1927" y="287"/>
                    <a:pt x="1984" y="245"/>
                  </a:cubicBezTo>
                  <a:lnTo>
                    <a:pt x="1984" y="245"/>
                  </a:lnTo>
                  <a:cubicBezTo>
                    <a:pt x="1981" y="246"/>
                    <a:pt x="1979" y="246"/>
                    <a:pt x="1976" y="246"/>
                  </a:cubicBezTo>
                  <a:cubicBezTo>
                    <a:pt x="1955" y="246"/>
                    <a:pt x="1952" y="187"/>
                    <a:pt x="1927" y="187"/>
                  </a:cubicBezTo>
                  <a:cubicBezTo>
                    <a:pt x="1841" y="187"/>
                    <a:pt x="1770" y="230"/>
                    <a:pt x="1713" y="287"/>
                  </a:cubicBezTo>
                  <a:cubicBezTo>
                    <a:pt x="1613" y="187"/>
                    <a:pt x="1513" y="102"/>
                    <a:pt x="1441" y="16"/>
                  </a:cubicBezTo>
                  <a:cubicBezTo>
                    <a:pt x="1430" y="5"/>
                    <a:pt x="1421" y="1"/>
                    <a:pt x="1413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3001325" y="1482675"/>
              <a:ext cx="49225" cy="29725"/>
            </a:xfrm>
            <a:custGeom>
              <a:avLst/>
              <a:gdLst/>
              <a:ahLst/>
              <a:cxnLst/>
              <a:rect l="l" t="t" r="r" b="b"/>
              <a:pathLst>
                <a:path w="1969" h="1189" extrusionOk="0">
                  <a:moveTo>
                    <a:pt x="1955" y="0"/>
                  </a:moveTo>
                  <a:cubicBezTo>
                    <a:pt x="1940" y="57"/>
                    <a:pt x="1940" y="128"/>
                    <a:pt x="1869" y="143"/>
                  </a:cubicBezTo>
                  <a:cubicBezTo>
                    <a:pt x="1859" y="145"/>
                    <a:pt x="1850" y="145"/>
                    <a:pt x="1841" y="145"/>
                  </a:cubicBezTo>
                  <a:cubicBezTo>
                    <a:pt x="1783" y="145"/>
                    <a:pt x="1737" y="110"/>
                    <a:pt x="1712" y="86"/>
                  </a:cubicBezTo>
                  <a:cubicBezTo>
                    <a:pt x="1707" y="83"/>
                    <a:pt x="1702" y="82"/>
                    <a:pt x="1698" y="82"/>
                  </a:cubicBezTo>
                  <a:cubicBezTo>
                    <a:pt x="1679" y="82"/>
                    <a:pt x="1669" y="105"/>
                    <a:pt x="1669" y="128"/>
                  </a:cubicBezTo>
                  <a:cubicBezTo>
                    <a:pt x="1669" y="157"/>
                    <a:pt x="1655" y="271"/>
                    <a:pt x="1612" y="285"/>
                  </a:cubicBezTo>
                  <a:cubicBezTo>
                    <a:pt x="1610" y="286"/>
                    <a:pt x="1608" y="287"/>
                    <a:pt x="1605" y="287"/>
                  </a:cubicBezTo>
                  <a:cubicBezTo>
                    <a:pt x="1569" y="287"/>
                    <a:pt x="1482" y="211"/>
                    <a:pt x="1455" y="171"/>
                  </a:cubicBezTo>
                  <a:cubicBezTo>
                    <a:pt x="1447" y="163"/>
                    <a:pt x="1439" y="160"/>
                    <a:pt x="1432" y="160"/>
                  </a:cubicBezTo>
                  <a:cubicBezTo>
                    <a:pt x="1414" y="160"/>
                    <a:pt x="1402" y="183"/>
                    <a:pt x="1413" y="214"/>
                  </a:cubicBezTo>
                  <a:cubicBezTo>
                    <a:pt x="1413" y="297"/>
                    <a:pt x="1373" y="486"/>
                    <a:pt x="1267" y="486"/>
                  </a:cubicBezTo>
                  <a:cubicBezTo>
                    <a:pt x="1263" y="486"/>
                    <a:pt x="1259" y="486"/>
                    <a:pt x="1256" y="485"/>
                  </a:cubicBezTo>
                  <a:cubicBezTo>
                    <a:pt x="1227" y="485"/>
                    <a:pt x="1213" y="457"/>
                    <a:pt x="1184" y="442"/>
                  </a:cubicBezTo>
                  <a:cubicBezTo>
                    <a:pt x="1213" y="328"/>
                    <a:pt x="1156" y="200"/>
                    <a:pt x="1042" y="100"/>
                  </a:cubicBezTo>
                  <a:cubicBezTo>
                    <a:pt x="1038" y="98"/>
                    <a:pt x="1034" y="97"/>
                    <a:pt x="1030" y="97"/>
                  </a:cubicBezTo>
                  <a:cubicBezTo>
                    <a:pt x="1009" y="97"/>
                    <a:pt x="999" y="130"/>
                    <a:pt x="999" y="143"/>
                  </a:cubicBezTo>
                  <a:cubicBezTo>
                    <a:pt x="999" y="271"/>
                    <a:pt x="1027" y="385"/>
                    <a:pt x="1099" y="499"/>
                  </a:cubicBezTo>
                  <a:cubicBezTo>
                    <a:pt x="1099" y="571"/>
                    <a:pt x="1070" y="642"/>
                    <a:pt x="1013" y="699"/>
                  </a:cubicBezTo>
                  <a:cubicBezTo>
                    <a:pt x="989" y="713"/>
                    <a:pt x="967" y="718"/>
                    <a:pt x="945" y="718"/>
                  </a:cubicBezTo>
                  <a:cubicBezTo>
                    <a:pt x="902" y="718"/>
                    <a:pt x="861" y="699"/>
                    <a:pt x="813" y="699"/>
                  </a:cubicBezTo>
                  <a:cubicBezTo>
                    <a:pt x="756" y="699"/>
                    <a:pt x="742" y="742"/>
                    <a:pt x="728" y="785"/>
                  </a:cubicBezTo>
                  <a:cubicBezTo>
                    <a:pt x="708" y="768"/>
                    <a:pt x="688" y="760"/>
                    <a:pt x="670" y="760"/>
                  </a:cubicBezTo>
                  <a:cubicBezTo>
                    <a:pt x="610" y="760"/>
                    <a:pt x="561" y="837"/>
                    <a:pt x="528" y="913"/>
                  </a:cubicBezTo>
                  <a:cubicBezTo>
                    <a:pt x="494" y="886"/>
                    <a:pt x="463" y="875"/>
                    <a:pt x="435" y="875"/>
                  </a:cubicBezTo>
                  <a:cubicBezTo>
                    <a:pt x="358" y="875"/>
                    <a:pt x="306" y="961"/>
                    <a:pt x="286" y="1056"/>
                  </a:cubicBezTo>
                  <a:cubicBezTo>
                    <a:pt x="228" y="999"/>
                    <a:pt x="171" y="984"/>
                    <a:pt x="100" y="984"/>
                  </a:cubicBezTo>
                  <a:cubicBezTo>
                    <a:pt x="0" y="984"/>
                    <a:pt x="15" y="1098"/>
                    <a:pt x="29" y="1170"/>
                  </a:cubicBezTo>
                  <a:cubicBezTo>
                    <a:pt x="29" y="1183"/>
                    <a:pt x="33" y="1188"/>
                    <a:pt x="39" y="1188"/>
                  </a:cubicBezTo>
                  <a:cubicBezTo>
                    <a:pt x="52" y="1188"/>
                    <a:pt x="72" y="1165"/>
                    <a:pt x="72" y="1156"/>
                  </a:cubicBezTo>
                  <a:cubicBezTo>
                    <a:pt x="61" y="1099"/>
                    <a:pt x="80" y="1080"/>
                    <a:pt x="112" y="1080"/>
                  </a:cubicBezTo>
                  <a:cubicBezTo>
                    <a:pt x="168" y="1080"/>
                    <a:pt x="263" y="1142"/>
                    <a:pt x="300" y="1170"/>
                  </a:cubicBezTo>
                  <a:cubicBezTo>
                    <a:pt x="304" y="1178"/>
                    <a:pt x="311" y="1182"/>
                    <a:pt x="318" y="1182"/>
                  </a:cubicBezTo>
                  <a:cubicBezTo>
                    <a:pt x="335" y="1182"/>
                    <a:pt x="357" y="1161"/>
                    <a:pt x="357" y="1141"/>
                  </a:cubicBezTo>
                  <a:cubicBezTo>
                    <a:pt x="357" y="1057"/>
                    <a:pt x="396" y="981"/>
                    <a:pt x="456" y="981"/>
                  </a:cubicBezTo>
                  <a:cubicBezTo>
                    <a:pt x="478" y="981"/>
                    <a:pt x="502" y="990"/>
                    <a:pt x="528" y="1013"/>
                  </a:cubicBezTo>
                  <a:lnTo>
                    <a:pt x="571" y="1013"/>
                  </a:lnTo>
                  <a:cubicBezTo>
                    <a:pt x="593" y="957"/>
                    <a:pt x="624" y="858"/>
                    <a:pt x="677" y="858"/>
                  </a:cubicBezTo>
                  <a:cubicBezTo>
                    <a:pt x="692" y="858"/>
                    <a:pt x="709" y="866"/>
                    <a:pt x="728" y="884"/>
                  </a:cubicBezTo>
                  <a:cubicBezTo>
                    <a:pt x="731" y="892"/>
                    <a:pt x="735" y="894"/>
                    <a:pt x="738" y="894"/>
                  </a:cubicBezTo>
                  <a:cubicBezTo>
                    <a:pt x="748" y="894"/>
                    <a:pt x="756" y="870"/>
                    <a:pt x="756" y="870"/>
                  </a:cubicBezTo>
                  <a:cubicBezTo>
                    <a:pt x="769" y="805"/>
                    <a:pt x="794" y="788"/>
                    <a:pt x="827" y="788"/>
                  </a:cubicBezTo>
                  <a:cubicBezTo>
                    <a:pt x="866" y="788"/>
                    <a:pt x="916" y="813"/>
                    <a:pt x="970" y="813"/>
                  </a:cubicBezTo>
                  <a:cubicBezTo>
                    <a:pt x="1070" y="799"/>
                    <a:pt x="1113" y="728"/>
                    <a:pt x="1141" y="642"/>
                  </a:cubicBezTo>
                  <a:cubicBezTo>
                    <a:pt x="1141" y="628"/>
                    <a:pt x="1156" y="613"/>
                    <a:pt x="1156" y="585"/>
                  </a:cubicBezTo>
                  <a:cubicBezTo>
                    <a:pt x="1184" y="599"/>
                    <a:pt x="1227" y="628"/>
                    <a:pt x="1256" y="628"/>
                  </a:cubicBezTo>
                  <a:cubicBezTo>
                    <a:pt x="1427" y="628"/>
                    <a:pt x="1455" y="442"/>
                    <a:pt x="1455" y="314"/>
                  </a:cubicBezTo>
                  <a:cubicBezTo>
                    <a:pt x="1488" y="357"/>
                    <a:pt x="1536" y="400"/>
                    <a:pt x="1577" y="400"/>
                  </a:cubicBezTo>
                  <a:cubicBezTo>
                    <a:pt x="1590" y="400"/>
                    <a:pt x="1602" y="396"/>
                    <a:pt x="1612" y="385"/>
                  </a:cubicBezTo>
                  <a:cubicBezTo>
                    <a:pt x="1669" y="357"/>
                    <a:pt x="1684" y="271"/>
                    <a:pt x="1684" y="171"/>
                  </a:cubicBezTo>
                  <a:cubicBezTo>
                    <a:pt x="1724" y="201"/>
                    <a:pt x="1779" y="232"/>
                    <a:pt x="1827" y="232"/>
                  </a:cubicBezTo>
                  <a:cubicBezTo>
                    <a:pt x="1847" y="232"/>
                    <a:pt x="1867" y="227"/>
                    <a:pt x="1883" y="214"/>
                  </a:cubicBezTo>
                  <a:cubicBezTo>
                    <a:pt x="1969" y="157"/>
                    <a:pt x="1955" y="71"/>
                    <a:pt x="19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3051600" y="1482675"/>
              <a:ext cx="4300" cy="1950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5" y="0"/>
                  </a:moveTo>
                  <a:lnTo>
                    <a:pt x="1" y="14"/>
                  </a:lnTo>
                  <a:lnTo>
                    <a:pt x="1" y="57"/>
                  </a:lnTo>
                  <a:cubicBezTo>
                    <a:pt x="11" y="67"/>
                    <a:pt x="28" y="77"/>
                    <a:pt x="52" y="77"/>
                  </a:cubicBezTo>
                  <a:cubicBezTo>
                    <a:pt x="62" y="77"/>
                    <a:pt x="74" y="76"/>
                    <a:pt x="86" y="71"/>
                  </a:cubicBezTo>
                  <a:cubicBezTo>
                    <a:pt x="143" y="57"/>
                    <a:pt x="172" y="43"/>
                    <a:pt x="158" y="0"/>
                  </a:cubicBezTo>
                  <a:lnTo>
                    <a:pt x="158" y="0"/>
                  </a:lnTo>
                  <a:lnTo>
                    <a:pt x="115" y="14"/>
                  </a:lnTo>
                  <a:lnTo>
                    <a:pt x="72" y="14"/>
                  </a:lnTo>
                  <a:cubicBezTo>
                    <a:pt x="43" y="14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3053025" y="1475525"/>
              <a:ext cx="9300" cy="7525"/>
            </a:xfrm>
            <a:custGeom>
              <a:avLst/>
              <a:gdLst/>
              <a:ahLst/>
              <a:cxnLst/>
              <a:rect l="l" t="t" r="r" b="b"/>
              <a:pathLst>
                <a:path w="372" h="301" extrusionOk="0">
                  <a:moveTo>
                    <a:pt x="372" y="1"/>
                  </a:moveTo>
                  <a:cubicBezTo>
                    <a:pt x="372" y="58"/>
                    <a:pt x="329" y="101"/>
                    <a:pt x="300" y="158"/>
                  </a:cubicBezTo>
                  <a:lnTo>
                    <a:pt x="143" y="215"/>
                  </a:lnTo>
                  <a:cubicBezTo>
                    <a:pt x="101" y="215"/>
                    <a:pt x="44" y="229"/>
                    <a:pt x="15" y="257"/>
                  </a:cubicBezTo>
                  <a:cubicBezTo>
                    <a:pt x="1" y="257"/>
                    <a:pt x="1" y="300"/>
                    <a:pt x="15" y="300"/>
                  </a:cubicBezTo>
                  <a:lnTo>
                    <a:pt x="229" y="257"/>
                  </a:lnTo>
                  <a:cubicBezTo>
                    <a:pt x="243" y="257"/>
                    <a:pt x="286" y="229"/>
                    <a:pt x="300" y="215"/>
                  </a:cubicBezTo>
                  <a:cubicBezTo>
                    <a:pt x="315" y="200"/>
                    <a:pt x="329" y="158"/>
                    <a:pt x="357" y="129"/>
                  </a:cubicBezTo>
                  <a:cubicBezTo>
                    <a:pt x="372" y="72"/>
                    <a:pt x="372" y="44"/>
                    <a:pt x="372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3082350" y="1419900"/>
              <a:ext cx="85900" cy="48375"/>
            </a:xfrm>
            <a:custGeom>
              <a:avLst/>
              <a:gdLst/>
              <a:ahLst/>
              <a:cxnLst/>
              <a:rect l="l" t="t" r="r" b="b"/>
              <a:pathLst>
                <a:path w="3436" h="1935" extrusionOk="0">
                  <a:moveTo>
                    <a:pt x="1260" y="924"/>
                  </a:moveTo>
                  <a:cubicBezTo>
                    <a:pt x="1272" y="924"/>
                    <a:pt x="1284" y="925"/>
                    <a:pt x="1296" y="928"/>
                  </a:cubicBezTo>
                  <a:cubicBezTo>
                    <a:pt x="1324" y="1027"/>
                    <a:pt x="1281" y="1127"/>
                    <a:pt x="1210" y="1213"/>
                  </a:cubicBezTo>
                  <a:cubicBezTo>
                    <a:pt x="1189" y="1227"/>
                    <a:pt x="1172" y="1233"/>
                    <a:pt x="1157" y="1233"/>
                  </a:cubicBezTo>
                  <a:cubicBezTo>
                    <a:pt x="1083" y="1233"/>
                    <a:pt x="1089" y="1073"/>
                    <a:pt x="1124" y="1013"/>
                  </a:cubicBezTo>
                  <a:cubicBezTo>
                    <a:pt x="1148" y="954"/>
                    <a:pt x="1202" y="924"/>
                    <a:pt x="1260" y="924"/>
                  </a:cubicBezTo>
                  <a:close/>
                  <a:moveTo>
                    <a:pt x="2936" y="0"/>
                  </a:moveTo>
                  <a:lnTo>
                    <a:pt x="2922" y="15"/>
                  </a:lnTo>
                  <a:cubicBezTo>
                    <a:pt x="2894" y="91"/>
                    <a:pt x="2853" y="127"/>
                    <a:pt x="2806" y="127"/>
                  </a:cubicBezTo>
                  <a:cubicBezTo>
                    <a:pt x="2757" y="127"/>
                    <a:pt x="2702" y="88"/>
                    <a:pt x="2651" y="15"/>
                  </a:cubicBezTo>
                  <a:cubicBezTo>
                    <a:pt x="2646" y="6"/>
                    <a:pt x="2642" y="2"/>
                    <a:pt x="2638" y="2"/>
                  </a:cubicBezTo>
                  <a:cubicBezTo>
                    <a:pt x="2629" y="2"/>
                    <a:pt x="2622" y="19"/>
                    <a:pt x="2622" y="29"/>
                  </a:cubicBezTo>
                  <a:cubicBezTo>
                    <a:pt x="2622" y="157"/>
                    <a:pt x="2594" y="286"/>
                    <a:pt x="2551" y="400"/>
                  </a:cubicBezTo>
                  <a:cubicBezTo>
                    <a:pt x="2520" y="440"/>
                    <a:pt x="2494" y="453"/>
                    <a:pt x="2472" y="453"/>
                  </a:cubicBezTo>
                  <a:cubicBezTo>
                    <a:pt x="2420" y="453"/>
                    <a:pt x="2382" y="385"/>
                    <a:pt x="2323" y="385"/>
                  </a:cubicBezTo>
                  <a:cubicBezTo>
                    <a:pt x="2223" y="385"/>
                    <a:pt x="2209" y="500"/>
                    <a:pt x="2194" y="585"/>
                  </a:cubicBezTo>
                  <a:cubicBezTo>
                    <a:pt x="2167" y="570"/>
                    <a:pt x="2143" y="563"/>
                    <a:pt x="2121" y="563"/>
                  </a:cubicBezTo>
                  <a:cubicBezTo>
                    <a:pt x="2064" y="563"/>
                    <a:pt x="2026" y="612"/>
                    <a:pt x="1995" y="685"/>
                  </a:cubicBezTo>
                  <a:cubicBezTo>
                    <a:pt x="1968" y="659"/>
                    <a:pt x="1941" y="647"/>
                    <a:pt x="1914" y="647"/>
                  </a:cubicBezTo>
                  <a:cubicBezTo>
                    <a:pt x="1854" y="647"/>
                    <a:pt x="1800" y="706"/>
                    <a:pt x="1781" y="785"/>
                  </a:cubicBezTo>
                  <a:cubicBezTo>
                    <a:pt x="1728" y="745"/>
                    <a:pt x="1663" y="669"/>
                    <a:pt x="1631" y="669"/>
                  </a:cubicBezTo>
                  <a:cubicBezTo>
                    <a:pt x="1628" y="669"/>
                    <a:pt x="1626" y="670"/>
                    <a:pt x="1624" y="671"/>
                  </a:cubicBezTo>
                  <a:cubicBezTo>
                    <a:pt x="1546" y="682"/>
                    <a:pt x="1520" y="974"/>
                    <a:pt x="1447" y="974"/>
                  </a:cubicBezTo>
                  <a:cubicBezTo>
                    <a:pt x="1425" y="974"/>
                    <a:pt x="1399" y="949"/>
                    <a:pt x="1367" y="885"/>
                  </a:cubicBezTo>
                  <a:cubicBezTo>
                    <a:pt x="1367" y="870"/>
                    <a:pt x="1353" y="870"/>
                    <a:pt x="1353" y="870"/>
                  </a:cubicBezTo>
                  <a:cubicBezTo>
                    <a:pt x="1353" y="856"/>
                    <a:pt x="1338" y="828"/>
                    <a:pt x="1338" y="813"/>
                  </a:cubicBezTo>
                  <a:cubicBezTo>
                    <a:pt x="1304" y="779"/>
                    <a:pt x="1257" y="762"/>
                    <a:pt x="1210" y="762"/>
                  </a:cubicBezTo>
                  <a:cubicBezTo>
                    <a:pt x="1158" y="762"/>
                    <a:pt x="1105" y="783"/>
                    <a:pt x="1067" y="828"/>
                  </a:cubicBezTo>
                  <a:cubicBezTo>
                    <a:pt x="1053" y="856"/>
                    <a:pt x="1025" y="885"/>
                    <a:pt x="1025" y="899"/>
                  </a:cubicBezTo>
                  <a:cubicBezTo>
                    <a:pt x="970" y="1029"/>
                    <a:pt x="933" y="1375"/>
                    <a:pt x="804" y="1375"/>
                  </a:cubicBezTo>
                  <a:cubicBezTo>
                    <a:pt x="764" y="1375"/>
                    <a:pt x="715" y="1341"/>
                    <a:pt x="654" y="1256"/>
                  </a:cubicBezTo>
                  <a:cubicBezTo>
                    <a:pt x="650" y="1247"/>
                    <a:pt x="643" y="1244"/>
                    <a:pt x="636" y="1244"/>
                  </a:cubicBezTo>
                  <a:cubicBezTo>
                    <a:pt x="618" y="1244"/>
                    <a:pt x="597" y="1264"/>
                    <a:pt x="597" y="1284"/>
                  </a:cubicBezTo>
                  <a:cubicBezTo>
                    <a:pt x="597" y="1367"/>
                    <a:pt x="589" y="1481"/>
                    <a:pt x="530" y="1481"/>
                  </a:cubicBezTo>
                  <a:cubicBezTo>
                    <a:pt x="507" y="1481"/>
                    <a:pt x="478" y="1465"/>
                    <a:pt x="440" y="1427"/>
                  </a:cubicBezTo>
                  <a:cubicBezTo>
                    <a:pt x="436" y="1420"/>
                    <a:pt x="433" y="1417"/>
                    <a:pt x="430" y="1417"/>
                  </a:cubicBezTo>
                  <a:cubicBezTo>
                    <a:pt x="419" y="1417"/>
                    <a:pt x="411" y="1445"/>
                    <a:pt x="411" y="1455"/>
                  </a:cubicBezTo>
                  <a:cubicBezTo>
                    <a:pt x="411" y="1526"/>
                    <a:pt x="411" y="1676"/>
                    <a:pt x="330" y="1676"/>
                  </a:cubicBezTo>
                  <a:cubicBezTo>
                    <a:pt x="313" y="1676"/>
                    <a:pt x="293" y="1670"/>
                    <a:pt x="269" y="1655"/>
                  </a:cubicBezTo>
                  <a:cubicBezTo>
                    <a:pt x="197" y="1598"/>
                    <a:pt x="154" y="1527"/>
                    <a:pt x="140" y="1441"/>
                  </a:cubicBezTo>
                  <a:cubicBezTo>
                    <a:pt x="136" y="1428"/>
                    <a:pt x="128" y="1423"/>
                    <a:pt x="121" y="1423"/>
                  </a:cubicBezTo>
                  <a:cubicBezTo>
                    <a:pt x="104" y="1423"/>
                    <a:pt x="88" y="1446"/>
                    <a:pt x="97" y="1455"/>
                  </a:cubicBezTo>
                  <a:cubicBezTo>
                    <a:pt x="126" y="1598"/>
                    <a:pt x="83" y="1755"/>
                    <a:pt x="12" y="1883"/>
                  </a:cubicBezTo>
                  <a:cubicBezTo>
                    <a:pt x="0" y="1895"/>
                    <a:pt x="7" y="1934"/>
                    <a:pt x="33" y="1934"/>
                  </a:cubicBezTo>
                  <a:cubicBezTo>
                    <a:pt x="39" y="1934"/>
                    <a:pt x="46" y="1932"/>
                    <a:pt x="55" y="1926"/>
                  </a:cubicBezTo>
                  <a:cubicBezTo>
                    <a:pt x="126" y="1826"/>
                    <a:pt x="154" y="1712"/>
                    <a:pt x="169" y="1598"/>
                  </a:cubicBezTo>
                  <a:cubicBezTo>
                    <a:pt x="219" y="1673"/>
                    <a:pt x="269" y="1760"/>
                    <a:pt x="339" y="1760"/>
                  </a:cubicBezTo>
                  <a:cubicBezTo>
                    <a:pt x="348" y="1760"/>
                    <a:pt x="358" y="1758"/>
                    <a:pt x="368" y="1755"/>
                  </a:cubicBezTo>
                  <a:cubicBezTo>
                    <a:pt x="454" y="1741"/>
                    <a:pt x="483" y="1641"/>
                    <a:pt x="483" y="1541"/>
                  </a:cubicBezTo>
                  <a:cubicBezTo>
                    <a:pt x="523" y="1578"/>
                    <a:pt x="555" y="1593"/>
                    <a:pt x="579" y="1593"/>
                  </a:cubicBezTo>
                  <a:cubicBezTo>
                    <a:pt x="640" y="1593"/>
                    <a:pt x="658" y="1496"/>
                    <a:pt x="668" y="1384"/>
                  </a:cubicBezTo>
                  <a:cubicBezTo>
                    <a:pt x="718" y="1441"/>
                    <a:pt x="775" y="1473"/>
                    <a:pt x="830" y="1473"/>
                  </a:cubicBezTo>
                  <a:cubicBezTo>
                    <a:pt x="885" y="1473"/>
                    <a:pt x="939" y="1441"/>
                    <a:pt x="982" y="1370"/>
                  </a:cubicBezTo>
                  <a:cubicBezTo>
                    <a:pt x="1010" y="1298"/>
                    <a:pt x="1025" y="1213"/>
                    <a:pt x="1053" y="1142"/>
                  </a:cubicBezTo>
                  <a:cubicBezTo>
                    <a:pt x="1053" y="1184"/>
                    <a:pt x="1082" y="1241"/>
                    <a:pt x="1124" y="1298"/>
                  </a:cubicBezTo>
                  <a:cubicBezTo>
                    <a:pt x="1156" y="1330"/>
                    <a:pt x="1185" y="1343"/>
                    <a:pt x="1212" y="1343"/>
                  </a:cubicBezTo>
                  <a:cubicBezTo>
                    <a:pt x="1307" y="1343"/>
                    <a:pt x="1370" y="1175"/>
                    <a:pt x="1381" y="1042"/>
                  </a:cubicBezTo>
                  <a:cubicBezTo>
                    <a:pt x="1413" y="1081"/>
                    <a:pt x="1449" y="1112"/>
                    <a:pt x="1487" y="1112"/>
                  </a:cubicBezTo>
                  <a:cubicBezTo>
                    <a:pt x="1518" y="1112"/>
                    <a:pt x="1549" y="1092"/>
                    <a:pt x="1581" y="1042"/>
                  </a:cubicBezTo>
                  <a:cubicBezTo>
                    <a:pt x="1609" y="1013"/>
                    <a:pt x="1652" y="799"/>
                    <a:pt x="1681" y="799"/>
                  </a:cubicBezTo>
                  <a:cubicBezTo>
                    <a:pt x="1695" y="799"/>
                    <a:pt x="1795" y="899"/>
                    <a:pt x="1809" y="899"/>
                  </a:cubicBezTo>
                  <a:cubicBezTo>
                    <a:pt x="1838" y="899"/>
                    <a:pt x="1852" y="899"/>
                    <a:pt x="1866" y="870"/>
                  </a:cubicBezTo>
                  <a:cubicBezTo>
                    <a:pt x="1866" y="815"/>
                    <a:pt x="1890" y="784"/>
                    <a:pt x="1934" y="784"/>
                  </a:cubicBezTo>
                  <a:cubicBezTo>
                    <a:pt x="1958" y="784"/>
                    <a:pt x="1988" y="793"/>
                    <a:pt x="2023" y="813"/>
                  </a:cubicBezTo>
                  <a:cubicBezTo>
                    <a:pt x="2032" y="818"/>
                    <a:pt x="2040" y="819"/>
                    <a:pt x="2048" y="819"/>
                  </a:cubicBezTo>
                  <a:cubicBezTo>
                    <a:pt x="2066" y="819"/>
                    <a:pt x="2080" y="809"/>
                    <a:pt x="2080" y="799"/>
                  </a:cubicBezTo>
                  <a:cubicBezTo>
                    <a:pt x="2080" y="735"/>
                    <a:pt x="2112" y="703"/>
                    <a:pt x="2164" y="703"/>
                  </a:cubicBezTo>
                  <a:cubicBezTo>
                    <a:pt x="2182" y="703"/>
                    <a:pt x="2201" y="706"/>
                    <a:pt x="2223" y="714"/>
                  </a:cubicBezTo>
                  <a:cubicBezTo>
                    <a:pt x="2228" y="724"/>
                    <a:pt x="2238" y="728"/>
                    <a:pt x="2250" y="728"/>
                  </a:cubicBezTo>
                  <a:cubicBezTo>
                    <a:pt x="2270" y="728"/>
                    <a:pt x="2294" y="713"/>
                    <a:pt x="2294" y="685"/>
                  </a:cubicBezTo>
                  <a:cubicBezTo>
                    <a:pt x="2294" y="657"/>
                    <a:pt x="2280" y="585"/>
                    <a:pt x="2308" y="542"/>
                  </a:cubicBezTo>
                  <a:cubicBezTo>
                    <a:pt x="2326" y="520"/>
                    <a:pt x="2343" y="512"/>
                    <a:pt x="2358" y="512"/>
                  </a:cubicBezTo>
                  <a:cubicBezTo>
                    <a:pt x="2392" y="512"/>
                    <a:pt x="2422" y="551"/>
                    <a:pt x="2451" y="571"/>
                  </a:cubicBezTo>
                  <a:cubicBezTo>
                    <a:pt x="2465" y="574"/>
                    <a:pt x="2479" y="576"/>
                    <a:pt x="2493" y="576"/>
                  </a:cubicBezTo>
                  <a:cubicBezTo>
                    <a:pt x="2540" y="576"/>
                    <a:pt x="2590" y="557"/>
                    <a:pt x="2622" y="514"/>
                  </a:cubicBezTo>
                  <a:cubicBezTo>
                    <a:pt x="2694" y="385"/>
                    <a:pt x="2722" y="257"/>
                    <a:pt x="2708" y="114"/>
                  </a:cubicBezTo>
                  <a:lnTo>
                    <a:pt x="2708" y="114"/>
                  </a:lnTo>
                  <a:cubicBezTo>
                    <a:pt x="2751" y="179"/>
                    <a:pt x="2811" y="214"/>
                    <a:pt x="2867" y="214"/>
                  </a:cubicBezTo>
                  <a:cubicBezTo>
                    <a:pt x="2922" y="214"/>
                    <a:pt x="2972" y="179"/>
                    <a:pt x="2993" y="100"/>
                  </a:cubicBezTo>
                  <a:cubicBezTo>
                    <a:pt x="3164" y="286"/>
                    <a:pt x="3293" y="514"/>
                    <a:pt x="3378" y="742"/>
                  </a:cubicBezTo>
                  <a:cubicBezTo>
                    <a:pt x="3388" y="760"/>
                    <a:pt x="3397" y="767"/>
                    <a:pt x="3405" y="767"/>
                  </a:cubicBezTo>
                  <a:cubicBezTo>
                    <a:pt x="3422" y="767"/>
                    <a:pt x="3435" y="738"/>
                    <a:pt x="3435" y="728"/>
                  </a:cubicBezTo>
                  <a:cubicBezTo>
                    <a:pt x="3364" y="428"/>
                    <a:pt x="3107" y="229"/>
                    <a:pt x="2965" y="15"/>
                  </a:cubicBezTo>
                  <a:cubicBezTo>
                    <a:pt x="2965" y="0"/>
                    <a:pt x="2936" y="0"/>
                    <a:pt x="2936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3087625" y="1590700"/>
              <a:ext cx="49600" cy="21525"/>
            </a:xfrm>
            <a:custGeom>
              <a:avLst/>
              <a:gdLst/>
              <a:ahLst/>
              <a:cxnLst/>
              <a:rect l="l" t="t" r="r" b="b"/>
              <a:pathLst>
                <a:path w="1984" h="861" extrusionOk="0">
                  <a:moveTo>
                    <a:pt x="1727" y="401"/>
                  </a:moveTo>
                  <a:cubicBezTo>
                    <a:pt x="1769" y="444"/>
                    <a:pt x="1784" y="501"/>
                    <a:pt x="1798" y="544"/>
                  </a:cubicBezTo>
                  <a:cubicBezTo>
                    <a:pt x="1727" y="529"/>
                    <a:pt x="1712" y="458"/>
                    <a:pt x="1727" y="401"/>
                  </a:cubicBezTo>
                  <a:close/>
                  <a:moveTo>
                    <a:pt x="1422" y="0"/>
                  </a:moveTo>
                  <a:cubicBezTo>
                    <a:pt x="1406" y="0"/>
                    <a:pt x="1398" y="34"/>
                    <a:pt x="1398" y="44"/>
                  </a:cubicBezTo>
                  <a:cubicBezTo>
                    <a:pt x="1398" y="144"/>
                    <a:pt x="1356" y="230"/>
                    <a:pt x="1284" y="301"/>
                  </a:cubicBezTo>
                  <a:cubicBezTo>
                    <a:pt x="1256" y="330"/>
                    <a:pt x="1227" y="337"/>
                    <a:pt x="1199" y="337"/>
                  </a:cubicBezTo>
                  <a:cubicBezTo>
                    <a:pt x="1170" y="337"/>
                    <a:pt x="1142" y="330"/>
                    <a:pt x="1113" y="330"/>
                  </a:cubicBezTo>
                  <a:cubicBezTo>
                    <a:pt x="1106" y="328"/>
                    <a:pt x="1098" y="327"/>
                    <a:pt x="1092" y="327"/>
                  </a:cubicBezTo>
                  <a:cubicBezTo>
                    <a:pt x="1033" y="327"/>
                    <a:pt x="998" y="378"/>
                    <a:pt x="985" y="429"/>
                  </a:cubicBezTo>
                  <a:cubicBezTo>
                    <a:pt x="965" y="420"/>
                    <a:pt x="947" y="415"/>
                    <a:pt x="930" y="415"/>
                  </a:cubicBezTo>
                  <a:cubicBezTo>
                    <a:pt x="848" y="415"/>
                    <a:pt x="797" y="518"/>
                    <a:pt x="785" y="601"/>
                  </a:cubicBezTo>
                  <a:cubicBezTo>
                    <a:pt x="759" y="566"/>
                    <a:pt x="723" y="547"/>
                    <a:pt x="682" y="547"/>
                  </a:cubicBezTo>
                  <a:cubicBezTo>
                    <a:pt x="656" y="547"/>
                    <a:pt x="628" y="555"/>
                    <a:pt x="600" y="572"/>
                  </a:cubicBezTo>
                  <a:cubicBezTo>
                    <a:pt x="557" y="615"/>
                    <a:pt x="500" y="686"/>
                    <a:pt x="485" y="757"/>
                  </a:cubicBezTo>
                  <a:cubicBezTo>
                    <a:pt x="390" y="703"/>
                    <a:pt x="346" y="543"/>
                    <a:pt x="229" y="543"/>
                  </a:cubicBezTo>
                  <a:cubicBezTo>
                    <a:pt x="225" y="543"/>
                    <a:pt x="220" y="543"/>
                    <a:pt x="214" y="544"/>
                  </a:cubicBezTo>
                  <a:cubicBezTo>
                    <a:pt x="100" y="572"/>
                    <a:pt x="15" y="729"/>
                    <a:pt x="0" y="829"/>
                  </a:cubicBezTo>
                  <a:cubicBezTo>
                    <a:pt x="0" y="850"/>
                    <a:pt x="4" y="861"/>
                    <a:pt x="9" y="861"/>
                  </a:cubicBezTo>
                  <a:cubicBezTo>
                    <a:pt x="15" y="861"/>
                    <a:pt x="22" y="850"/>
                    <a:pt x="29" y="829"/>
                  </a:cubicBezTo>
                  <a:cubicBezTo>
                    <a:pt x="53" y="756"/>
                    <a:pt x="140" y="600"/>
                    <a:pt x="236" y="600"/>
                  </a:cubicBezTo>
                  <a:cubicBezTo>
                    <a:pt x="252" y="600"/>
                    <a:pt x="269" y="604"/>
                    <a:pt x="286" y="615"/>
                  </a:cubicBezTo>
                  <a:cubicBezTo>
                    <a:pt x="371" y="672"/>
                    <a:pt x="386" y="800"/>
                    <a:pt x="485" y="829"/>
                  </a:cubicBezTo>
                  <a:cubicBezTo>
                    <a:pt x="500" y="829"/>
                    <a:pt x="500" y="829"/>
                    <a:pt x="500" y="815"/>
                  </a:cubicBezTo>
                  <a:cubicBezTo>
                    <a:pt x="541" y="722"/>
                    <a:pt x="589" y="615"/>
                    <a:pt x="666" y="615"/>
                  </a:cubicBezTo>
                  <a:cubicBezTo>
                    <a:pt x="696" y="615"/>
                    <a:pt x="731" y="632"/>
                    <a:pt x="771" y="672"/>
                  </a:cubicBezTo>
                  <a:cubicBezTo>
                    <a:pt x="775" y="676"/>
                    <a:pt x="779" y="678"/>
                    <a:pt x="783" y="678"/>
                  </a:cubicBezTo>
                  <a:cubicBezTo>
                    <a:pt x="792" y="678"/>
                    <a:pt x="799" y="668"/>
                    <a:pt x="799" y="658"/>
                  </a:cubicBezTo>
                  <a:cubicBezTo>
                    <a:pt x="811" y="588"/>
                    <a:pt x="851" y="481"/>
                    <a:pt x="934" y="481"/>
                  </a:cubicBezTo>
                  <a:cubicBezTo>
                    <a:pt x="953" y="481"/>
                    <a:pt x="975" y="487"/>
                    <a:pt x="999" y="501"/>
                  </a:cubicBezTo>
                  <a:cubicBezTo>
                    <a:pt x="1005" y="503"/>
                    <a:pt x="1010" y="504"/>
                    <a:pt x="1015" y="504"/>
                  </a:cubicBezTo>
                  <a:cubicBezTo>
                    <a:pt x="1042" y="504"/>
                    <a:pt x="1042" y="470"/>
                    <a:pt x="1042" y="458"/>
                  </a:cubicBezTo>
                  <a:cubicBezTo>
                    <a:pt x="1028" y="411"/>
                    <a:pt x="1044" y="395"/>
                    <a:pt x="1068" y="395"/>
                  </a:cubicBezTo>
                  <a:cubicBezTo>
                    <a:pt x="1095" y="395"/>
                    <a:pt x="1133" y="414"/>
                    <a:pt x="1156" y="429"/>
                  </a:cubicBezTo>
                  <a:cubicBezTo>
                    <a:pt x="1170" y="433"/>
                    <a:pt x="1184" y="435"/>
                    <a:pt x="1196" y="435"/>
                  </a:cubicBezTo>
                  <a:cubicBezTo>
                    <a:pt x="1234" y="435"/>
                    <a:pt x="1267" y="419"/>
                    <a:pt x="1299" y="387"/>
                  </a:cubicBezTo>
                  <a:cubicBezTo>
                    <a:pt x="1370" y="330"/>
                    <a:pt x="1441" y="244"/>
                    <a:pt x="1470" y="144"/>
                  </a:cubicBezTo>
                  <a:cubicBezTo>
                    <a:pt x="1513" y="187"/>
                    <a:pt x="1570" y="230"/>
                    <a:pt x="1627" y="287"/>
                  </a:cubicBezTo>
                  <a:lnTo>
                    <a:pt x="1698" y="330"/>
                  </a:lnTo>
                  <a:cubicBezTo>
                    <a:pt x="1698" y="358"/>
                    <a:pt x="1670" y="358"/>
                    <a:pt x="1670" y="372"/>
                  </a:cubicBezTo>
                  <a:cubicBezTo>
                    <a:pt x="1641" y="501"/>
                    <a:pt x="1712" y="615"/>
                    <a:pt x="1841" y="658"/>
                  </a:cubicBezTo>
                  <a:cubicBezTo>
                    <a:pt x="1855" y="658"/>
                    <a:pt x="1869" y="643"/>
                    <a:pt x="1869" y="643"/>
                  </a:cubicBezTo>
                  <a:cubicBezTo>
                    <a:pt x="1912" y="529"/>
                    <a:pt x="1869" y="429"/>
                    <a:pt x="1798" y="330"/>
                  </a:cubicBezTo>
                  <a:cubicBezTo>
                    <a:pt x="1855" y="301"/>
                    <a:pt x="1926" y="301"/>
                    <a:pt x="1983" y="258"/>
                  </a:cubicBezTo>
                  <a:cubicBezTo>
                    <a:pt x="1969" y="258"/>
                    <a:pt x="1983" y="187"/>
                    <a:pt x="1926" y="187"/>
                  </a:cubicBezTo>
                  <a:cubicBezTo>
                    <a:pt x="1841" y="187"/>
                    <a:pt x="1769" y="230"/>
                    <a:pt x="1712" y="287"/>
                  </a:cubicBezTo>
                  <a:cubicBezTo>
                    <a:pt x="1627" y="187"/>
                    <a:pt x="1513" y="101"/>
                    <a:pt x="1441" y="16"/>
                  </a:cubicBezTo>
                  <a:cubicBezTo>
                    <a:pt x="1434" y="4"/>
                    <a:pt x="1427" y="0"/>
                    <a:pt x="142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3134350" y="1555775"/>
              <a:ext cx="50650" cy="29725"/>
            </a:xfrm>
            <a:custGeom>
              <a:avLst/>
              <a:gdLst/>
              <a:ahLst/>
              <a:cxnLst/>
              <a:rect l="l" t="t" r="r" b="b"/>
              <a:pathLst>
                <a:path w="2026" h="1189" extrusionOk="0">
                  <a:moveTo>
                    <a:pt x="1983" y="0"/>
                  </a:moveTo>
                  <a:lnTo>
                    <a:pt x="1983" y="0"/>
                  </a:lnTo>
                  <a:cubicBezTo>
                    <a:pt x="1969" y="57"/>
                    <a:pt x="1969" y="129"/>
                    <a:pt x="1898" y="143"/>
                  </a:cubicBezTo>
                  <a:cubicBezTo>
                    <a:pt x="1888" y="145"/>
                    <a:pt x="1878" y="146"/>
                    <a:pt x="1869" y="146"/>
                  </a:cubicBezTo>
                  <a:cubicBezTo>
                    <a:pt x="1811" y="146"/>
                    <a:pt x="1765" y="111"/>
                    <a:pt x="1741" y="86"/>
                  </a:cubicBezTo>
                  <a:cubicBezTo>
                    <a:pt x="1733" y="83"/>
                    <a:pt x="1726" y="82"/>
                    <a:pt x="1721" y="82"/>
                  </a:cubicBezTo>
                  <a:cubicBezTo>
                    <a:pt x="1698" y="82"/>
                    <a:pt x="1698" y="106"/>
                    <a:pt x="1698" y="129"/>
                  </a:cubicBezTo>
                  <a:cubicBezTo>
                    <a:pt x="1698" y="157"/>
                    <a:pt x="1684" y="271"/>
                    <a:pt x="1641" y="286"/>
                  </a:cubicBezTo>
                  <a:cubicBezTo>
                    <a:pt x="1639" y="287"/>
                    <a:pt x="1636" y="287"/>
                    <a:pt x="1633" y="287"/>
                  </a:cubicBezTo>
                  <a:cubicBezTo>
                    <a:pt x="1599" y="287"/>
                    <a:pt x="1523" y="212"/>
                    <a:pt x="1484" y="186"/>
                  </a:cubicBezTo>
                  <a:cubicBezTo>
                    <a:pt x="1475" y="173"/>
                    <a:pt x="1466" y="168"/>
                    <a:pt x="1459" y="168"/>
                  </a:cubicBezTo>
                  <a:cubicBezTo>
                    <a:pt x="1441" y="168"/>
                    <a:pt x="1427" y="195"/>
                    <a:pt x="1427" y="214"/>
                  </a:cubicBezTo>
                  <a:cubicBezTo>
                    <a:pt x="1427" y="297"/>
                    <a:pt x="1387" y="486"/>
                    <a:pt x="1281" y="486"/>
                  </a:cubicBezTo>
                  <a:cubicBezTo>
                    <a:pt x="1278" y="486"/>
                    <a:pt x="1274" y="486"/>
                    <a:pt x="1270" y="485"/>
                  </a:cubicBezTo>
                  <a:cubicBezTo>
                    <a:pt x="1241" y="485"/>
                    <a:pt x="1213" y="457"/>
                    <a:pt x="1199" y="443"/>
                  </a:cubicBezTo>
                  <a:cubicBezTo>
                    <a:pt x="1213" y="329"/>
                    <a:pt x="1170" y="200"/>
                    <a:pt x="1056" y="100"/>
                  </a:cubicBezTo>
                  <a:cubicBezTo>
                    <a:pt x="1052" y="98"/>
                    <a:pt x="1048" y="97"/>
                    <a:pt x="1044" y="97"/>
                  </a:cubicBezTo>
                  <a:cubicBezTo>
                    <a:pt x="1020" y="97"/>
                    <a:pt x="999" y="131"/>
                    <a:pt x="999" y="143"/>
                  </a:cubicBezTo>
                  <a:cubicBezTo>
                    <a:pt x="999" y="271"/>
                    <a:pt x="1042" y="386"/>
                    <a:pt x="1113" y="500"/>
                  </a:cubicBezTo>
                  <a:cubicBezTo>
                    <a:pt x="1113" y="571"/>
                    <a:pt x="1070" y="642"/>
                    <a:pt x="1027" y="699"/>
                  </a:cubicBezTo>
                  <a:cubicBezTo>
                    <a:pt x="1004" y="714"/>
                    <a:pt x="981" y="718"/>
                    <a:pt x="960" y="718"/>
                  </a:cubicBezTo>
                  <a:cubicBezTo>
                    <a:pt x="916" y="718"/>
                    <a:pt x="875" y="699"/>
                    <a:pt x="828" y="699"/>
                  </a:cubicBezTo>
                  <a:cubicBezTo>
                    <a:pt x="771" y="699"/>
                    <a:pt x="756" y="742"/>
                    <a:pt x="742" y="785"/>
                  </a:cubicBezTo>
                  <a:cubicBezTo>
                    <a:pt x="718" y="768"/>
                    <a:pt x="696" y="761"/>
                    <a:pt x="676" y="761"/>
                  </a:cubicBezTo>
                  <a:cubicBezTo>
                    <a:pt x="611" y="761"/>
                    <a:pt x="564" y="837"/>
                    <a:pt x="542" y="913"/>
                  </a:cubicBezTo>
                  <a:cubicBezTo>
                    <a:pt x="508" y="887"/>
                    <a:pt x="477" y="875"/>
                    <a:pt x="449" y="875"/>
                  </a:cubicBezTo>
                  <a:cubicBezTo>
                    <a:pt x="371" y="875"/>
                    <a:pt x="317" y="962"/>
                    <a:pt x="286" y="1056"/>
                  </a:cubicBezTo>
                  <a:cubicBezTo>
                    <a:pt x="243" y="1013"/>
                    <a:pt x="186" y="985"/>
                    <a:pt x="114" y="985"/>
                  </a:cubicBezTo>
                  <a:cubicBezTo>
                    <a:pt x="0" y="985"/>
                    <a:pt x="29" y="1099"/>
                    <a:pt x="43" y="1170"/>
                  </a:cubicBezTo>
                  <a:cubicBezTo>
                    <a:pt x="43" y="1184"/>
                    <a:pt x="46" y="1189"/>
                    <a:pt x="50" y="1189"/>
                  </a:cubicBezTo>
                  <a:cubicBezTo>
                    <a:pt x="58" y="1189"/>
                    <a:pt x="72" y="1166"/>
                    <a:pt x="72" y="1156"/>
                  </a:cubicBezTo>
                  <a:cubicBezTo>
                    <a:pt x="66" y="1100"/>
                    <a:pt x="89" y="1080"/>
                    <a:pt x="122" y="1080"/>
                  </a:cubicBezTo>
                  <a:cubicBezTo>
                    <a:pt x="182" y="1080"/>
                    <a:pt x="277" y="1143"/>
                    <a:pt x="314" y="1170"/>
                  </a:cubicBezTo>
                  <a:cubicBezTo>
                    <a:pt x="318" y="1179"/>
                    <a:pt x="324" y="1182"/>
                    <a:pt x="329" y="1182"/>
                  </a:cubicBezTo>
                  <a:cubicBezTo>
                    <a:pt x="343" y="1182"/>
                    <a:pt x="357" y="1162"/>
                    <a:pt x="357" y="1142"/>
                  </a:cubicBezTo>
                  <a:cubicBezTo>
                    <a:pt x="357" y="1057"/>
                    <a:pt x="396" y="981"/>
                    <a:pt x="462" y="981"/>
                  </a:cubicBezTo>
                  <a:cubicBezTo>
                    <a:pt x="485" y="981"/>
                    <a:pt x="512" y="991"/>
                    <a:pt x="542" y="1013"/>
                  </a:cubicBezTo>
                  <a:lnTo>
                    <a:pt x="571" y="1013"/>
                  </a:lnTo>
                  <a:cubicBezTo>
                    <a:pt x="603" y="959"/>
                    <a:pt x="627" y="865"/>
                    <a:pt x="680" y="865"/>
                  </a:cubicBezTo>
                  <a:cubicBezTo>
                    <a:pt x="697" y="865"/>
                    <a:pt x="718" y="875"/>
                    <a:pt x="742" y="899"/>
                  </a:cubicBezTo>
                  <a:cubicBezTo>
                    <a:pt x="744" y="901"/>
                    <a:pt x="746" y="902"/>
                    <a:pt x="748" y="902"/>
                  </a:cubicBezTo>
                  <a:cubicBezTo>
                    <a:pt x="760" y="902"/>
                    <a:pt x="771" y="871"/>
                    <a:pt x="771" y="871"/>
                  </a:cubicBezTo>
                  <a:cubicBezTo>
                    <a:pt x="777" y="807"/>
                    <a:pt x="800" y="792"/>
                    <a:pt x="833" y="792"/>
                  </a:cubicBezTo>
                  <a:cubicBezTo>
                    <a:pt x="864" y="792"/>
                    <a:pt x="902" y="805"/>
                    <a:pt x="943" y="805"/>
                  </a:cubicBezTo>
                  <a:cubicBezTo>
                    <a:pt x="957" y="805"/>
                    <a:pt x="971" y="803"/>
                    <a:pt x="985" y="799"/>
                  </a:cubicBezTo>
                  <a:cubicBezTo>
                    <a:pt x="1070" y="785"/>
                    <a:pt x="1127" y="714"/>
                    <a:pt x="1141" y="628"/>
                  </a:cubicBezTo>
                  <a:cubicBezTo>
                    <a:pt x="1141" y="614"/>
                    <a:pt x="1170" y="585"/>
                    <a:pt x="1170" y="557"/>
                  </a:cubicBezTo>
                  <a:cubicBezTo>
                    <a:pt x="1199" y="571"/>
                    <a:pt x="1241" y="585"/>
                    <a:pt x="1270" y="585"/>
                  </a:cubicBezTo>
                  <a:cubicBezTo>
                    <a:pt x="1276" y="586"/>
                    <a:pt x="1281" y="586"/>
                    <a:pt x="1287" y="586"/>
                  </a:cubicBezTo>
                  <a:cubicBezTo>
                    <a:pt x="1430" y="586"/>
                    <a:pt x="1470" y="409"/>
                    <a:pt x="1470" y="286"/>
                  </a:cubicBezTo>
                  <a:cubicBezTo>
                    <a:pt x="1492" y="330"/>
                    <a:pt x="1540" y="366"/>
                    <a:pt x="1587" y="366"/>
                  </a:cubicBezTo>
                  <a:cubicBezTo>
                    <a:pt x="1601" y="366"/>
                    <a:pt x="1614" y="363"/>
                    <a:pt x="1626" y="357"/>
                  </a:cubicBezTo>
                  <a:cubicBezTo>
                    <a:pt x="1684" y="329"/>
                    <a:pt x="1698" y="229"/>
                    <a:pt x="1698" y="143"/>
                  </a:cubicBezTo>
                  <a:cubicBezTo>
                    <a:pt x="1739" y="174"/>
                    <a:pt x="1795" y="197"/>
                    <a:pt x="1844" y="197"/>
                  </a:cubicBezTo>
                  <a:cubicBezTo>
                    <a:pt x="1863" y="197"/>
                    <a:pt x="1882" y="194"/>
                    <a:pt x="1898" y="186"/>
                  </a:cubicBezTo>
                  <a:cubicBezTo>
                    <a:pt x="1997" y="157"/>
                    <a:pt x="2026" y="57"/>
                    <a:pt x="1983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3187125" y="1548275"/>
              <a:ext cx="9300" cy="7525"/>
            </a:xfrm>
            <a:custGeom>
              <a:avLst/>
              <a:gdLst/>
              <a:ahLst/>
              <a:cxnLst/>
              <a:rect l="l" t="t" r="r" b="b"/>
              <a:pathLst>
                <a:path w="372" h="301" extrusionOk="0">
                  <a:moveTo>
                    <a:pt x="371" y="1"/>
                  </a:moveTo>
                  <a:lnTo>
                    <a:pt x="371" y="1"/>
                  </a:lnTo>
                  <a:cubicBezTo>
                    <a:pt x="371" y="58"/>
                    <a:pt x="343" y="101"/>
                    <a:pt x="300" y="158"/>
                  </a:cubicBezTo>
                  <a:lnTo>
                    <a:pt x="143" y="215"/>
                  </a:lnTo>
                  <a:cubicBezTo>
                    <a:pt x="100" y="215"/>
                    <a:pt x="58" y="229"/>
                    <a:pt x="15" y="243"/>
                  </a:cubicBezTo>
                  <a:cubicBezTo>
                    <a:pt x="1" y="243"/>
                    <a:pt x="1" y="300"/>
                    <a:pt x="15" y="300"/>
                  </a:cubicBezTo>
                  <a:lnTo>
                    <a:pt x="229" y="243"/>
                  </a:lnTo>
                  <a:cubicBezTo>
                    <a:pt x="243" y="243"/>
                    <a:pt x="286" y="229"/>
                    <a:pt x="300" y="215"/>
                  </a:cubicBezTo>
                  <a:cubicBezTo>
                    <a:pt x="314" y="201"/>
                    <a:pt x="343" y="158"/>
                    <a:pt x="357" y="129"/>
                  </a:cubicBezTo>
                  <a:cubicBezTo>
                    <a:pt x="371" y="86"/>
                    <a:pt x="371" y="44"/>
                    <a:pt x="37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3216075" y="1492750"/>
              <a:ext cx="85900" cy="48625"/>
            </a:xfrm>
            <a:custGeom>
              <a:avLst/>
              <a:gdLst/>
              <a:ahLst/>
              <a:cxnLst/>
              <a:rect l="l" t="t" r="r" b="b"/>
              <a:pathLst>
                <a:path w="3436" h="1945" extrusionOk="0">
                  <a:moveTo>
                    <a:pt x="1279" y="915"/>
                  </a:moveTo>
                  <a:cubicBezTo>
                    <a:pt x="1294" y="915"/>
                    <a:pt x="1309" y="918"/>
                    <a:pt x="1325" y="924"/>
                  </a:cubicBezTo>
                  <a:cubicBezTo>
                    <a:pt x="1339" y="1024"/>
                    <a:pt x="1296" y="1138"/>
                    <a:pt x="1225" y="1195"/>
                  </a:cubicBezTo>
                  <a:cubicBezTo>
                    <a:pt x="1204" y="1213"/>
                    <a:pt x="1187" y="1221"/>
                    <a:pt x="1173" y="1221"/>
                  </a:cubicBezTo>
                  <a:cubicBezTo>
                    <a:pt x="1112" y="1221"/>
                    <a:pt x="1116" y="1068"/>
                    <a:pt x="1139" y="1009"/>
                  </a:cubicBezTo>
                  <a:cubicBezTo>
                    <a:pt x="1173" y="953"/>
                    <a:pt x="1224" y="915"/>
                    <a:pt x="1279" y="915"/>
                  </a:cubicBezTo>
                  <a:close/>
                  <a:moveTo>
                    <a:pt x="2969" y="0"/>
                  </a:moveTo>
                  <a:cubicBezTo>
                    <a:pt x="2962" y="0"/>
                    <a:pt x="2951" y="4"/>
                    <a:pt x="2937" y="11"/>
                  </a:cubicBezTo>
                  <a:lnTo>
                    <a:pt x="2922" y="25"/>
                  </a:lnTo>
                  <a:cubicBezTo>
                    <a:pt x="2895" y="102"/>
                    <a:pt x="2853" y="137"/>
                    <a:pt x="2806" y="137"/>
                  </a:cubicBezTo>
                  <a:cubicBezTo>
                    <a:pt x="2757" y="137"/>
                    <a:pt x="2702" y="98"/>
                    <a:pt x="2651" y="25"/>
                  </a:cubicBezTo>
                  <a:cubicBezTo>
                    <a:pt x="2647" y="16"/>
                    <a:pt x="2643" y="13"/>
                    <a:pt x="2639" y="13"/>
                  </a:cubicBezTo>
                  <a:cubicBezTo>
                    <a:pt x="2630" y="13"/>
                    <a:pt x="2623" y="29"/>
                    <a:pt x="2623" y="39"/>
                  </a:cubicBezTo>
                  <a:cubicBezTo>
                    <a:pt x="2637" y="168"/>
                    <a:pt x="2594" y="310"/>
                    <a:pt x="2552" y="410"/>
                  </a:cubicBezTo>
                  <a:cubicBezTo>
                    <a:pt x="2525" y="450"/>
                    <a:pt x="2501" y="464"/>
                    <a:pt x="2478" y="464"/>
                  </a:cubicBezTo>
                  <a:cubicBezTo>
                    <a:pt x="2428" y="464"/>
                    <a:pt x="2382" y="396"/>
                    <a:pt x="2323" y="396"/>
                  </a:cubicBezTo>
                  <a:cubicBezTo>
                    <a:pt x="2223" y="396"/>
                    <a:pt x="2209" y="510"/>
                    <a:pt x="2195" y="596"/>
                  </a:cubicBezTo>
                  <a:cubicBezTo>
                    <a:pt x="2175" y="580"/>
                    <a:pt x="2155" y="573"/>
                    <a:pt x="2134" y="573"/>
                  </a:cubicBezTo>
                  <a:cubicBezTo>
                    <a:pt x="2080" y="573"/>
                    <a:pt x="2026" y="623"/>
                    <a:pt x="1995" y="695"/>
                  </a:cubicBezTo>
                  <a:cubicBezTo>
                    <a:pt x="1969" y="669"/>
                    <a:pt x="1943" y="658"/>
                    <a:pt x="1918" y="658"/>
                  </a:cubicBezTo>
                  <a:cubicBezTo>
                    <a:pt x="1861" y="658"/>
                    <a:pt x="1811" y="716"/>
                    <a:pt x="1781" y="795"/>
                  </a:cubicBezTo>
                  <a:cubicBezTo>
                    <a:pt x="1728" y="756"/>
                    <a:pt x="1663" y="680"/>
                    <a:pt x="1631" y="680"/>
                  </a:cubicBezTo>
                  <a:cubicBezTo>
                    <a:pt x="1629" y="680"/>
                    <a:pt x="1626" y="680"/>
                    <a:pt x="1624" y="681"/>
                  </a:cubicBezTo>
                  <a:cubicBezTo>
                    <a:pt x="1547" y="692"/>
                    <a:pt x="1521" y="985"/>
                    <a:pt x="1447" y="985"/>
                  </a:cubicBezTo>
                  <a:cubicBezTo>
                    <a:pt x="1426" y="985"/>
                    <a:pt x="1400" y="960"/>
                    <a:pt x="1367" y="895"/>
                  </a:cubicBezTo>
                  <a:cubicBezTo>
                    <a:pt x="1367" y="881"/>
                    <a:pt x="1353" y="881"/>
                    <a:pt x="1353" y="881"/>
                  </a:cubicBezTo>
                  <a:cubicBezTo>
                    <a:pt x="1353" y="867"/>
                    <a:pt x="1353" y="838"/>
                    <a:pt x="1339" y="824"/>
                  </a:cubicBezTo>
                  <a:cubicBezTo>
                    <a:pt x="1305" y="790"/>
                    <a:pt x="1258" y="772"/>
                    <a:pt x="1210" y="772"/>
                  </a:cubicBezTo>
                  <a:cubicBezTo>
                    <a:pt x="1158" y="772"/>
                    <a:pt x="1105" y="793"/>
                    <a:pt x="1068" y="838"/>
                  </a:cubicBezTo>
                  <a:cubicBezTo>
                    <a:pt x="1054" y="867"/>
                    <a:pt x="1025" y="895"/>
                    <a:pt x="1025" y="909"/>
                  </a:cubicBezTo>
                  <a:cubicBezTo>
                    <a:pt x="971" y="1040"/>
                    <a:pt x="933" y="1385"/>
                    <a:pt x="805" y="1385"/>
                  </a:cubicBezTo>
                  <a:cubicBezTo>
                    <a:pt x="765" y="1385"/>
                    <a:pt x="715" y="1351"/>
                    <a:pt x="654" y="1266"/>
                  </a:cubicBezTo>
                  <a:cubicBezTo>
                    <a:pt x="650" y="1262"/>
                    <a:pt x="645" y="1260"/>
                    <a:pt x="638" y="1260"/>
                  </a:cubicBezTo>
                  <a:cubicBezTo>
                    <a:pt x="620" y="1260"/>
                    <a:pt x="597" y="1274"/>
                    <a:pt x="597" y="1295"/>
                  </a:cubicBezTo>
                  <a:cubicBezTo>
                    <a:pt x="597" y="1378"/>
                    <a:pt x="590" y="1491"/>
                    <a:pt x="530" y="1491"/>
                  </a:cubicBezTo>
                  <a:cubicBezTo>
                    <a:pt x="508" y="1491"/>
                    <a:pt x="479" y="1476"/>
                    <a:pt x="440" y="1437"/>
                  </a:cubicBezTo>
                  <a:cubicBezTo>
                    <a:pt x="437" y="1430"/>
                    <a:pt x="433" y="1428"/>
                    <a:pt x="430" y="1428"/>
                  </a:cubicBezTo>
                  <a:cubicBezTo>
                    <a:pt x="420" y="1428"/>
                    <a:pt x="412" y="1455"/>
                    <a:pt x="412" y="1466"/>
                  </a:cubicBezTo>
                  <a:cubicBezTo>
                    <a:pt x="412" y="1537"/>
                    <a:pt x="412" y="1686"/>
                    <a:pt x="330" y="1686"/>
                  </a:cubicBezTo>
                  <a:cubicBezTo>
                    <a:pt x="313" y="1686"/>
                    <a:pt x="293" y="1680"/>
                    <a:pt x="269" y="1665"/>
                  </a:cubicBezTo>
                  <a:cubicBezTo>
                    <a:pt x="198" y="1608"/>
                    <a:pt x="155" y="1537"/>
                    <a:pt x="141" y="1452"/>
                  </a:cubicBezTo>
                  <a:cubicBezTo>
                    <a:pt x="141" y="1438"/>
                    <a:pt x="135" y="1433"/>
                    <a:pt x="128" y="1433"/>
                  </a:cubicBezTo>
                  <a:cubicBezTo>
                    <a:pt x="112" y="1433"/>
                    <a:pt x="88" y="1456"/>
                    <a:pt x="98" y="1466"/>
                  </a:cubicBezTo>
                  <a:cubicBezTo>
                    <a:pt x="126" y="1608"/>
                    <a:pt x="84" y="1765"/>
                    <a:pt x="12" y="1894"/>
                  </a:cubicBezTo>
                  <a:cubicBezTo>
                    <a:pt x="1" y="1905"/>
                    <a:pt x="8" y="1944"/>
                    <a:pt x="33" y="1944"/>
                  </a:cubicBezTo>
                  <a:cubicBezTo>
                    <a:pt x="39" y="1944"/>
                    <a:pt x="47" y="1942"/>
                    <a:pt x="55" y="1937"/>
                  </a:cubicBezTo>
                  <a:cubicBezTo>
                    <a:pt x="126" y="1837"/>
                    <a:pt x="155" y="1723"/>
                    <a:pt x="169" y="1608"/>
                  </a:cubicBezTo>
                  <a:cubicBezTo>
                    <a:pt x="207" y="1684"/>
                    <a:pt x="267" y="1770"/>
                    <a:pt x="339" y="1770"/>
                  </a:cubicBezTo>
                  <a:cubicBezTo>
                    <a:pt x="349" y="1770"/>
                    <a:pt x="359" y="1769"/>
                    <a:pt x="369" y="1765"/>
                  </a:cubicBezTo>
                  <a:cubicBezTo>
                    <a:pt x="454" y="1751"/>
                    <a:pt x="483" y="1651"/>
                    <a:pt x="483" y="1551"/>
                  </a:cubicBezTo>
                  <a:cubicBezTo>
                    <a:pt x="524" y="1588"/>
                    <a:pt x="555" y="1604"/>
                    <a:pt x="580" y="1604"/>
                  </a:cubicBezTo>
                  <a:cubicBezTo>
                    <a:pt x="642" y="1604"/>
                    <a:pt x="662" y="1506"/>
                    <a:pt x="683" y="1394"/>
                  </a:cubicBezTo>
                  <a:cubicBezTo>
                    <a:pt x="726" y="1452"/>
                    <a:pt x="779" y="1484"/>
                    <a:pt x="833" y="1484"/>
                  </a:cubicBezTo>
                  <a:cubicBezTo>
                    <a:pt x="886" y="1484"/>
                    <a:pt x="940" y="1452"/>
                    <a:pt x="982" y="1380"/>
                  </a:cubicBezTo>
                  <a:cubicBezTo>
                    <a:pt x="1011" y="1309"/>
                    <a:pt x="1039" y="1223"/>
                    <a:pt x="1054" y="1152"/>
                  </a:cubicBezTo>
                  <a:cubicBezTo>
                    <a:pt x="1054" y="1195"/>
                    <a:pt x="1082" y="1252"/>
                    <a:pt x="1125" y="1309"/>
                  </a:cubicBezTo>
                  <a:cubicBezTo>
                    <a:pt x="1156" y="1340"/>
                    <a:pt x="1186" y="1354"/>
                    <a:pt x="1213" y="1354"/>
                  </a:cubicBezTo>
                  <a:cubicBezTo>
                    <a:pt x="1308" y="1354"/>
                    <a:pt x="1374" y="1186"/>
                    <a:pt x="1396" y="1052"/>
                  </a:cubicBezTo>
                  <a:cubicBezTo>
                    <a:pt x="1420" y="1092"/>
                    <a:pt x="1452" y="1123"/>
                    <a:pt x="1489" y="1123"/>
                  </a:cubicBezTo>
                  <a:cubicBezTo>
                    <a:pt x="1518" y="1123"/>
                    <a:pt x="1550" y="1103"/>
                    <a:pt x="1581" y="1052"/>
                  </a:cubicBezTo>
                  <a:cubicBezTo>
                    <a:pt x="1610" y="1024"/>
                    <a:pt x="1653" y="810"/>
                    <a:pt x="1681" y="810"/>
                  </a:cubicBezTo>
                  <a:cubicBezTo>
                    <a:pt x="1696" y="810"/>
                    <a:pt x="1795" y="909"/>
                    <a:pt x="1824" y="938"/>
                  </a:cubicBezTo>
                  <a:cubicBezTo>
                    <a:pt x="1828" y="942"/>
                    <a:pt x="1831" y="943"/>
                    <a:pt x="1835" y="943"/>
                  </a:cubicBezTo>
                  <a:cubicBezTo>
                    <a:pt x="1845" y="943"/>
                    <a:pt x="1856" y="927"/>
                    <a:pt x="1867" y="895"/>
                  </a:cubicBezTo>
                  <a:cubicBezTo>
                    <a:pt x="1867" y="840"/>
                    <a:pt x="1890" y="815"/>
                    <a:pt x="1933" y="815"/>
                  </a:cubicBezTo>
                  <a:cubicBezTo>
                    <a:pt x="1958" y="815"/>
                    <a:pt x="1988" y="823"/>
                    <a:pt x="2024" y="838"/>
                  </a:cubicBezTo>
                  <a:cubicBezTo>
                    <a:pt x="2033" y="847"/>
                    <a:pt x="2041" y="850"/>
                    <a:pt x="2049" y="850"/>
                  </a:cubicBezTo>
                  <a:cubicBezTo>
                    <a:pt x="2067" y="850"/>
                    <a:pt x="2081" y="834"/>
                    <a:pt x="2081" y="824"/>
                  </a:cubicBezTo>
                  <a:cubicBezTo>
                    <a:pt x="2081" y="757"/>
                    <a:pt x="2116" y="733"/>
                    <a:pt x="2172" y="733"/>
                  </a:cubicBezTo>
                  <a:cubicBezTo>
                    <a:pt x="2188" y="733"/>
                    <a:pt x="2205" y="735"/>
                    <a:pt x="2223" y="738"/>
                  </a:cubicBezTo>
                  <a:cubicBezTo>
                    <a:pt x="2229" y="749"/>
                    <a:pt x="2241" y="754"/>
                    <a:pt x="2253" y="754"/>
                  </a:cubicBezTo>
                  <a:cubicBezTo>
                    <a:pt x="2273" y="754"/>
                    <a:pt x="2295" y="742"/>
                    <a:pt x="2295" y="724"/>
                  </a:cubicBezTo>
                  <a:cubicBezTo>
                    <a:pt x="2295" y="681"/>
                    <a:pt x="2280" y="610"/>
                    <a:pt x="2309" y="581"/>
                  </a:cubicBezTo>
                  <a:cubicBezTo>
                    <a:pt x="2327" y="558"/>
                    <a:pt x="2344" y="550"/>
                    <a:pt x="2360" y="550"/>
                  </a:cubicBezTo>
                  <a:cubicBezTo>
                    <a:pt x="2394" y="550"/>
                    <a:pt x="2423" y="586"/>
                    <a:pt x="2452" y="596"/>
                  </a:cubicBezTo>
                  <a:cubicBezTo>
                    <a:pt x="2465" y="599"/>
                    <a:pt x="2479" y="601"/>
                    <a:pt x="2494" y="601"/>
                  </a:cubicBezTo>
                  <a:cubicBezTo>
                    <a:pt x="2541" y="601"/>
                    <a:pt x="2590" y="582"/>
                    <a:pt x="2623" y="539"/>
                  </a:cubicBezTo>
                  <a:cubicBezTo>
                    <a:pt x="2694" y="410"/>
                    <a:pt x="2723" y="296"/>
                    <a:pt x="2708" y="153"/>
                  </a:cubicBezTo>
                  <a:lnTo>
                    <a:pt x="2708" y="153"/>
                  </a:lnTo>
                  <a:cubicBezTo>
                    <a:pt x="2751" y="210"/>
                    <a:pt x="2812" y="246"/>
                    <a:pt x="2867" y="246"/>
                  </a:cubicBezTo>
                  <a:cubicBezTo>
                    <a:pt x="2922" y="246"/>
                    <a:pt x="2972" y="210"/>
                    <a:pt x="2994" y="125"/>
                  </a:cubicBezTo>
                  <a:cubicBezTo>
                    <a:pt x="3165" y="310"/>
                    <a:pt x="3293" y="539"/>
                    <a:pt x="3379" y="767"/>
                  </a:cubicBezTo>
                  <a:cubicBezTo>
                    <a:pt x="3388" y="785"/>
                    <a:pt x="3397" y="792"/>
                    <a:pt x="3405" y="792"/>
                  </a:cubicBezTo>
                  <a:cubicBezTo>
                    <a:pt x="3423" y="792"/>
                    <a:pt x="3436" y="762"/>
                    <a:pt x="3436" y="753"/>
                  </a:cubicBezTo>
                  <a:cubicBezTo>
                    <a:pt x="3407" y="424"/>
                    <a:pt x="3136" y="239"/>
                    <a:pt x="2979" y="11"/>
                  </a:cubicBezTo>
                  <a:cubicBezTo>
                    <a:pt x="2979" y="4"/>
                    <a:pt x="2976" y="0"/>
                    <a:pt x="296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2997175" y="1506250"/>
              <a:ext cx="81125" cy="53950"/>
            </a:xfrm>
            <a:custGeom>
              <a:avLst/>
              <a:gdLst/>
              <a:ahLst/>
              <a:cxnLst/>
              <a:rect l="l" t="t" r="r" b="b"/>
              <a:pathLst>
                <a:path w="3245" h="2158" extrusionOk="0">
                  <a:moveTo>
                    <a:pt x="3187" y="972"/>
                  </a:moveTo>
                  <a:cubicBezTo>
                    <a:pt x="3183" y="976"/>
                    <a:pt x="3184" y="979"/>
                    <a:pt x="3190" y="983"/>
                  </a:cubicBezTo>
                  <a:cubicBezTo>
                    <a:pt x="3189" y="979"/>
                    <a:pt x="3188" y="975"/>
                    <a:pt x="3187" y="972"/>
                  </a:cubicBezTo>
                  <a:close/>
                  <a:moveTo>
                    <a:pt x="2743" y="0"/>
                  </a:moveTo>
                  <a:cubicBezTo>
                    <a:pt x="2731" y="0"/>
                    <a:pt x="2718" y="8"/>
                    <a:pt x="2705" y="27"/>
                  </a:cubicBezTo>
                  <a:cubicBezTo>
                    <a:pt x="2677" y="127"/>
                    <a:pt x="2734" y="398"/>
                    <a:pt x="2606" y="426"/>
                  </a:cubicBezTo>
                  <a:cubicBezTo>
                    <a:pt x="2597" y="431"/>
                    <a:pt x="2588" y="433"/>
                    <a:pt x="2580" y="433"/>
                  </a:cubicBezTo>
                  <a:cubicBezTo>
                    <a:pt x="2508" y="433"/>
                    <a:pt x="2454" y="279"/>
                    <a:pt x="2377" y="241"/>
                  </a:cubicBezTo>
                  <a:cubicBezTo>
                    <a:pt x="2349" y="241"/>
                    <a:pt x="2335" y="241"/>
                    <a:pt x="2335" y="255"/>
                  </a:cubicBezTo>
                  <a:cubicBezTo>
                    <a:pt x="2263" y="384"/>
                    <a:pt x="2278" y="555"/>
                    <a:pt x="2206" y="683"/>
                  </a:cubicBezTo>
                  <a:cubicBezTo>
                    <a:pt x="2185" y="641"/>
                    <a:pt x="2157" y="615"/>
                    <a:pt x="2121" y="615"/>
                  </a:cubicBezTo>
                  <a:cubicBezTo>
                    <a:pt x="2107" y="615"/>
                    <a:pt x="2093" y="619"/>
                    <a:pt x="2078" y="626"/>
                  </a:cubicBezTo>
                  <a:cubicBezTo>
                    <a:pt x="2035" y="655"/>
                    <a:pt x="2035" y="740"/>
                    <a:pt x="2006" y="783"/>
                  </a:cubicBezTo>
                  <a:cubicBezTo>
                    <a:pt x="1983" y="766"/>
                    <a:pt x="1961" y="759"/>
                    <a:pt x="1940" y="759"/>
                  </a:cubicBezTo>
                  <a:cubicBezTo>
                    <a:pt x="1875" y="759"/>
                    <a:pt x="1825" y="835"/>
                    <a:pt x="1792" y="912"/>
                  </a:cubicBezTo>
                  <a:cubicBezTo>
                    <a:pt x="1755" y="879"/>
                    <a:pt x="1722" y="864"/>
                    <a:pt x="1693" y="864"/>
                  </a:cubicBezTo>
                  <a:cubicBezTo>
                    <a:pt x="1632" y="864"/>
                    <a:pt x="1584" y="925"/>
                    <a:pt x="1536" y="1011"/>
                  </a:cubicBezTo>
                  <a:cubicBezTo>
                    <a:pt x="1493" y="969"/>
                    <a:pt x="1436" y="926"/>
                    <a:pt x="1365" y="912"/>
                  </a:cubicBezTo>
                  <a:cubicBezTo>
                    <a:pt x="1350" y="912"/>
                    <a:pt x="1336" y="912"/>
                    <a:pt x="1336" y="926"/>
                  </a:cubicBezTo>
                  <a:lnTo>
                    <a:pt x="1279" y="1140"/>
                  </a:lnTo>
                  <a:cubicBezTo>
                    <a:pt x="1261" y="1198"/>
                    <a:pt x="1239" y="1220"/>
                    <a:pt x="1215" y="1220"/>
                  </a:cubicBezTo>
                  <a:cubicBezTo>
                    <a:pt x="1165" y="1220"/>
                    <a:pt x="1109" y="1117"/>
                    <a:pt x="1079" y="1068"/>
                  </a:cubicBezTo>
                  <a:cubicBezTo>
                    <a:pt x="1071" y="1060"/>
                    <a:pt x="1058" y="1052"/>
                    <a:pt x="1048" y="1052"/>
                  </a:cubicBezTo>
                  <a:cubicBezTo>
                    <a:pt x="1042" y="1052"/>
                    <a:pt x="1036" y="1056"/>
                    <a:pt x="1036" y="1068"/>
                  </a:cubicBezTo>
                  <a:cubicBezTo>
                    <a:pt x="994" y="1154"/>
                    <a:pt x="979" y="1254"/>
                    <a:pt x="979" y="1339"/>
                  </a:cubicBezTo>
                  <a:cubicBezTo>
                    <a:pt x="979" y="1368"/>
                    <a:pt x="965" y="1397"/>
                    <a:pt x="965" y="1425"/>
                  </a:cubicBezTo>
                  <a:cubicBezTo>
                    <a:pt x="937" y="1463"/>
                    <a:pt x="895" y="1476"/>
                    <a:pt x="858" y="1476"/>
                  </a:cubicBezTo>
                  <a:cubicBezTo>
                    <a:pt x="840" y="1476"/>
                    <a:pt x="822" y="1473"/>
                    <a:pt x="808" y="1468"/>
                  </a:cubicBezTo>
                  <a:cubicBezTo>
                    <a:pt x="751" y="1439"/>
                    <a:pt x="737" y="1339"/>
                    <a:pt x="708" y="1282"/>
                  </a:cubicBezTo>
                  <a:cubicBezTo>
                    <a:pt x="708" y="1268"/>
                    <a:pt x="694" y="1254"/>
                    <a:pt x="680" y="1254"/>
                  </a:cubicBezTo>
                  <a:cubicBezTo>
                    <a:pt x="651" y="1254"/>
                    <a:pt x="637" y="1268"/>
                    <a:pt x="637" y="1282"/>
                  </a:cubicBezTo>
                  <a:lnTo>
                    <a:pt x="637" y="1297"/>
                  </a:lnTo>
                  <a:cubicBezTo>
                    <a:pt x="637" y="1468"/>
                    <a:pt x="680" y="1767"/>
                    <a:pt x="494" y="1853"/>
                  </a:cubicBezTo>
                  <a:cubicBezTo>
                    <a:pt x="480" y="1860"/>
                    <a:pt x="459" y="1864"/>
                    <a:pt x="435" y="1864"/>
                  </a:cubicBezTo>
                  <a:cubicBezTo>
                    <a:pt x="412" y="1864"/>
                    <a:pt x="387" y="1860"/>
                    <a:pt x="366" y="1853"/>
                  </a:cubicBezTo>
                  <a:cubicBezTo>
                    <a:pt x="423" y="1782"/>
                    <a:pt x="437" y="1696"/>
                    <a:pt x="409" y="1611"/>
                  </a:cubicBezTo>
                  <a:cubicBezTo>
                    <a:pt x="383" y="1534"/>
                    <a:pt x="341" y="1500"/>
                    <a:pt x="300" y="1500"/>
                  </a:cubicBezTo>
                  <a:cubicBezTo>
                    <a:pt x="250" y="1500"/>
                    <a:pt x="203" y="1552"/>
                    <a:pt x="195" y="1639"/>
                  </a:cubicBezTo>
                  <a:cubicBezTo>
                    <a:pt x="195" y="1725"/>
                    <a:pt x="209" y="1796"/>
                    <a:pt x="266" y="1867"/>
                  </a:cubicBezTo>
                  <a:cubicBezTo>
                    <a:pt x="209" y="1967"/>
                    <a:pt x="123" y="2010"/>
                    <a:pt x="38" y="2067"/>
                  </a:cubicBezTo>
                  <a:cubicBezTo>
                    <a:pt x="0" y="2080"/>
                    <a:pt x="7" y="2158"/>
                    <a:pt x="38" y="2158"/>
                  </a:cubicBezTo>
                  <a:cubicBezTo>
                    <a:pt x="42" y="2158"/>
                    <a:pt x="47" y="2156"/>
                    <a:pt x="52" y="2153"/>
                  </a:cubicBezTo>
                  <a:cubicBezTo>
                    <a:pt x="152" y="2110"/>
                    <a:pt x="252" y="2038"/>
                    <a:pt x="323" y="1939"/>
                  </a:cubicBezTo>
                  <a:cubicBezTo>
                    <a:pt x="352" y="1977"/>
                    <a:pt x="399" y="1989"/>
                    <a:pt x="445" y="1989"/>
                  </a:cubicBezTo>
                  <a:cubicBezTo>
                    <a:pt x="467" y="1989"/>
                    <a:pt x="490" y="1986"/>
                    <a:pt x="509" y="1981"/>
                  </a:cubicBezTo>
                  <a:cubicBezTo>
                    <a:pt x="680" y="1910"/>
                    <a:pt x="694" y="1696"/>
                    <a:pt x="694" y="1511"/>
                  </a:cubicBezTo>
                  <a:cubicBezTo>
                    <a:pt x="737" y="1586"/>
                    <a:pt x="788" y="1645"/>
                    <a:pt x="848" y="1645"/>
                  </a:cubicBezTo>
                  <a:cubicBezTo>
                    <a:pt x="867" y="1645"/>
                    <a:pt x="887" y="1639"/>
                    <a:pt x="908" y="1625"/>
                  </a:cubicBezTo>
                  <a:cubicBezTo>
                    <a:pt x="1051" y="1568"/>
                    <a:pt x="1036" y="1368"/>
                    <a:pt x="1065" y="1254"/>
                  </a:cubicBezTo>
                  <a:cubicBezTo>
                    <a:pt x="1113" y="1325"/>
                    <a:pt x="1170" y="1407"/>
                    <a:pt x="1238" y="1407"/>
                  </a:cubicBezTo>
                  <a:cubicBezTo>
                    <a:pt x="1251" y="1407"/>
                    <a:pt x="1265" y="1404"/>
                    <a:pt x="1279" y="1397"/>
                  </a:cubicBezTo>
                  <a:cubicBezTo>
                    <a:pt x="1336" y="1354"/>
                    <a:pt x="1336" y="1282"/>
                    <a:pt x="1350" y="1225"/>
                  </a:cubicBezTo>
                  <a:cubicBezTo>
                    <a:pt x="1350" y="1211"/>
                    <a:pt x="1379" y="1111"/>
                    <a:pt x="1393" y="1111"/>
                  </a:cubicBezTo>
                  <a:cubicBezTo>
                    <a:pt x="1395" y="1108"/>
                    <a:pt x="1397" y="1107"/>
                    <a:pt x="1400" y="1107"/>
                  </a:cubicBezTo>
                  <a:cubicBezTo>
                    <a:pt x="1426" y="1107"/>
                    <a:pt x="1498" y="1198"/>
                    <a:pt x="1536" y="1211"/>
                  </a:cubicBezTo>
                  <a:cubicBezTo>
                    <a:pt x="1550" y="1218"/>
                    <a:pt x="1557" y="1222"/>
                    <a:pt x="1562" y="1222"/>
                  </a:cubicBezTo>
                  <a:cubicBezTo>
                    <a:pt x="1568" y="1222"/>
                    <a:pt x="1571" y="1218"/>
                    <a:pt x="1579" y="1211"/>
                  </a:cubicBezTo>
                  <a:cubicBezTo>
                    <a:pt x="1617" y="1143"/>
                    <a:pt x="1656" y="1056"/>
                    <a:pt x="1717" y="1056"/>
                  </a:cubicBezTo>
                  <a:cubicBezTo>
                    <a:pt x="1746" y="1056"/>
                    <a:pt x="1780" y="1075"/>
                    <a:pt x="1821" y="1125"/>
                  </a:cubicBezTo>
                  <a:cubicBezTo>
                    <a:pt x="1825" y="1130"/>
                    <a:pt x="1831" y="1131"/>
                    <a:pt x="1836" y="1131"/>
                  </a:cubicBezTo>
                  <a:cubicBezTo>
                    <a:pt x="1850" y="1131"/>
                    <a:pt x="1864" y="1121"/>
                    <a:pt x="1864" y="1111"/>
                  </a:cubicBezTo>
                  <a:cubicBezTo>
                    <a:pt x="1885" y="1069"/>
                    <a:pt x="1898" y="947"/>
                    <a:pt x="1957" y="947"/>
                  </a:cubicBezTo>
                  <a:cubicBezTo>
                    <a:pt x="1977" y="947"/>
                    <a:pt x="2002" y="961"/>
                    <a:pt x="2035" y="997"/>
                  </a:cubicBezTo>
                  <a:cubicBezTo>
                    <a:pt x="2039" y="1001"/>
                    <a:pt x="2045" y="1003"/>
                    <a:pt x="2050" y="1003"/>
                  </a:cubicBezTo>
                  <a:cubicBezTo>
                    <a:pt x="2064" y="1003"/>
                    <a:pt x="2078" y="993"/>
                    <a:pt x="2078" y="983"/>
                  </a:cubicBezTo>
                  <a:cubicBezTo>
                    <a:pt x="2078" y="950"/>
                    <a:pt x="2095" y="832"/>
                    <a:pt x="2142" y="832"/>
                  </a:cubicBezTo>
                  <a:cubicBezTo>
                    <a:pt x="2156" y="832"/>
                    <a:pt x="2172" y="843"/>
                    <a:pt x="2192" y="869"/>
                  </a:cubicBezTo>
                  <a:cubicBezTo>
                    <a:pt x="2202" y="890"/>
                    <a:pt x="2213" y="903"/>
                    <a:pt x="2229" y="903"/>
                  </a:cubicBezTo>
                  <a:cubicBezTo>
                    <a:pt x="2235" y="903"/>
                    <a:pt x="2241" y="901"/>
                    <a:pt x="2249" y="897"/>
                  </a:cubicBezTo>
                  <a:cubicBezTo>
                    <a:pt x="2349" y="783"/>
                    <a:pt x="2335" y="583"/>
                    <a:pt x="2406" y="441"/>
                  </a:cubicBezTo>
                  <a:cubicBezTo>
                    <a:pt x="2480" y="502"/>
                    <a:pt x="2500" y="638"/>
                    <a:pt x="2596" y="638"/>
                  </a:cubicBezTo>
                  <a:cubicBezTo>
                    <a:pt x="2611" y="638"/>
                    <a:pt x="2629" y="634"/>
                    <a:pt x="2648" y="626"/>
                  </a:cubicBezTo>
                  <a:cubicBezTo>
                    <a:pt x="2791" y="569"/>
                    <a:pt x="2791" y="398"/>
                    <a:pt x="2820" y="255"/>
                  </a:cubicBezTo>
                  <a:cubicBezTo>
                    <a:pt x="2974" y="466"/>
                    <a:pt x="3101" y="705"/>
                    <a:pt x="3187" y="972"/>
                  </a:cubicBezTo>
                  <a:lnTo>
                    <a:pt x="3187" y="972"/>
                  </a:lnTo>
                  <a:cubicBezTo>
                    <a:pt x="3198" y="958"/>
                    <a:pt x="3244" y="937"/>
                    <a:pt x="3233" y="883"/>
                  </a:cubicBezTo>
                  <a:cubicBezTo>
                    <a:pt x="3162" y="555"/>
                    <a:pt x="2991" y="255"/>
                    <a:pt x="2777" y="27"/>
                  </a:cubicBezTo>
                  <a:cubicBezTo>
                    <a:pt x="2769" y="11"/>
                    <a:pt x="2757" y="0"/>
                    <a:pt x="2743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3087275" y="1483025"/>
              <a:ext cx="32125" cy="17725"/>
            </a:xfrm>
            <a:custGeom>
              <a:avLst/>
              <a:gdLst/>
              <a:ahLst/>
              <a:cxnLst/>
              <a:rect l="l" t="t" r="r" b="b"/>
              <a:pathLst>
                <a:path w="1285" h="709" extrusionOk="0">
                  <a:moveTo>
                    <a:pt x="1284" y="0"/>
                  </a:moveTo>
                  <a:cubicBezTo>
                    <a:pt x="1262" y="17"/>
                    <a:pt x="1248" y="21"/>
                    <a:pt x="1239" y="21"/>
                  </a:cubicBezTo>
                  <a:cubicBezTo>
                    <a:pt x="1232" y="21"/>
                    <a:pt x="1227" y="18"/>
                    <a:pt x="1224" y="18"/>
                  </a:cubicBezTo>
                  <a:cubicBezTo>
                    <a:pt x="1220" y="18"/>
                    <a:pt x="1217" y="20"/>
                    <a:pt x="1213" y="29"/>
                  </a:cubicBezTo>
                  <a:cubicBezTo>
                    <a:pt x="1164" y="53"/>
                    <a:pt x="1136" y="99"/>
                    <a:pt x="1129" y="148"/>
                  </a:cubicBezTo>
                  <a:lnTo>
                    <a:pt x="1129" y="148"/>
                  </a:lnTo>
                  <a:cubicBezTo>
                    <a:pt x="1110" y="126"/>
                    <a:pt x="1090" y="107"/>
                    <a:pt x="1070" y="100"/>
                  </a:cubicBezTo>
                  <a:cubicBezTo>
                    <a:pt x="1060" y="96"/>
                    <a:pt x="1051" y="93"/>
                    <a:pt x="1044" y="92"/>
                  </a:cubicBezTo>
                  <a:lnTo>
                    <a:pt x="1044" y="92"/>
                  </a:lnTo>
                  <a:cubicBezTo>
                    <a:pt x="1072" y="113"/>
                    <a:pt x="1100" y="144"/>
                    <a:pt x="1127" y="171"/>
                  </a:cubicBezTo>
                  <a:cubicBezTo>
                    <a:pt x="1127" y="163"/>
                    <a:pt x="1128" y="155"/>
                    <a:pt x="1129" y="148"/>
                  </a:cubicBezTo>
                  <a:lnTo>
                    <a:pt x="1129" y="148"/>
                  </a:lnTo>
                  <a:cubicBezTo>
                    <a:pt x="1150" y="172"/>
                    <a:pt x="1169" y="199"/>
                    <a:pt x="1184" y="214"/>
                  </a:cubicBezTo>
                  <a:cubicBezTo>
                    <a:pt x="1190" y="220"/>
                    <a:pt x="1195" y="222"/>
                    <a:pt x="1199" y="222"/>
                  </a:cubicBezTo>
                  <a:cubicBezTo>
                    <a:pt x="1218" y="222"/>
                    <a:pt x="1227" y="183"/>
                    <a:pt x="1227" y="171"/>
                  </a:cubicBezTo>
                  <a:cubicBezTo>
                    <a:pt x="1227" y="114"/>
                    <a:pt x="1241" y="43"/>
                    <a:pt x="1284" y="0"/>
                  </a:cubicBezTo>
                  <a:close/>
                  <a:moveTo>
                    <a:pt x="974" y="65"/>
                  </a:moveTo>
                  <a:cubicBezTo>
                    <a:pt x="964" y="65"/>
                    <a:pt x="953" y="67"/>
                    <a:pt x="942" y="72"/>
                  </a:cubicBezTo>
                  <a:cubicBezTo>
                    <a:pt x="899" y="114"/>
                    <a:pt x="885" y="143"/>
                    <a:pt x="885" y="200"/>
                  </a:cubicBezTo>
                  <a:cubicBezTo>
                    <a:pt x="858" y="165"/>
                    <a:pt x="821" y="140"/>
                    <a:pt x="779" y="140"/>
                  </a:cubicBezTo>
                  <a:cubicBezTo>
                    <a:pt x="754" y="140"/>
                    <a:pt x="726" y="150"/>
                    <a:pt x="699" y="171"/>
                  </a:cubicBezTo>
                  <a:cubicBezTo>
                    <a:pt x="628" y="214"/>
                    <a:pt x="642" y="286"/>
                    <a:pt x="642" y="357"/>
                  </a:cubicBezTo>
                  <a:cubicBezTo>
                    <a:pt x="628" y="343"/>
                    <a:pt x="599" y="328"/>
                    <a:pt x="571" y="314"/>
                  </a:cubicBezTo>
                  <a:cubicBezTo>
                    <a:pt x="528" y="314"/>
                    <a:pt x="499" y="343"/>
                    <a:pt x="485" y="385"/>
                  </a:cubicBezTo>
                  <a:cubicBezTo>
                    <a:pt x="442" y="457"/>
                    <a:pt x="428" y="528"/>
                    <a:pt x="414" y="614"/>
                  </a:cubicBezTo>
                  <a:cubicBezTo>
                    <a:pt x="357" y="528"/>
                    <a:pt x="271" y="471"/>
                    <a:pt x="171" y="414"/>
                  </a:cubicBezTo>
                  <a:cubicBezTo>
                    <a:pt x="161" y="412"/>
                    <a:pt x="150" y="411"/>
                    <a:pt x="141" y="411"/>
                  </a:cubicBezTo>
                  <a:cubicBezTo>
                    <a:pt x="25" y="411"/>
                    <a:pt x="0" y="563"/>
                    <a:pt x="0" y="642"/>
                  </a:cubicBezTo>
                  <a:cubicBezTo>
                    <a:pt x="0" y="678"/>
                    <a:pt x="23" y="708"/>
                    <a:pt x="43" y="708"/>
                  </a:cubicBezTo>
                  <a:cubicBezTo>
                    <a:pt x="55" y="708"/>
                    <a:pt x="66" y="697"/>
                    <a:pt x="72" y="671"/>
                  </a:cubicBezTo>
                  <a:cubicBezTo>
                    <a:pt x="72" y="612"/>
                    <a:pt x="91" y="514"/>
                    <a:pt x="162" y="514"/>
                  </a:cubicBezTo>
                  <a:cubicBezTo>
                    <a:pt x="177" y="514"/>
                    <a:pt x="194" y="518"/>
                    <a:pt x="214" y="528"/>
                  </a:cubicBezTo>
                  <a:cubicBezTo>
                    <a:pt x="286" y="571"/>
                    <a:pt x="357" y="628"/>
                    <a:pt x="428" y="699"/>
                  </a:cubicBezTo>
                  <a:cubicBezTo>
                    <a:pt x="434" y="705"/>
                    <a:pt x="440" y="709"/>
                    <a:pt x="447" y="709"/>
                  </a:cubicBezTo>
                  <a:cubicBezTo>
                    <a:pt x="457" y="709"/>
                    <a:pt x="469" y="702"/>
                    <a:pt x="485" y="685"/>
                  </a:cubicBezTo>
                  <a:lnTo>
                    <a:pt x="528" y="471"/>
                  </a:lnTo>
                  <a:cubicBezTo>
                    <a:pt x="528" y="457"/>
                    <a:pt x="557" y="400"/>
                    <a:pt x="585" y="385"/>
                  </a:cubicBezTo>
                  <a:cubicBezTo>
                    <a:pt x="587" y="381"/>
                    <a:pt x="590" y="379"/>
                    <a:pt x="594" y="379"/>
                  </a:cubicBezTo>
                  <a:cubicBezTo>
                    <a:pt x="612" y="379"/>
                    <a:pt x="644" y="433"/>
                    <a:pt x="656" y="457"/>
                  </a:cubicBezTo>
                  <a:cubicBezTo>
                    <a:pt x="662" y="462"/>
                    <a:pt x="669" y="465"/>
                    <a:pt x="676" y="465"/>
                  </a:cubicBezTo>
                  <a:cubicBezTo>
                    <a:pt x="690" y="465"/>
                    <a:pt x="704" y="455"/>
                    <a:pt x="713" y="428"/>
                  </a:cubicBezTo>
                  <a:cubicBezTo>
                    <a:pt x="728" y="385"/>
                    <a:pt x="713" y="286"/>
                    <a:pt x="728" y="243"/>
                  </a:cubicBezTo>
                  <a:cubicBezTo>
                    <a:pt x="742" y="200"/>
                    <a:pt x="799" y="186"/>
                    <a:pt x="856" y="186"/>
                  </a:cubicBezTo>
                  <a:cubicBezTo>
                    <a:pt x="885" y="200"/>
                    <a:pt x="927" y="243"/>
                    <a:pt x="942" y="271"/>
                  </a:cubicBezTo>
                  <a:cubicBezTo>
                    <a:pt x="953" y="283"/>
                    <a:pt x="962" y="287"/>
                    <a:pt x="970" y="287"/>
                  </a:cubicBezTo>
                  <a:cubicBezTo>
                    <a:pt x="991" y="287"/>
                    <a:pt x="999" y="253"/>
                    <a:pt x="999" y="243"/>
                  </a:cubicBezTo>
                  <a:cubicBezTo>
                    <a:pt x="999" y="194"/>
                    <a:pt x="978" y="92"/>
                    <a:pt x="1036" y="92"/>
                  </a:cubicBezTo>
                  <a:cubicBezTo>
                    <a:pt x="1038" y="92"/>
                    <a:pt x="1041" y="92"/>
                    <a:pt x="1044" y="92"/>
                  </a:cubicBezTo>
                  <a:lnTo>
                    <a:pt x="1044" y="92"/>
                  </a:lnTo>
                  <a:cubicBezTo>
                    <a:pt x="1022" y="76"/>
                    <a:pt x="999" y="65"/>
                    <a:pt x="974" y="65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3128350" y="1425825"/>
              <a:ext cx="86250" cy="55125"/>
            </a:xfrm>
            <a:custGeom>
              <a:avLst/>
              <a:gdLst/>
              <a:ahLst/>
              <a:cxnLst/>
              <a:rect l="l" t="t" r="r" b="b"/>
              <a:pathLst>
                <a:path w="3450" h="2205" extrusionOk="0">
                  <a:moveTo>
                    <a:pt x="2980" y="0"/>
                  </a:moveTo>
                  <a:cubicBezTo>
                    <a:pt x="2966" y="0"/>
                    <a:pt x="2951" y="13"/>
                    <a:pt x="2951" y="34"/>
                  </a:cubicBezTo>
                  <a:cubicBezTo>
                    <a:pt x="2951" y="148"/>
                    <a:pt x="2951" y="277"/>
                    <a:pt x="2922" y="405"/>
                  </a:cubicBezTo>
                  <a:cubicBezTo>
                    <a:pt x="2894" y="477"/>
                    <a:pt x="2865" y="548"/>
                    <a:pt x="2779" y="548"/>
                  </a:cubicBezTo>
                  <a:cubicBezTo>
                    <a:pt x="2743" y="548"/>
                    <a:pt x="2710" y="533"/>
                    <a:pt x="2679" y="514"/>
                  </a:cubicBezTo>
                  <a:lnTo>
                    <a:pt x="2679" y="514"/>
                  </a:lnTo>
                  <a:cubicBezTo>
                    <a:pt x="2691" y="528"/>
                    <a:pt x="2702" y="542"/>
                    <a:pt x="2708" y="548"/>
                  </a:cubicBezTo>
                  <a:cubicBezTo>
                    <a:pt x="2744" y="576"/>
                    <a:pt x="2783" y="591"/>
                    <a:pt x="2822" y="591"/>
                  </a:cubicBezTo>
                  <a:cubicBezTo>
                    <a:pt x="2861" y="591"/>
                    <a:pt x="2901" y="576"/>
                    <a:pt x="2936" y="548"/>
                  </a:cubicBezTo>
                  <a:cubicBezTo>
                    <a:pt x="3061" y="437"/>
                    <a:pt x="3051" y="259"/>
                    <a:pt x="3051" y="79"/>
                  </a:cubicBezTo>
                  <a:lnTo>
                    <a:pt x="3051" y="79"/>
                  </a:lnTo>
                  <a:cubicBezTo>
                    <a:pt x="3085" y="120"/>
                    <a:pt x="3124" y="162"/>
                    <a:pt x="3164" y="204"/>
                  </a:cubicBezTo>
                  <a:lnTo>
                    <a:pt x="3164" y="204"/>
                  </a:lnTo>
                  <a:cubicBezTo>
                    <a:pt x="3125" y="157"/>
                    <a:pt x="3087" y="110"/>
                    <a:pt x="3051" y="63"/>
                  </a:cubicBezTo>
                  <a:lnTo>
                    <a:pt x="3051" y="63"/>
                  </a:lnTo>
                  <a:cubicBezTo>
                    <a:pt x="3051" y="68"/>
                    <a:pt x="3051" y="73"/>
                    <a:pt x="3051" y="79"/>
                  </a:cubicBezTo>
                  <a:lnTo>
                    <a:pt x="3051" y="79"/>
                  </a:lnTo>
                  <a:cubicBezTo>
                    <a:pt x="3030" y="54"/>
                    <a:pt x="3010" y="30"/>
                    <a:pt x="2993" y="6"/>
                  </a:cubicBezTo>
                  <a:cubicBezTo>
                    <a:pt x="2990" y="2"/>
                    <a:pt x="2985" y="0"/>
                    <a:pt x="2980" y="0"/>
                  </a:cubicBezTo>
                  <a:close/>
                  <a:moveTo>
                    <a:pt x="3164" y="204"/>
                  </a:moveTo>
                  <a:lnTo>
                    <a:pt x="3164" y="204"/>
                  </a:lnTo>
                  <a:cubicBezTo>
                    <a:pt x="3277" y="346"/>
                    <a:pt x="3386" y="495"/>
                    <a:pt x="3407" y="676"/>
                  </a:cubicBezTo>
                  <a:cubicBezTo>
                    <a:pt x="3407" y="688"/>
                    <a:pt x="3414" y="695"/>
                    <a:pt x="3423" y="695"/>
                  </a:cubicBezTo>
                  <a:cubicBezTo>
                    <a:pt x="3435" y="695"/>
                    <a:pt x="3450" y="681"/>
                    <a:pt x="3450" y="648"/>
                  </a:cubicBezTo>
                  <a:cubicBezTo>
                    <a:pt x="3440" y="502"/>
                    <a:pt x="3298" y="350"/>
                    <a:pt x="3164" y="204"/>
                  </a:cubicBezTo>
                  <a:close/>
                  <a:moveTo>
                    <a:pt x="2521" y="440"/>
                  </a:moveTo>
                  <a:cubicBezTo>
                    <a:pt x="2402" y="440"/>
                    <a:pt x="2352" y="641"/>
                    <a:pt x="2352" y="762"/>
                  </a:cubicBezTo>
                  <a:cubicBezTo>
                    <a:pt x="2331" y="746"/>
                    <a:pt x="2310" y="740"/>
                    <a:pt x="2290" y="740"/>
                  </a:cubicBezTo>
                  <a:cubicBezTo>
                    <a:pt x="2256" y="740"/>
                    <a:pt x="2227" y="758"/>
                    <a:pt x="2209" y="776"/>
                  </a:cubicBezTo>
                  <a:cubicBezTo>
                    <a:pt x="2209" y="776"/>
                    <a:pt x="2209" y="790"/>
                    <a:pt x="2195" y="790"/>
                  </a:cubicBezTo>
                  <a:cubicBezTo>
                    <a:pt x="2165" y="768"/>
                    <a:pt x="2138" y="759"/>
                    <a:pt x="2114" y="759"/>
                  </a:cubicBezTo>
                  <a:cubicBezTo>
                    <a:pt x="2046" y="759"/>
                    <a:pt x="2002" y="838"/>
                    <a:pt x="1981" y="933"/>
                  </a:cubicBezTo>
                  <a:cubicBezTo>
                    <a:pt x="1945" y="897"/>
                    <a:pt x="1909" y="867"/>
                    <a:pt x="1866" y="867"/>
                  </a:cubicBezTo>
                  <a:cubicBezTo>
                    <a:pt x="1841" y="867"/>
                    <a:pt x="1813" y="878"/>
                    <a:pt x="1781" y="905"/>
                  </a:cubicBezTo>
                  <a:cubicBezTo>
                    <a:pt x="1695" y="976"/>
                    <a:pt x="1724" y="1076"/>
                    <a:pt x="1710" y="1176"/>
                  </a:cubicBezTo>
                  <a:cubicBezTo>
                    <a:pt x="1656" y="1122"/>
                    <a:pt x="1593" y="1051"/>
                    <a:pt x="1517" y="1051"/>
                  </a:cubicBezTo>
                  <a:cubicBezTo>
                    <a:pt x="1492" y="1051"/>
                    <a:pt x="1466" y="1058"/>
                    <a:pt x="1439" y="1076"/>
                  </a:cubicBezTo>
                  <a:cubicBezTo>
                    <a:pt x="1310" y="1147"/>
                    <a:pt x="1353" y="1290"/>
                    <a:pt x="1339" y="1404"/>
                  </a:cubicBezTo>
                  <a:lnTo>
                    <a:pt x="1167" y="1290"/>
                  </a:lnTo>
                  <a:lnTo>
                    <a:pt x="1153" y="1290"/>
                  </a:lnTo>
                  <a:cubicBezTo>
                    <a:pt x="1139" y="1332"/>
                    <a:pt x="1110" y="1347"/>
                    <a:pt x="1096" y="1390"/>
                  </a:cubicBezTo>
                  <a:cubicBezTo>
                    <a:pt x="1096" y="1432"/>
                    <a:pt x="1068" y="1475"/>
                    <a:pt x="1025" y="1489"/>
                  </a:cubicBezTo>
                  <a:cubicBezTo>
                    <a:pt x="982" y="1461"/>
                    <a:pt x="925" y="1418"/>
                    <a:pt x="868" y="1361"/>
                  </a:cubicBezTo>
                  <a:cubicBezTo>
                    <a:pt x="868" y="1347"/>
                    <a:pt x="854" y="1347"/>
                    <a:pt x="839" y="1347"/>
                  </a:cubicBezTo>
                  <a:lnTo>
                    <a:pt x="811" y="1361"/>
                  </a:lnTo>
                  <a:cubicBezTo>
                    <a:pt x="782" y="1418"/>
                    <a:pt x="782" y="1475"/>
                    <a:pt x="740" y="1546"/>
                  </a:cubicBezTo>
                  <a:cubicBezTo>
                    <a:pt x="720" y="1592"/>
                    <a:pt x="697" y="1611"/>
                    <a:pt x="670" y="1611"/>
                  </a:cubicBezTo>
                  <a:cubicBezTo>
                    <a:pt x="638" y="1611"/>
                    <a:pt x="600" y="1585"/>
                    <a:pt x="554" y="1546"/>
                  </a:cubicBezTo>
                  <a:cubicBezTo>
                    <a:pt x="543" y="1543"/>
                    <a:pt x="533" y="1541"/>
                    <a:pt x="525" y="1541"/>
                  </a:cubicBezTo>
                  <a:cubicBezTo>
                    <a:pt x="504" y="1541"/>
                    <a:pt x="493" y="1554"/>
                    <a:pt x="483" y="1575"/>
                  </a:cubicBezTo>
                  <a:cubicBezTo>
                    <a:pt x="483" y="1646"/>
                    <a:pt x="454" y="1718"/>
                    <a:pt x="440" y="1789"/>
                  </a:cubicBezTo>
                  <a:cubicBezTo>
                    <a:pt x="419" y="1853"/>
                    <a:pt x="388" y="1878"/>
                    <a:pt x="355" y="1878"/>
                  </a:cubicBezTo>
                  <a:cubicBezTo>
                    <a:pt x="276" y="1878"/>
                    <a:pt x="180" y="1745"/>
                    <a:pt x="140" y="1675"/>
                  </a:cubicBezTo>
                  <a:cubicBezTo>
                    <a:pt x="128" y="1657"/>
                    <a:pt x="116" y="1649"/>
                    <a:pt x="107" y="1649"/>
                  </a:cubicBezTo>
                  <a:cubicBezTo>
                    <a:pt x="93" y="1649"/>
                    <a:pt x="83" y="1664"/>
                    <a:pt x="83" y="1689"/>
                  </a:cubicBezTo>
                  <a:cubicBezTo>
                    <a:pt x="83" y="1789"/>
                    <a:pt x="155" y="2103"/>
                    <a:pt x="26" y="2131"/>
                  </a:cubicBezTo>
                  <a:cubicBezTo>
                    <a:pt x="0" y="2144"/>
                    <a:pt x="10" y="2205"/>
                    <a:pt x="44" y="2205"/>
                  </a:cubicBezTo>
                  <a:cubicBezTo>
                    <a:pt x="47" y="2205"/>
                    <a:pt x="51" y="2204"/>
                    <a:pt x="55" y="2203"/>
                  </a:cubicBezTo>
                  <a:cubicBezTo>
                    <a:pt x="197" y="2174"/>
                    <a:pt x="197" y="1974"/>
                    <a:pt x="169" y="1832"/>
                  </a:cubicBezTo>
                  <a:lnTo>
                    <a:pt x="169" y="1832"/>
                  </a:lnTo>
                  <a:cubicBezTo>
                    <a:pt x="231" y="1906"/>
                    <a:pt x="325" y="1980"/>
                    <a:pt x="413" y="1980"/>
                  </a:cubicBezTo>
                  <a:cubicBezTo>
                    <a:pt x="427" y="1980"/>
                    <a:pt x="441" y="1978"/>
                    <a:pt x="454" y="1974"/>
                  </a:cubicBezTo>
                  <a:cubicBezTo>
                    <a:pt x="568" y="1917"/>
                    <a:pt x="568" y="1789"/>
                    <a:pt x="583" y="1689"/>
                  </a:cubicBezTo>
                  <a:cubicBezTo>
                    <a:pt x="618" y="1724"/>
                    <a:pt x="659" y="1749"/>
                    <a:pt x="701" y="1749"/>
                  </a:cubicBezTo>
                  <a:cubicBezTo>
                    <a:pt x="728" y="1749"/>
                    <a:pt x="755" y="1739"/>
                    <a:pt x="782" y="1718"/>
                  </a:cubicBezTo>
                  <a:cubicBezTo>
                    <a:pt x="839" y="1646"/>
                    <a:pt x="868" y="1561"/>
                    <a:pt x="882" y="1475"/>
                  </a:cubicBezTo>
                  <a:cubicBezTo>
                    <a:pt x="939" y="1504"/>
                    <a:pt x="996" y="1546"/>
                    <a:pt x="1068" y="1575"/>
                  </a:cubicBezTo>
                  <a:cubicBezTo>
                    <a:pt x="1082" y="1575"/>
                    <a:pt x="1082" y="1575"/>
                    <a:pt x="1082" y="1561"/>
                  </a:cubicBezTo>
                  <a:cubicBezTo>
                    <a:pt x="1096" y="1532"/>
                    <a:pt x="1125" y="1475"/>
                    <a:pt x="1139" y="1418"/>
                  </a:cubicBezTo>
                  <a:cubicBezTo>
                    <a:pt x="1159" y="1383"/>
                    <a:pt x="1180" y="1371"/>
                    <a:pt x="1204" y="1371"/>
                  </a:cubicBezTo>
                  <a:cubicBezTo>
                    <a:pt x="1247" y="1371"/>
                    <a:pt x="1297" y="1414"/>
                    <a:pt x="1353" y="1432"/>
                  </a:cubicBezTo>
                  <a:cubicBezTo>
                    <a:pt x="1367" y="1432"/>
                    <a:pt x="1367" y="1418"/>
                    <a:pt x="1381" y="1418"/>
                  </a:cubicBezTo>
                  <a:cubicBezTo>
                    <a:pt x="1410" y="1332"/>
                    <a:pt x="1410" y="1133"/>
                    <a:pt x="1510" y="1119"/>
                  </a:cubicBezTo>
                  <a:cubicBezTo>
                    <a:pt x="1517" y="1118"/>
                    <a:pt x="1525" y="1117"/>
                    <a:pt x="1532" y="1117"/>
                  </a:cubicBezTo>
                  <a:cubicBezTo>
                    <a:pt x="1633" y="1117"/>
                    <a:pt x="1698" y="1208"/>
                    <a:pt x="1738" y="1261"/>
                  </a:cubicBezTo>
                  <a:cubicBezTo>
                    <a:pt x="1750" y="1267"/>
                    <a:pt x="1759" y="1271"/>
                    <a:pt x="1767" y="1271"/>
                  </a:cubicBezTo>
                  <a:cubicBezTo>
                    <a:pt x="1778" y="1271"/>
                    <a:pt x="1787" y="1264"/>
                    <a:pt x="1795" y="1247"/>
                  </a:cubicBezTo>
                  <a:cubicBezTo>
                    <a:pt x="1809" y="1204"/>
                    <a:pt x="1795" y="1133"/>
                    <a:pt x="1809" y="1104"/>
                  </a:cubicBezTo>
                  <a:cubicBezTo>
                    <a:pt x="1836" y="1065"/>
                    <a:pt x="1911" y="989"/>
                    <a:pt x="1945" y="989"/>
                  </a:cubicBezTo>
                  <a:cubicBezTo>
                    <a:pt x="1947" y="989"/>
                    <a:pt x="1950" y="989"/>
                    <a:pt x="1952" y="990"/>
                  </a:cubicBezTo>
                  <a:lnTo>
                    <a:pt x="2009" y="1047"/>
                  </a:lnTo>
                  <a:cubicBezTo>
                    <a:pt x="2014" y="1049"/>
                    <a:pt x="2018" y="1049"/>
                    <a:pt x="2022" y="1049"/>
                  </a:cubicBezTo>
                  <a:cubicBezTo>
                    <a:pt x="2055" y="1049"/>
                    <a:pt x="2066" y="1003"/>
                    <a:pt x="2066" y="990"/>
                  </a:cubicBezTo>
                  <a:cubicBezTo>
                    <a:pt x="2053" y="913"/>
                    <a:pt x="2087" y="860"/>
                    <a:pt x="2186" y="860"/>
                  </a:cubicBezTo>
                  <a:cubicBezTo>
                    <a:pt x="2198" y="860"/>
                    <a:pt x="2210" y="860"/>
                    <a:pt x="2223" y="862"/>
                  </a:cubicBezTo>
                  <a:cubicBezTo>
                    <a:pt x="2227" y="875"/>
                    <a:pt x="2234" y="880"/>
                    <a:pt x="2242" y="880"/>
                  </a:cubicBezTo>
                  <a:cubicBezTo>
                    <a:pt x="2259" y="880"/>
                    <a:pt x="2280" y="853"/>
                    <a:pt x="2280" y="833"/>
                  </a:cubicBezTo>
                  <a:cubicBezTo>
                    <a:pt x="2288" y="796"/>
                    <a:pt x="2307" y="778"/>
                    <a:pt x="2332" y="778"/>
                  </a:cubicBezTo>
                  <a:cubicBezTo>
                    <a:pt x="2355" y="778"/>
                    <a:pt x="2382" y="792"/>
                    <a:pt x="2409" y="819"/>
                  </a:cubicBezTo>
                  <a:cubicBezTo>
                    <a:pt x="2412" y="823"/>
                    <a:pt x="2416" y="825"/>
                    <a:pt x="2420" y="825"/>
                  </a:cubicBezTo>
                  <a:cubicBezTo>
                    <a:pt x="2429" y="825"/>
                    <a:pt x="2437" y="811"/>
                    <a:pt x="2437" y="790"/>
                  </a:cubicBezTo>
                  <a:cubicBezTo>
                    <a:pt x="2437" y="719"/>
                    <a:pt x="2451" y="648"/>
                    <a:pt x="2480" y="576"/>
                  </a:cubicBezTo>
                  <a:cubicBezTo>
                    <a:pt x="2493" y="511"/>
                    <a:pt x="2555" y="481"/>
                    <a:pt x="2620" y="477"/>
                  </a:cubicBezTo>
                  <a:lnTo>
                    <a:pt x="2620" y="477"/>
                  </a:lnTo>
                  <a:cubicBezTo>
                    <a:pt x="2639" y="489"/>
                    <a:pt x="2659" y="502"/>
                    <a:pt x="2679" y="514"/>
                  </a:cubicBezTo>
                  <a:lnTo>
                    <a:pt x="2679" y="514"/>
                  </a:lnTo>
                  <a:cubicBezTo>
                    <a:pt x="2663" y="496"/>
                    <a:pt x="2645" y="477"/>
                    <a:pt x="2637" y="477"/>
                  </a:cubicBezTo>
                  <a:cubicBezTo>
                    <a:pt x="2631" y="477"/>
                    <a:pt x="2626" y="477"/>
                    <a:pt x="2620" y="477"/>
                  </a:cubicBezTo>
                  <a:lnTo>
                    <a:pt x="2620" y="477"/>
                  </a:lnTo>
                  <a:cubicBezTo>
                    <a:pt x="2611" y="472"/>
                    <a:pt x="2603" y="467"/>
                    <a:pt x="2594" y="462"/>
                  </a:cubicBezTo>
                  <a:cubicBezTo>
                    <a:pt x="2567" y="447"/>
                    <a:pt x="2543" y="440"/>
                    <a:pt x="2521" y="44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3053075" y="1548225"/>
              <a:ext cx="80850" cy="53975"/>
            </a:xfrm>
            <a:custGeom>
              <a:avLst/>
              <a:gdLst/>
              <a:ahLst/>
              <a:cxnLst/>
              <a:rect l="l" t="t" r="r" b="b"/>
              <a:pathLst>
                <a:path w="3234" h="2159" extrusionOk="0">
                  <a:moveTo>
                    <a:pt x="2734" y="1"/>
                  </a:moveTo>
                  <a:cubicBezTo>
                    <a:pt x="2724" y="1"/>
                    <a:pt x="2715" y="5"/>
                    <a:pt x="2709" y="17"/>
                  </a:cubicBezTo>
                  <a:cubicBezTo>
                    <a:pt x="2666" y="131"/>
                    <a:pt x="2723" y="388"/>
                    <a:pt x="2595" y="431"/>
                  </a:cubicBezTo>
                  <a:cubicBezTo>
                    <a:pt x="2589" y="433"/>
                    <a:pt x="2582" y="434"/>
                    <a:pt x="2576" y="434"/>
                  </a:cubicBezTo>
                  <a:cubicBezTo>
                    <a:pt x="2501" y="434"/>
                    <a:pt x="2446" y="284"/>
                    <a:pt x="2367" y="231"/>
                  </a:cubicBezTo>
                  <a:cubicBezTo>
                    <a:pt x="2353" y="231"/>
                    <a:pt x="2324" y="231"/>
                    <a:pt x="2324" y="245"/>
                  </a:cubicBezTo>
                  <a:cubicBezTo>
                    <a:pt x="2253" y="374"/>
                    <a:pt x="2281" y="559"/>
                    <a:pt x="2196" y="673"/>
                  </a:cubicBezTo>
                  <a:cubicBezTo>
                    <a:pt x="2175" y="643"/>
                    <a:pt x="2155" y="613"/>
                    <a:pt x="2125" y="613"/>
                  </a:cubicBezTo>
                  <a:cubicBezTo>
                    <a:pt x="2112" y="613"/>
                    <a:pt x="2098" y="618"/>
                    <a:pt x="2081" y="631"/>
                  </a:cubicBezTo>
                  <a:cubicBezTo>
                    <a:pt x="2024" y="659"/>
                    <a:pt x="2024" y="730"/>
                    <a:pt x="2010" y="802"/>
                  </a:cubicBezTo>
                  <a:cubicBezTo>
                    <a:pt x="1981" y="784"/>
                    <a:pt x="1955" y="776"/>
                    <a:pt x="1932" y="776"/>
                  </a:cubicBezTo>
                  <a:cubicBezTo>
                    <a:pt x="1863" y="776"/>
                    <a:pt x="1817" y="845"/>
                    <a:pt x="1796" y="930"/>
                  </a:cubicBezTo>
                  <a:cubicBezTo>
                    <a:pt x="1752" y="891"/>
                    <a:pt x="1715" y="874"/>
                    <a:pt x="1682" y="874"/>
                  </a:cubicBezTo>
                  <a:cubicBezTo>
                    <a:pt x="1619" y="874"/>
                    <a:pt x="1572" y="936"/>
                    <a:pt x="1525" y="1030"/>
                  </a:cubicBezTo>
                  <a:cubicBezTo>
                    <a:pt x="1482" y="973"/>
                    <a:pt x="1440" y="944"/>
                    <a:pt x="1368" y="930"/>
                  </a:cubicBezTo>
                  <a:cubicBezTo>
                    <a:pt x="1340" y="930"/>
                    <a:pt x="1325" y="930"/>
                    <a:pt x="1325" y="944"/>
                  </a:cubicBezTo>
                  <a:lnTo>
                    <a:pt x="1268" y="1158"/>
                  </a:lnTo>
                  <a:cubicBezTo>
                    <a:pt x="1255" y="1212"/>
                    <a:pt x="1234" y="1232"/>
                    <a:pt x="1212" y="1232"/>
                  </a:cubicBezTo>
                  <a:cubicBezTo>
                    <a:pt x="1162" y="1232"/>
                    <a:pt x="1102" y="1136"/>
                    <a:pt x="1083" y="1087"/>
                  </a:cubicBezTo>
                  <a:cubicBezTo>
                    <a:pt x="1066" y="1078"/>
                    <a:pt x="1048" y="1064"/>
                    <a:pt x="1037" y="1064"/>
                  </a:cubicBezTo>
                  <a:cubicBezTo>
                    <a:pt x="1030" y="1064"/>
                    <a:pt x="1026" y="1070"/>
                    <a:pt x="1026" y="1087"/>
                  </a:cubicBezTo>
                  <a:cubicBezTo>
                    <a:pt x="983" y="1173"/>
                    <a:pt x="969" y="1258"/>
                    <a:pt x="969" y="1358"/>
                  </a:cubicBezTo>
                  <a:cubicBezTo>
                    <a:pt x="969" y="1387"/>
                    <a:pt x="954" y="1415"/>
                    <a:pt x="954" y="1444"/>
                  </a:cubicBezTo>
                  <a:cubicBezTo>
                    <a:pt x="929" y="1477"/>
                    <a:pt x="895" y="1491"/>
                    <a:pt x="861" y="1491"/>
                  </a:cubicBezTo>
                  <a:cubicBezTo>
                    <a:pt x="838" y="1491"/>
                    <a:pt x="815" y="1484"/>
                    <a:pt x="798" y="1472"/>
                  </a:cubicBezTo>
                  <a:cubicBezTo>
                    <a:pt x="741" y="1458"/>
                    <a:pt x="726" y="1358"/>
                    <a:pt x="712" y="1301"/>
                  </a:cubicBezTo>
                  <a:cubicBezTo>
                    <a:pt x="699" y="1274"/>
                    <a:pt x="682" y="1263"/>
                    <a:pt x="669" y="1263"/>
                  </a:cubicBezTo>
                  <a:cubicBezTo>
                    <a:pt x="653" y="1263"/>
                    <a:pt x="641" y="1278"/>
                    <a:pt x="641" y="1301"/>
                  </a:cubicBezTo>
                  <a:cubicBezTo>
                    <a:pt x="641" y="1458"/>
                    <a:pt x="669" y="1757"/>
                    <a:pt x="498" y="1857"/>
                  </a:cubicBezTo>
                  <a:cubicBezTo>
                    <a:pt x="477" y="1864"/>
                    <a:pt x="452" y="1868"/>
                    <a:pt x="428" y="1868"/>
                  </a:cubicBezTo>
                  <a:cubicBezTo>
                    <a:pt x="405" y="1868"/>
                    <a:pt x="384" y="1864"/>
                    <a:pt x="370" y="1857"/>
                  </a:cubicBezTo>
                  <a:cubicBezTo>
                    <a:pt x="412" y="1786"/>
                    <a:pt x="441" y="1686"/>
                    <a:pt x="398" y="1601"/>
                  </a:cubicBezTo>
                  <a:cubicBezTo>
                    <a:pt x="379" y="1531"/>
                    <a:pt x="340" y="1497"/>
                    <a:pt x="300" y="1497"/>
                  </a:cubicBezTo>
                  <a:cubicBezTo>
                    <a:pt x="251" y="1497"/>
                    <a:pt x="200" y="1549"/>
                    <a:pt x="184" y="1643"/>
                  </a:cubicBezTo>
                  <a:cubicBezTo>
                    <a:pt x="184" y="1729"/>
                    <a:pt x="213" y="1800"/>
                    <a:pt x="255" y="1872"/>
                  </a:cubicBezTo>
                  <a:cubicBezTo>
                    <a:pt x="213" y="1957"/>
                    <a:pt x="113" y="2014"/>
                    <a:pt x="27" y="2071"/>
                  </a:cubicBezTo>
                  <a:cubicBezTo>
                    <a:pt x="1" y="2084"/>
                    <a:pt x="11" y="2159"/>
                    <a:pt x="35" y="2159"/>
                  </a:cubicBezTo>
                  <a:cubicBezTo>
                    <a:pt x="37" y="2159"/>
                    <a:pt x="39" y="2158"/>
                    <a:pt x="42" y="2157"/>
                  </a:cubicBezTo>
                  <a:cubicBezTo>
                    <a:pt x="156" y="2100"/>
                    <a:pt x="241" y="2029"/>
                    <a:pt x="313" y="1943"/>
                  </a:cubicBezTo>
                  <a:cubicBezTo>
                    <a:pt x="347" y="1977"/>
                    <a:pt x="387" y="1996"/>
                    <a:pt x="429" y="1996"/>
                  </a:cubicBezTo>
                  <a:cubicBezTo>
                    <a:pt x="456" y="1996"/>
                    <a:pt x="484" y="1988"/>
                    <a:pt x="512" y="1971"/>
                  </a:cubicBezTo>
                  <a:cubicBezTo>
                    <a:pt x="669" y="1900"/>
                    <a:pt x="683" y="1686"/>
                    <a:pt x="683" y="1515"/>
                  </a:cubicBezTo>
                  <a:cubicBezTo>
                    <a:pt x="726" y="1579"/>
                    <a:pt x="777" y="1635"/>
                    <a:pt x="836" y="1635"/>
                  </a:cubicBezTo>
                  <a:cubicBezTo>
                    <a:pt x="856" y="1635"/>
                    <a:pt x="876" y="1629"/>
                    <a:pt x="897" y="1615"/>
                  </a:cubicBezTo>
                  <a:cubicBezTo>
                    <a:pt x="1040" y="1572"/>
                    <a:pt x="1026" y="1372"/>
                    <a:pt x="1069" y="1244"/>
                  </a:cubicBezTo>
                  <a:cubicBezTo>
                    <a:pt x="1103" y="1314"/>
                    <a:pt x="1157" y="1402"/>
                    <a:pt x="1230" y="1402"/>
                  </a:cubicBezTo>
                  <a:cubicBezTo>
                    <a:pt x="1246" y="1402"/>
                    <a:pt x="1264" y="1397"/>
                    <a:pt x="1283" y="1387"/>
                  </a:cubicBezTo>
                  <a:cubicBezTo>
                    <a:pt x="1325" y="1358"/>
                    <a:pt x="1325" y="1287"/>
                    <a:pt x="1354" y="1230"/>
                  </a:cubicBezTo>
                  <a:cubicBezTo>
                    <a:pt x="1354" y="1215"/>
                    <a:pt x="1368" y="1101"/>
                    <a:pt x="1382" y="1101"/>
                  </a:cubicBezTo>
                  <a:cubicBezTo>
                    <a:pt x="1383" y="1100"/>
                    <a:pt x="1385" y="1100"/>
                    <a:pt x="1386" y="1100"/>
                  </a:cubicBezTo>
                  <a:cubicBezTo>
                    <a:pt x="1410" y="1100"/>
                    <a:pt x="1498" y="1189"/>
                    <a:pt x="1525" y="1215"/>
                  </a:cubicBezTo>
                  <a:cubicBezTo>
                    <a:pt x="1532" y="1223"/>
                    <a:pt x="1543" y="1226"/>
                    <a:pt x="1552" y="1226"/>
                  </a:cubicBezTo>
                  <a:cubicBezTo>
                    <a:pt x="1561" y="1226"/>
                    <a:pt x="1568" y="1223"/>
                    <a:pt x="1568" y="1215"/>
                  </a:cubicBezTo>
                  <a:lnTo>
                    <a:pt x="1582" y="1187"/>
                  </a:lnTo>
                  <a:cubicBezTo>
                    <a:pt x="1621" y="1119"/>
                    <a:pt x="1653" y="1031"/>
                    <a:pt x="1710" y="1031"/>
                  </a:cubicBezTo>
                  <a:cubicBezTo>
                    <a:pt x="1737" y="1031"/>
                    <a:pt x="1769" y="1051"/>
                    <a:pt x="1810" y="1101"/>
                  </a:cubicBezTo>
                  <a:cubicBezTo>
                    <a:pt x="1815" y="1105"/>
                    <a:pt x="1821" y="1107"/>
                    <a:pt x="1829" y="1107"/>
                  </a:cubicBezTo>
                  <a:cubicBezTo>
                    <a:pt x="1846" y="1107"/>
                    <a:pt x="1867" y="1097"/>
                    <a:pt x="1867" y="1087"/>
                  </a:cubicBezTo>
                  <a:cubicBezTo>
                    <a:pt x="1878" y="1044"/>
                    <a:pt x="1889" y="922"/>
                    <a:pt x="1947" y="922"/>
                  </a:cubicBezTo>
                  <a:cubicBezTo>
                    <a:pt x="1967" y="922"/>
                    <a:pt x="1992" y="937"/>
                    <a:pt x="2024" y="973"/>
                  </a:cubicBezTo>
                  <a:cubicBezTo>
                    <a:pt x="2031" y="986"/>
                    <a:pt x="2043" y="993"/>
                    <a:pt x="2054" y="993"/>
                  </a:cubicBezTo>
                  <a:cubicBezTo>
                    <a:pt x="2068" y="993"/>
                    <a:pt x="2081" y="982"/>
                    <a:pt x="2081" y="959"/>
                  </a:cubicBezTo>
                  <a:cubicBezTo>
                    <a:pt x="2081" y="937"/>
                    <a:pt x="2090" y="816"/>
                    <a:pt x="2131" y="816"/>
                  </a:cubicBezTo>
                  <a:cubicBezTo>
                    <a:pt x="2144" y="816"/>
                    <a:pt x="2161" y="828"/>
                    <a:pt x="2181" y="859"/>
                  </a:cubicBezTo>
                  <a:cubicBezTo>
                    <a:pt x="2201" y="869"/>
                    <a:pt x="2215" y="879"/>
                    <a:pt x="2225" y="879"/>
                  </a:cubicBezTo>
                  <a:cubicBezTo>
                    <a:pt x="2230" y="879"/>
                    <a:pt x="2234" y="877"/>
                    <a:pt x="2238" y="873"/>
                  </a:cubicBezTo>
                  <a:cubicBezTo>
                    <a:pt x="2353" y="759"/>
                    <a:pt x="2324" y="588"/>
                    <a:pt x="2395" y="431"/>
                  </a:cubicBezTo>
                  <a:cubicBezTo>
                    <a:pt x="2480" y="492"/>
                    <a:pt x="2503" y="614"/>
                    <a:pt x="2596" y="614"/>
                  </a:cubicBezTo>
                  <a:cubicBezTo>
                    <a:pt x="2612" y="614"/>
                    <a:pt x="2631" y="610"/>
                    <a:pt x="2652" y="602"/>
                  </a:cubicBezTo>
                  <a:cubicBezTo>
                    <a:pt x="2795" y="545"/>
                    <a:pt x="2795" y="374"/>
                    <a:pt x="2809" y="231"/>
                  </a:cubicBezTo>
                  <a:cubicBezTo>
                    <a:pt x="2966" y="445"/>
                    <a:pt x="3094" y="688"/>
                    <a:pt x="3180" y="959"/>
                  </a:cubicBezTo>
                  <a:cubicBezTo>
                    <a:pt x="3177" y="965"/>
                    <a:pt x="3178" y="968"/>
                    <a:pt x="3181" y="968"/>
                  </a:cubicBezTo>
                  <a:cubicBezTo>
                    <a:pt x="3192" y="968"/>
                    <a:pt x="3234" y="929"/>
                    <a:pt x="3223" y="873"/>
                  </a:cubicBezTo>
                  <a:cubicBezTo>
                    <a:pt x="3151" y="559"/>
                    <a:pt x="2994" y="245"/>
                    <a:pt x="2780" y="17"/>
                  </a:cubicBezTo>
                  <a:cubicBezTo>
                    <a:pt x="2764" y="9"/>
                    <a:pt x="2748" y="1"/>
                    <a:pt x="2734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3142900" y="1525350"/>
              <a:ext cx="32125" cy="17850"/>
            </a:xfrm>
            <a:custGeom>
              <a:avLst/>
              <a:gdLst/>
              <a:ahLst/>
              <a:cxnLst/>
              <a:rect l="l" t="t" r="r" b="b"/>
              <a:pathLst>
                <a:path w="1285" h="714" extrusionOk="0">
                  <a:moveTo>
                    <a:pt x="1070" y="90"/>
                  </a:moveTo>
                  <a:lnTo>
                    <a:pt x="1070" y="90"/>
                  </a:lnTo>
                  <a:cubicBezTo>
                    <a:pt x="1089" y="108"/>
                    <a:pt x="1108" y="128"/>
                    <a:pt x="1128" y="148"/>
                  </a:cubicBezTo>
                  <a:cubicBezTo>
                    <a:pt x="1128" y="145"/>
                    <a:pt x="1128" y="142"/>
                    <a:pt x="1128" y="139"/>
                  </a:cubicBezTo>
                  <a:lnTo>
                    <a:pt x="1128" y="139"/>
                  </a:lnTo>
                  <a:cubicBezTo>
                    <a:pt x="1111" y="120"/>
                    <a:pt x="1093" y="102"/>
                    <a:pt x="1070" y="90"/>
                  </a:cubicBezTo>
                  <a:cubicBezTo>
                    <a:pt x="1070" y="90"/>
                    <a:pt x="1070" y="90"/>
                    <a:pt x="1070" y="90"/>
                  </a:cubicBezTo>
                  <a:close/>
                  <a:moveTo>
                    <a:pt x="1221" y="1"/>
                  </a:moveTo>
                  <a:cubicBezTo>
                    <a:pt x="1219" y="1"/>
                    <a:pt x="1216" y="2"/>
                    <a:pt x="1213" y="5"/>
                  </a:cubicBezTo>
                  <a:cubicBezTo>
                    <a:pt x="1159" y="46"/>
                    <a:pt x="1130" y="86"/>
                    <a:pt x="1128" y="139"/>
                  </a:cubicBezTo>
                  <a:lnTo>
                    <a:pt x="1128" y="139"/>
                  </a:lnTo>
                  <a:cubicBezTo>
                    <a:pt x="1153" y="169"/>
                    <a:pt x="1173" y="202"/>
                    <a:pt x="1199" y="219"/>
                  </a:cubicBezTo>
                  <a:cubicBezTo>
                    <a:pt x="1201" y="221"/>
                    <a:pt x="1203" y="222"/>
                    <a:pt x="1205" y="222"/>
                  </a:cubicBezTo>
                  <a:cubicBezTo>
                    <a:pt x="1217" y="222"/>
                    <a:pt x="1227" y="186"/>
                    <a:pt x="1227" y="162"/>
                  </a:cubicBezTo>
                  <a:cubicBezTo>
                    <a:pt x="1227" y="119"/>
                    <a:pt x="1256" y="48"/>
                    <a:pt x="1284" y="5"/>
                  </a:cubicBezTo>
                  <a:lnTo>
                    <a:pt x="1284" y="5"/>
                  </a:lnTo>
                  <a:cubicBezTo>
                    <a:pt x="1272" y="8"/>
                    <a:pt x="1263" y="9"/>
                    <a:pt x="1255" y="9"/>
                  </a:cubicBezTo>
                  <a:cubicBezTo>
                    <a:pt x="1234" y="9"/>
                    <a:pt x="1228" y="1"/>
                    <a:pt x="1221" y="1"/>
                  </a:cubicBezTo>
                  <a:close/>
                  <a:moveTo>
                    <a:pt x="986" y="49"/>
                  </a:moveTo>
                  <a:cubicBezTo>
                    <a:pt x="972" y="49"/>
                    <a:pt x="957" y="53"/>
                    <a:pt x="942" y="62"/>
                  </a:cubicBezTo>
                  <a:cubicBezTo>
                    <a:pt x="914" y="90"/>
                    <a:pt x="899" y="133"/>
                    <a:pt x="899" y="190"/>
                  </a:cubicBezTo>
                  <a:cubicBezTo>
                    <a:pt x="861" y="152"/>
                    <a:pt x="817" y="121"/>
                    <a:pt x="770" y="121"/>
                  </a:cubicBezTo>
                  <a:cubicBezTo>
                    <a:pt x="747" y="121"/>
                    <a:pt x="723" y="128"/>
                    <a:pt x="700" y="148"/>
                  </a:cubicBezTo>
                  <a:cubicBezTo>
                    <a:pt x="628" y="205"/>
                    <a:pt x="643" y="276"/>
                    <a:pt x="643" y="347"/>
                  </a:cubicBezTo>
                  <a:cubicBezTo>
                    <a:pt x="628" y="333"/>
                    <a:pt x="614" y="304"/>
                    <a:pt x="571" y="290"/>
                  </a:cubicBezTo>
                  <a:cubicBezTo>
                    <a:pt x="543" y="290"/>
                    <a:pt x="500" y="333"/>
                    <a:pt x="486" y="361"/>
                  </a:cubicBezTo>
                  <a:cubicBezTo>
                    <a:pt x="443" y="433"/>
                    <a:pt x="429" y="504"/>
                    <a:pt x="414" y="590"/>
                  </a:cubicBezTo>
                  <a:cubicBezTo>
                    <a:pt x="357" y="504"/>
                    <a:pt x="272" y="447"/>
                    <a:pt x="186" y="404"/>
                  </a:cubicBezTo>
                  <a:cubicBezTo>
                    <a:pt x="172" y="400"/>
                    <a:pt x="158" y="398"/>
                    <a:pt x="146" y="398"/>
                  </a:cubicBezTo>
                  <a:cubicBezTo>
                    <a:pt x="35" y="398"/>
                    <a:pt x="1" y="556"/>
                    <a:pt x="1" y="633"/>
                  </a:cubicBezTo>
                  <a:cubicBezTo>
                    <a:pt x="1" y="666"/>
                    <a:pt x="20" y="689"/>
                    <a:pt x="39" y="689"/>
                  </a:cubicBezTo>
                  <a:cubicBezTo>
                    <a:pt x="52" y="689"/>
                    <a:pt x="66" y="677"/>
                    <a:pt x="72" y="647"/>
                  </a:cubicBezTo>
                  <a:cubicBezTo>
                    <a:pt x="72" y="588"/>
                    <a:pt x="101" y="490"/>
                    <a:pt x="168" y="490"/>
                  </a:cubicBezTo>
                  <a:cubicBezTo>
                    <a:pt x="182" y="490"/>
                    <a:pt x="197" y="494"/>
                    <a:pt x="215" y="504"/>
                  </a:cubicBezTo>
                  <a:cubicBezTo>
                    <a:pt x="286" y="561"/>
                    <a:pt x="357" y="633"/>
                    <a:pt x="429" y="704"/>
                  </a:cubicBezTo>
                  <a:cubicBezTo>
                    <a:pt x="434" y="710"/>
                    <a:pt x="443" y="713"/>
                    <a:pt x="452" y="713"/>
                  </a:cubicBezTo>
                  <a:cubicBezTo>
                    <a:pt x="464" y="713"/>
                    <a:pt x="477" y="706"/>
                    <a:pt x="486" y="690"/>
                  </a:cubicBezTo>
                  <a:lnTo>
                    <a:pt x="543" y="476"/>
                  </a:lnTo>
                  <a:cubicBezTo>
                    <a:pt x="543" y="447"/>
                    <a:pt x="557" y="404"/>
                    <a:pt x="585" y="376"/>
                  </a:cubicBezTo>
                  <a:cubicBezTo>
                    <a:pt x="588" y="374"/>
                    <a:pt x="591" y="374"/>
                    <a:pt x="593" y="374"/>
                  </a:cubicBezTo>
                  <a:cubicBezTo>
                    <a:pt x="619" y="374"/>
                    <a:pt x="644" y="434"/>
                    <a:pt x="657" y="447"/>
                  </a:cubicBezTo>
                  <a:cubicBezTo>
                    <a:pt x="670" y="460"/>
                    <a:pt x="680" y="467"/>
                    <a:pt x="688" y="467"/>
                  </a:cubicBezTo>
                  <a:cubicBezTo>
                    <a:pt x="698" y="467"/>
                    <a:pt x="706" y="456"/>
                    <a:pt x="714" y="433"/>
                  </a:cubicBezTo>
                  <a:cubicBezTo>
                    <a:pt x="728" y="376"/>
                    <a:pt x="714" y="304"/>
                    <a:pt x="728" y="233"/>
                  </a:cubicBezTo>
                  <a:cubicBezTo>
                    <a:pt x="757" y="205"/>
                    <a:pt x="799" y="190"/>
                    <a:pt x="857" y="190"/>
                  </a:cubicBezTo>
                  <a:cubicBezTo>
                    <a:pt x="899" y="205"/>
                    <a:pt x="928" y="233"/>
                    <a:pt x="942" y="276"/>
                  </a:cubicBezTo>
                  <a:cubicBezTo>
                    <a:pt x="949" y="283"/>
                    <a:pt x="955" y="285"/>
                    <a:pt x="962" y="285"/>
                  </a:cubicBezTo>
                  <a:cubicBezTo>
                    <a:pt x="982" y="285"/>
                    <a:pt x="999" y="255"/>
                    <a:pt x="999" y="233"/>
                  </a:cubicBezTo>
                  <a:cubicBezTo>
                    <a:pt x="999" y="220"/>
                    <a:pt x="987" y="87"/>
                    <a:pt x="1051" y="87"/>
                  </a:cubicBezTo>
                  <a:cubicBezTo>
                    <a:pt x="1057" y="87"/>
                    <a:pt x="1063" y="88"/>
                    <a:pt x="1070" y="90"/>
                  </a:cubicBezTo>
                  <a:lnTo>
                    <a:pt x="1070" y="90"/>
                  </a:lnTo>
                  <a:cubicBezTo>
                    <a:pt x="1043" y="67"/>
                    <a:pt x="1016" y="49"/>
                    <a:pt x="986" y="49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3184000" y="1467900"/>
              <a:ext cx="86600" cy="55500"/>
            </a:xfrm>
            <a:custGeom>
              <a:avLst/>
              <a:gdLst/>
              <a:ahLst/>
              <a:cxnLst/>
              <a:rect l="l" t="t" r="r" b="b"/>
              <a:pathLst>
                <a:path w="3464" h="2220" extrusionOk="0">
                  <a:moveTo>
                    <a:pt x="2623" y="463"/>
                  </a:moveTo>
                  <a:cubicBezTo>
                    <a:pt x="2634" y="473"/>
                    <a:pt x="2645" y="483"/>
                    <a:pt x="2658" y="492"/>
                  </a:cubicBezTo>
                  <a:lnTo>
                    <a:pt x="2658" y="492"/>
                  </a:lnTo>
                  <a:cubicBezTo>
                    <a:pt x="2643" y="477"/>
                    <a:pt x="2630" y="463"/>
                    <a:pt x="2623" y="463"/>
                  </a:cubicBezTo>
                  <a:close/>
                  <a:moveTo>
                    <a:pt x="2981" y="0"/>
                  </a:moveTo>
                  <a:cubicBezTo>
                    <a:pt x="2971" y="0"/>
                    <a:pt x="2964" y="10"/>
                    <a:pt x="2964" y="20"/>
                  </a:cubicBezTo>
                  <a:cubicBezTo>
                    <a:pt x="2964" y="149"/>
                    <a:pt x="2964" y="277"/>
                    <a:pt x="2922" y="391"/>
                  </a:cubicBezTo>
                  <a:cubicBezTo>
                    <a:pt x="2907" y="463"/>
                    <a:pt x="2864" y="534"/>
                    <a:pt x="2779" y="534"/>
                  </a:cubicBezTo>
                  <a:cubicBezTo>
                    <a:pt x="2733" y="534"/>
                    <a:pt x="2692" y="516"/>
                    <a:pt x="2658" y="492"/>
                  </a:cubicBezTo>
                  <a:lnTo>
                    <a:pt x="2658" y="492"/>
                  </a:lnTo>
                  <a:cubicBezTo>
                    <a:pt x="2674" y="508"/>
                    <a:pt x="2693" y="527"/>
                    <a:pt x="2708" y="534"/>
                  </a:cubicBezTo>
                  <a:cubicBezTo>
                    <a:pt x="2743" y="562"/>
                    <a:pt x="2782" y="577"/>
                    <a:pt x="2822" y="577"/>
                  </a:cubicBezTo>
                  <a:cubicBezTo>
                    <a:pt x="2861" y="577"/>
                    <a:pt x="2900" y="562"/>
                    <a:pt x="2936" y="534"/>
                  </a:cubicBezTo>
                  <a:cubicBezTo>
                    <a:pt x="3060" y="437"/>
                    <a:pt x="3051" y="246"/>
                    <a:pt x="3050" y="79"/>
                  </a:cubicBezTo>
                  <a:lnTo>
                    <a:pt x="3050" y="79"/>
                  </a:lnTo>
                  <a:cubicBezTo>
                    <a:pt x="3101" y="139"/>
                    <a:pt x="3161" y="201"/>
                    <a:pt x="3219" y="264"/>
                  </a:cubicBezTo>
                  <a:lnTo>
                    <a:pt x="3219" y="264"/>
                  </a:lnTo>
                  <a:cubicBezTo>
                    <a:pt x="3163" y="193"/>
                    <a:pt x="3102" y="126"/>
                    <a:pt x="3050" y="63"/>
                  </a:cubicBezTo>
                  <a:lnTo>
                    <a:pt x="3050" y="63"/>
                  </a:lnTo>
                  <a:cubicBezTo>
                    <a:pt x="3050" y="68"/>
                    <a:pt x="3050" y="74"/>
                    <a:pt x="3050" y="79"/>
                  </a:cubicBezTo>
                  <a:lnTo>
                    <a:pt x="3050" y="79"/>
                  </a:lnTo>
                  <a:cubicBezTo>
                    <a:pt x="3029" y="54"/>
                    <a:pt x="3010" y="30"/>
                    <a:pt x="2993" y="6"/>
                  </a:cubicBezTo>
                  <a:cubicBezTo>
                    <a:pt x="2989" y="2"/>
                    <a:pt x="2984" y="0"/>
                    <a:pt x="2981" y="0"/>
                  </a:cubicBezTo>
                  <a:close/>
                  <a:moveTo>
                    <a:pt x="3219" y="264"/>
                  </a:moveTo>
                  <a:cubicBezTo>
                    <a:pt x="3315" y="385"/>
                    <a:pt x="3398" y="518"/>
                    <a:pt x="3407" y="662"/>
                  </a:cubicBezTo>
                  <a:cubicBezTo>
                    <a:pt x="3407" y="682"/>
                    <a:pt x="3419" y="693"/>
                    <a:pt x="3432" y="693"/>
                  </a:cubicBezTo>
                  <a:cubicBezTo>
                    <a:pt x="3447" y="693"/>
                    <a:pt x="3464" y="679"/>
                    <a:pt x="3464" y="648"/>
                  </a:cubicBezTo>
                  <a:cubicBezTo>
                    <a:pt x="3447" y="522"/>
                    <a:pt x="3336" y="391"/>
                    <a:pt x="3219" y="264"/>
                  </a:cubicBezTo>
                  <a:close/>
                  <a:moveTo>
                    <a:pt x="2535" y="431"/>
                  </a:moveTo>
                  <a:cubicBezTo>
                    <a:pt x="2403" y="431"/>
                    <a:pt x="2351" y="626"/>
                    <a:pt x="2351" y="748"/>
                  </a:cubicBezTo>
                  <a:cubicBezTo>
                    <a:pt x="2328" y="739"/>
                    <a:pt x="2307" y="734"/>
                    <a:pt x="2288" y="734"/>
                  </a:cubicBezTo>
                  <a:cubicBezTo>
                    <a:pt x="2246" y="734"/>
                    <a:pt x="2213" y="756"/>
                    <a:pt x="2194" y="805"/>
                  </a:cubicBezTo>
                  <a:cubicBezTo>
                    <a:pt x="2164" y="778"/>
                    <a:pt x="2136" y="767"/>
                    <a:pt x="2112" y="767"/>
                  </a:cubicBezTo>
                  <a:cubicBezTo>
                    <a:pt x="2045" y="767"/>
                    <a:pt x="2001" y="853"/>
                    <a:pt x="1980" y="948"/>
                  </a:cubicBezTo>
                  <a:cubicBezTo>
                    <a:pt x="1944" y="912"/>
                    <a:pt x="1909" y="882"/>
                    <a:pt x="1866" y="882"/>
                  </a:cubicBezTo>
                  <a:cubicBezTo>
                    <a:pt x="1840" y="882"/>
                    <a:pt x="1812" y="892"/>
                    <a:pt x="1780" y="919"/>
                  </a:cubicBezTo>
                  <a:cubicBezTo>
                    <a:pt x="1695" y="990"/>
                    <a:pt x="1723" y="1076"/>
                    <a:pt x="1709" y="1176"/>
                  </a:cubicBezTo>
                  <a:cubicBezTo>
                    <a:pt x="1657" y="1124"/>
                    <a:pt x="1597" y="1063"/>
                    <a:pt x="1523" y="1063"/>
                  </a:cubicBezTo>
                  <a:cubicBezTo>
                    <a:pt x="1497" y="1063"/>
                    <a:pt x="1468" y="1071"/>
                    <a:pt x="1438" y="1090"/>
                  </a:cubicBezTo>
                  <a:cubicBezTo>
                    <a:pt x="1338" y="1162"/>
                    <a:pt x="1352" y="1304"/>
                    <a:pt x="1338" y="1418"/>
                  </a:cubicBezTo>
                  <a:lnTo>
                    <a:pt x="1181" y="1304"/>
                  </a:lnTo>
                  <a:lnTo>
                    <a:pt x="1153" y="1304"/>
                  </a:lnTo>
                  <a:cubicBezTo>
                    <a:pt x="1138" y="1347"/>
                    <a:pt x="1124" y="1361"/>
                    <a:pt x="1110" y="1390"/>
                  </a:cubicBezTo>
                  <a:cubicBezTo>
                    <a:pt x="1110" y="1447"/>
                    <a:pt x="1067" y="1490"/>
                    <a:pt x="1038" y="1504"/>
                  </a:cubicBezTo>
                  <a:cubicBezTo>
                    <a:pt x="981" y="1461"/>
                    <a:pt x="924" y="1433"/>
                    <a:pt x="867" y="1376"/>
                  </a:cubicBezTo>
                  <a:cubicBezTo>
                    <a:pt x="867" y="1361"/>
                    <a:pt x="853" y="1361"/>
                    <a:pt x="839" y="1361"/>
                  </a:cubicBezTo>
                  <a:lnTo>
                    <a:pt x="825" y="1376"/>
                  </a:lnTo>
                  <a:cubicBezTo>
                    <a:pt x="782" y="1433"/>
                    <a:pt x="782" y="1490"/>
                    <a:pt x="753" y="1561"/>
                  </a:cubicBezTo>
                  <a:cubicBezTo>
                    <a:pt x="727" y="1607"/>
                    <a:pt x="701" y="1626"/>
                    <a:pt x="672" y="1626"/>
                  </a:cubicBezTo>
                  <a:cubicBezTo>
                    <a:pt x="638" y="1626"/>
                    <a:pt x="600" y="1600"/>
                    <a:pt x="553" y="1561"/>
                  </a:cubicBezTo>
                  <a:cubicBezTo>
                    <a:pt x="541" y="1553"/>
                    <a:pt x="531" y="1549"/>
                    <a:pt x="522" y="1549"/>
                  </a:cubicBezTo>
                  <a:cubicBezTo>
                    <a:pt x="502" y="1549"/>
                    <a:pt x="492" y="1569"/>
                    <a:pt x="482" y="1590"/>
                  </a:cubicBezTo>
                  <a:cubicBezTo>
                    <a:pt x="482" y="1661"/>
                    <a:pt x="468" y="1732"/>
                    <a:pt x="439" y="1804"/>
                  </a:cubicBezTo>
                  <a:cubicBezTo>
                    <a:pt x="418" y="1867"/>
                    <a:pt x="387" y="1892"/>
                    <a:pt x="352" y="1892"/>
                  </a:cubicBezTo>
                  <a:cubicBezTo>
                    <a:pt x="270" y="1892"/>
                    <a:pt x="170" y="1755"/>
                    <a:pt x="140" y="1675"/>
                  </a:cubicBezTo>
                  <a:cubicBezTo>
                    <a:pt x="135" y="1665"/>
                    <a:pt x="126" y="1660"/>
                    <a:pt x="117" y="1660"/>
                  </a:cubicBezTo>
                  <a:cubicBezTo>
                    <a:pt x="101" y="1660"/>
                    <a:pt x="83" y="1676"/>
                    <a:pt x="83" y="1704"/>
                  </a:cubicBezTo>
                  <a:cubicBezTo>
                    <a:pt x="83" y="1804"/>
                    <a:pt x="154" y="2103"/>
                    <a:pt x="40" y="2146"/>
                  </a:cubicBezTo>
                  <a:cubicBezTo>
                    <a:pt x="1" y="2159"/>
                    <a:pt x="9" y="2219"/>
                    <a:pt x="43" y="2219"/>
                  </a:cubicBezTo>
                  <a:cubicBezTo>
                    <a:pt x="47" y="2219"/>
                    <a:pt x="50" y="2219"/>
                    <a:pt x="54" y="2217"/>
                  </a:cubicBezTo>
                  <a:cubicBezTo>
                    <a:pt x="197" y="2174"/>
                    <a:pt x="197" y="1989"/>
                    <a:pt x="183" y="1846"/>
                  </a:cubicBezTo>
                  <a:lnTo>
                    <a:pt x="183" y="1846"/>
                  </a:lnTo>
                  <a:cubicBezTo>
                    <a:pt x="244" y="1920"/>
                    <a:pt x="328" y="1995"/>
                    <a:pt x="423" y="1995"/>
                  </a:cubicBezTo>
                  <a:cubicBezTo>
                    <a:pt x="438" y="1995"/>
                    <a:pt x="453" y="1993"/>
                    <a:pt x="468" y="1989"/>
                  </a:cubicBezTo>
                  <a:cubicBezTo>
                    <a:pt x="568" y="1932"/>
                    <a:pt x="568" y="1804"/>
                    <a:pt x="582" y="1704"/>
                  </a:cubicBezTo>
                  <a:cubicBezTo>
                    <a:pt x="619" y="1732"/>
                    <a:pt x="663" y="1760"/>
                    <a:pt x="708" y="1760"/>
                  </a:cubicBezTo>
                  <a:cubicBezTo>
                    <a:pt x="732" y="1760"/>
                    <a:pt x="757" y="1752"/>
                    <a:pt x="782" y="1732"/>
                  </a:cubicBezTo>
                  <a:cubicBezTo>
                    <a:pt x="839" y="1661"/>
                    <a:pt x="867" y="1575"/>
                    <a:pt x="896" y="1490"/>
                  </a:cubicBezTo>
                  <a:cubicBezTo>
                    <a:pt x="939" y="1518"/>
                    <a:pt x="996" y="1561"/>
                    <a:pt x="1067" y="1590"/>
                  </a:cubicBezTo>
                  <a:cubicBezTo>
                    <a:pt x="1081" y="1590"/>
                    <a:pt x="1081" y="1590"/>
                    <a:pt x="1081" y="1575"/>
                  </a:cubicBezTo>
                  <a:cubicBezTo>
                    <a:pt x="1110" y="1533"/>
                    <a:pt x="1124" y="1490"/>
                    <a:pt x="1138" y="1433"/>
                  </a:cubicBezTo>
                  <a:cubicBezTo>
                    <a:pt x="1158" y="1393"/>
                    <a:pt x="1180" y="1379"/>
                    <a:pt x="1203" y="1379"/>
                  </a:cubicBezTo>
                  <a:cubicBezTo>
                    <a:pt x="1247" y="1379"/>
                    <a:pt x="1296" y="1428"/>
                    <a:pt x="1352" y="1447"/>
                  </a:cubicBezTo>
                  <a:cubicBezTo>
                    <a:pt x="1367" y="1447"/>
                    <a:pt x="1367" y="1433"/>
                    <a:pt x="1395" y="1433"/>
                  </a:cubicBezTo>
                  <a:cubicBezTo>
                    <a:pt x="1409" y="1347"/>
                    <a:pt x="1409" y="1147"/>
                    <a:pt x="1509" y="1105"/>
                  </a:cubicBezTo>
                  <a:cubicBezTo>
                    <a:pt x="1520" y="1102"/>
                    <a:pt x="1531" y="1100"/>
                    <a:pt x="1542" y="1100"/>
                  </a:cubicBezTo>
                  <a:cubicBezTo>
                    <a:pt x="1637" y="1100"/>
                    <a:pt x="1700" y="1209"/>
                    <a:pt x="1752" y="1247"/>
                  </a:cubicBezTo>
                  <a:cubicBezTo>
                    <a:pt x="1759" y="1261"/>
                    <a:pt x="1766" y="1269"/>
                    <a:pt x="1771" y="1269"/>
                  </a:cubicBezTo>
                  <a:cubicBezTo>
                    <a:pt x="1777" y="1269"/>
                    <a:pt x="1780" y="1261"/>
                    <a:pt x="1780" y="1247"/>
                  </a:cubicBezTo>
                  <a:lnTo>
                    <a:pt x="1795" y="1233"/>
                  </a:lnTo>
                  <a:cubicBezTo>
                    <a:pt x="1823" y="1176"/>
                    <a:pt x="1795" y="1133"/>
                    <a:pt x="1823" y="1090"/>
                  </a:cubicBezTo>
                  <a:cubicBezTo>
                    <a:pt x="1836" y="1065"/>
                    <a:pt x="1903" y="985"/>
                    <a:pt x="1948" y="985"/>
                  </a:cubicBezTo>
                  <a:cubicBezTo>
                    <a:pt x="1955" y="985"/>
                    <a:pt x="1960" y="987"/>
                    <a:pt x="1966" y="990"/>
                  </a:cubicBezTo>
                  <a:lnTo>
                    <a:pt x="2009" y="1033"/>
                  </a:lnTo>
                  <a:cubicBezTo>
                    <a:pt x="2018" y="1040"/>
                    <a:pt x="2027" y="1043"/>
                    <a:pt x="2034" y="1043"/>
                  </a:cubicBezTo>
                  <a:cubicBezTo>
                    <a:pt x="2057" y="1043"/>
                    <a:pt x="2066" y="1012"/>
                    <a:pt x="2066" y="990"/>
                  </a:cubicBezTo>
                  <a:cubicBezTo>
                    <a:pt x="2053" y="903"/>
                    <a:pt x="2095" y="859"/>
                    <a:pt x="2182" y="859"/>
                  </a:cubicBezTo>
                  <a:cubicBezTo>
                    <a:pt x="2195" y="859"/>
                    <a:pt x="2208" y="860"/>
                    <a:pt x="2223" y="862"/>
                  </a:cubicBezTo>
                  <a:cubicBezTo>
                    <a:pt x="2230" y="870"/>
                    <a:pt x="2238" y="874"/>
                    <a:pt x="2246" y="874"/>
                  </a:cubicBezTo>
                  <a:cubicBezTo>
                    <a:pt x="2265" y="874"/>
                    <a:pt x="2280" y="850"/>
                    <a:pt x="2280" y="819"/>
                  </a:cubicBezTo>
                  <a:cubicBezTo>
                    <a:pt x="2287" y="782"/>
                    <a:pt x="2307" y="764"/>
                    <a:pt x="2332" y="764"/>
                  </a:cubicBezTo>
                  <a:cubicBezTo>
                    <a:pt x="2354" y="764"/>
                    <a:pt x="2381" y="778"/>
                    <a:pt x="2408" y="805"/>
                  </a:cubicBezTo>
                  <a:cubicBezTo>
                    <a:pt x="2412" y="809"/>
                    <a:pt x="2416" y="811"/>
                    <a:pt x="2420" y="811"/>
                  </a:cubicBezTo>
                  <a:cubicBezTo>
                    <a:pt x="2429" y="811"/>
                    <a:pt x="2436" y="801"/>
                    <a:pt x="2436" y="791"/>
                  </a:cubicBezTo>
                  <a:cubicBezTo>
                    <a:pt x="2436" y="719"/>
                    <a:pt x="2465" y="648"/>
                    <a:pt x="2479" y="577"/>
                  </a:cubicBezTo>
                  <a:cubicBezTo>
                    <a:pt x="2494" y="505"/>
                    <a:pt x="2551" y="463"/>
                    <a:pt x="2622" y="463"/>
                  </a:cubicBezTo>
                  <a:cubicBezTo>
                    <a:pt x="2622" y="463"/>
                    <a:pt x="2622" y="463"/>
                    <a:pt x="2623" y="463"/>
                  </a:cubicBezTo>
                  <a:lnTo>
                    <a:pt x="2623" y="463"/>
                  </a:lnTo>
                  <a:cubicBezTo>
                    <a:pt x="2617" y="458"/>
                    <a:pt x="2612" y="453"/>
                    <a:pt x="2608" y="448"/>
                  </a:cubicBezTo>
                  <a:cubicBezTo>
                    <a:pt x="2581" y="436"/>
                    <a:pt x="2557" y="431"/>
                    <a:pt x="2535" y="43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11"/>
          <p:cNvSpPr txBox="1">
            <a:spLocks noGrp="1"/>
          </p:cNvSpPr>
          <p:nvPr>
            <p:ph type="title" idx="2"/>
          </p:nvPr>
        </p:nvSpPr>
        <p:spPr>
          <a:xfrm>
            <a:off x="719825" y="3542400"/>
            <a:ext cx="35316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"/>
          <p:cNvSpPr txBox="1">
            <a:spLocks noGrp="1"/>
          </p:cNvSpPr>
          <p:nvPr>
            <p:ph type="ctrTitle" idx="2"/>
          </p:nvPr>
        </p:nvSpPr>
        <p:spPr>
          <a:xfrm>
            <a:off x="409913" y="82174"/>
            <a:ext cx="91440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dk1"/>
                </a:solidFill>
              </a:rPr>
              <a:t>When you are talking about ONE person, animal, place, or thing, use a singular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7" name="Google Shape;577;p12"/>
          <p:cNvSpPr txBox="1">
            <a:spLocks noGrp="1"/>
          </p:cNvSpPr>
          <p:nvPr>
            <p:ph type="ctrTitle" idx="4"/>
          </p:nvPr>
        </p:nvSpPr>
        <p:spPr>
          <a:xfrm>
            <a:off x="767327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400"/>
              <a:t>A student</a:t>
            </a:r>
            <a:endParaRPr sz="2400"/>
          </a:p>
        </p:txBody>
      </p:sp>
      <p:sp>
        <p:nvSpPr>
          <p:cNvPr id="578" name="Google Shape;578;p12"/>
          <p:cNvSpPr/>
          <p:nvPr/>
        </p:nvSpPr>
        <p:spPr>
          <a:xfrm>
            <a:off x="2056623" y="1824401"/>
            <a:ext cx="455598" cy="433982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12"/>
          <p:cNvGrpSpPr/>
          <p:nvPr/>
        </p:nvGrpSpPr>
        <p:grpSpPr>
          <a:xfrm>
            <a:off x="4751228" y="1871636"/>
            <a:ext cx="461367" cy="339513"/>
            <a:chOff x="-41526450" y="3653375"/>
            <a:chExt cx="315875" cy="247350"/>
          </a:xfrm>
        </p:grpSpPr>
        <p:sp>
          <p:nvSpPr>
            <p:cNvPr id="580" name="Google Shape;580;p12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12"/>
          <p:cNvSpPr txBox="1"/>
          <p:nvPr/>
        </p:nvSpPr>
        <p:spPr>
          <a:xfrm>
            <a:off x="3587481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An elephant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6257864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A house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Google Shape;5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575" y="1671027"/>
            <a:ext cx="1778411" cy="177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0522" y="1671027"/>
            <a:ext cx="1804824" cy="18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8554" y="1671027"/>
            <a:ext cx="1804824" cy="180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0"/>
          <p:cNvSpPr txBox="1">
            <a:spLocks noGrp="1"/>
          </p:cNvSpPr>
          <p:nvPr>
            <p:ph type="title"/>
          </p:nvPr>
        </p:nvSpPr>
        <p:spPr>
          <a:xfrm>
            <a:off x="3812525" y="261825"/>
            <a:ext cx="4857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/>
              <a:t>Phát âm đuôi “s, es”</a:t>
            </a:r>
            <a:endParaRPr sz="3500">
              <a:solidFill>
                <a:srgbClr val="00477D"/>
              </a:solidFill>
            </a:endParaRPr>
          </a:p>
        </p:txBody>
      </p:sp>
      <p:sp>
        <p:nvSpPr>
          <p:cNvPr id="592" name="Google Shape;592;p20"/>
          <p:cNvSpPr txBox="1">
            <a:spLocks noGrp="1"/>
          </p:cNvSpPr>
          <p:nvPr>
            <p:ph type="subTitle" idx="1"/>
          </p:nvPr>
        </p:nvSpPr>
        <p:spPr>
          <a:xfrm>
            <a:off x="3337435" y="943054"/>
            <a:ext cx="4910181" cy="2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400" b="1" dirty="0">
                <a:solidFill>
                  <a:schemeClr val="dk1"/>
                </a:solidFill>
              </a:rPr>
              <a:t>/s/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400" dirty="0" err="1">
                <a:solidFill>
                  <a:schemeClr val="dk1"/>
                </a:solidFill>
              </a:rPr>
              <a:t>vô</a:t>
            </a:r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400" dirty="0" err="1">
                <a:solidFill>
                  <a:schemeClr val="dk1"/>
                </a:solidFill>
              </a:rPr>
              <a:t>thanh</a:t>
            </a:r>
            <a:r>
              <a:rPr lang="en-GB" sz="2400" dirty="0">
                <a:solidFill>
                  <a:schemeClr val="dk1"/>
                </a:solidFill>
              </a:rPr>
              <a:t> – </a:t>
            </a:r>
            <a:r>
              <a:rPr lang="en-GB" sz="2400" dirty="0" err="1">
                <a:solidFill>
                  <a:schemeClr val="dk1"/>
                </a:solidFill>
              </a:rPr>
              <a:t>vô</a:t>
            </a:r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400" dirty="0" err="1">
                <a:solidFill>
                  <a:schemeClr val="dk1"/>
                </a:solidFill>
              </a:rPr>
              <a:t>thanh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000" dirty="0">
                <a:solidFill>
                  <a:schemeClr val="dk1"/>
                </a:solidFill>
              </a:rPr>
              <a:t>parents, works, shorts, books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400" b="1" dirty="0">
                <a:solidFill>
                  <a:schemeClr val="dk1"/>
                </a:solidFill>
              </a:rPr>
              <a:t>/z/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400" dirty="0" err="1">
                <a:solidFill>
                  <a:schemeClr val="dk1"/>
                </a:solidFill>
              </a:rPr>
              <a:t>hữu</a:t>
            </a:r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400" dirty="0" err="1">
                <a:solidFill>
                  <a:schemeClr val="dk1"/>
                </a:solidFill>
              </a:rPr>
              <a:t>thanh</a:t>
            </a:r>
            <a:r>
              <a:rPr lang="en-GB" sz="2400" dirty="0">
                <a:solidFill>
                  <a:schemeClr val="dk1"/>
                </a:solidFill>
              </a:rPr>
              <a:t> – </a:t>
            </a:r>
            <a:r>
              <a:rPr lang="en-GB" sz="2400" dirty="0" err="1">
                <a:solidFill>
                  <a:schemeClr val="dk1"/>
                </a:solidFill>
              </a:rPr>
              <a:t>hữu</a:t>
            </a:r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400" dirty="0" err="1">
                <a:solidFill>
                  <a:schemeClr val="dk1"/>
                </a:solidFill>
              </a:rPr>
              <a:t>thanh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000" dirty="0">
                <a:solidFill>
                  <a:schemeClr val="dk1"/>
                </a:solidFill>
              </a:rPr>
              <a:t>babies, teachers, doctors, roads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400" b="1" dirty="0">
                <a:solidFill>
                  <a:schemeClr val="dk1"/>
                </a:solidFill>
              </a:rPr>
              <a:t>/</a:t>
            </a:r>
            <a:r>
              <a:rPr lang="en-GB" sz="2400" b="1" dirty="0" err="1">
                <a:solidFill>
                  <a:schemeClr val="dk1"/>
                </a:solidFill>
              </a:rPr>
              <a:t>iz</a:t>
            </a:r>
            <a:r>
              <a:rPr lang="en-GB" sz="2400" b="1" dirty="0">
                <a:solidFill>
                  <a:schemeClr val="dk1"/>
                </a:solidFill>
              </a:rPr>
              <a:t>/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2000" dirty="0"/>
              <a:t>buses, roses, dishes, watches, oranges</a:t>
            </a:r>
            <a:endParaRPr dirty="0"/>
          </a:p>
        </p:txBody>
      </p:sp>
      <p:grpSp>
        <p:nvGrpSpPr>
          <p:cNvPr id="593" name="Google Shape;593;p20"/>
          <p:cNvGrpSpPr/>
          <p:nvPr/>
        </p:nvGrpSpPr>
        <p:grpSpPr>
          <a:xfrm>
            <a:off x="719992" y="1318793"/>
            <a:ext cx="2787294" cy="2973114"/>
            <a:chOff x="3970300" y="1660275"/>
            <a:chExt cx="685125" cy="730800"/>
          </a:xfrm>
        </p:grpSpPr>
        <p:sp>
          <p:nvSpPr>
            <p:cNvPr id="594" name="Google Shape;594;p20"/>
            <p:cNvSpPr/>
            <p:nvPr/>
          </p:nvSpPr>
          <p:spPr>
            <a:xfrm>
              <a:off x="3971375" y="1660275"/>
              <a:ext cx="684050" cy="730675"/>
            </a:xfrm>
            <a:custGeom>
              <a:avLst/>
              <a:gdLst/>
              <a:ahLst/>
              <a:cxnLst/>
              <a:rect l="l" t="t" r="r" b="b"/>
              <a:pathLst>
                <a:path w="27362" h="29227" extrusionOk="0">
                  <a:moveTo>
                    <a:pt x="26468" y="0"/>
                  </a:moveTo>
                  <a:cubicBezTo>
                    <a:pt x="26405" y="0"/>
                    <a:pt x="26341" y="14"/>
                    <a:pt x="26277" y="43"/>
                  </a:cubicBezTo>
                  <a:lnTo>
                    <a:pt x="186" y="15093"/>
                  </a:lnTo>
                  <a:cubicBezTo>
                    <a:pt x="71" y="15164"/>
                    <a:pt x="0" y="15293"/>
                    <a:pt x="0" y="15421"/>
                  </a:cubicBezTo>
                  <a:lnTo>
                    <a:pt x="0" y="28574"/>
                  </a:lnTo>
                  <a:cubicBezTo>
                    <a:pt x="0" y="28702"/>
                    <a:pt x="71" y="28830"/>
                    <a:pt x="171" y="28902"/>
                  </a:cubicBezTo>
                  <a:lnTo>
                    <a:pt x="685" y="29187"/>
                  </a:lnTo>
                  <a:cubicBezTo>
                    <a:pt x="736" y="29213"/>
                    <a:pt x="793" y="29227"/>
                    <a:pt x="853" y="29227"/>
                  </a:cubicBezTo>
                  <a:cubicBezTo>
                    <a:pt x="927" y="29227"/>
                    <a:pt x="1006" y="29206"/>
                    <a:pt x="1084" y="29159"/>
                  </a:cubicBezTo>
                  <a:lnTo>
                    <a:pt x="27176" y="14109"/>
                  </a:lnTo>
                  <a:cubicBezTo>
                    <a:pt x="27290" y="14037"/>
                    <a:pt x="27361" y="13923"/>
                    <a:pt x="27361" y="13795"/>
                  </a:cubicBezTo>
                  <a:lnTo>
                    <a:pt x="27361" y="656"/>
                  </a:lnTo>
                  <a:cubicBezTo>
                    <a:pt x="27347" y="528"/>
                    <a:pt x="27276" y="400"/>
                    <a:pt x="27176" y="328"/>
                  </a:cubicBezTo>
                  <a:lnTo>
                    <a:pt x="26648" y="43"/>
                  </a:lnTo>
                  <a:cubicBezTo>
                    <a:pt x="26591" y="14"/>
                    <a:pt x="26530" y="0"/>
                    <a:pt x="26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3993125" y="1673350"/>
              <a:ext cx="661925" cy="716725"/>
            </a:xfrm>
            <a:custGeom>
              <a:avLst/>
              <a:gdLst/>
              <a:ahLst/>
              <a:cxnLst/>
              <a:rect l="l" t="t" r="r" b="b"/>
              <a:pathLst>
                <a:path w="26477" h="28669" extrusionOk="0">
                  <a:moveTo>
                    <a:pt x="26366" y="1"/>
                  </a:moveTo>
                  <a:cubicBezTo>
                    <a:pt x="26340" y="1"/>
                    <a:pt x="26310" y="7"/>
                    <a:pt x="26277" y="19"/>
                  </a:cubicBezTo>
                  <a:lnTo>
                    <a:pt x="200" y="15069"/>
                  </a:lnTo>
                  <a:cubicBezTo>
                    <a:pt x="86" y="15141"/>
                    <a:pt x="15" y="15269"/>
                    <a:pt x="0" y="15397"/>
                  </a:cubicBezTo>
                  <a:lnTo>
                    <a:pt x="0" y="28536"/>
                  </a:lnTo>
                  <a:cubicBezTo>
                    <a:pt x="0" y="28628"/>
                    <a:pt x="44" y="28668"/>
                    <a:pt x="111" y="28668"/>
                  </a:cubicBezTo>
                  <a:cubicBezTo>
                    <a:pt x="138" y="28668"/>
                    <a:pt x="168" y="28662"/>
                    <a:pt x="200" y="28650"/>
                  </a:cubicBezTo>
                  <a:lnTo>
                    <a:pt x="26277" y="13600"/>
                  </a:lnTo>
                  <a:cubicBezTo>
                    <a:pt x="26406" y="13514"/>
                    <a:pt x="26477" y="13400"/>
                    <a:pt x="26477" y="13272"/>
                  </a:cubicBezTo>
                  <a:lnTo>
                    <a:pt x="26477" y="133"/>
                  </a:lnTo>
                  <a:cubicBezTo>
                    <a:pt x="26477" y="41"/>
                    <a:pt x="26433" y="1"/>
                    <a:pt x="26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3970300" y="2041150"/>
              <a:ext cx="26400" cy="349925"/>
            </a:xfrm>
            <a:custGeom>
              <a:avLst/>
              <a:gdLst/>
              <a:ahLst/>
              <a:cxnLst/>
              <a:rect l="l" t="t" r="r" b="b"/>
              <a:pathLst>
                <a:path w="1056" h="13997" extrusionOk="0">
                  <a:moveTo>
                    <a:pt x="57" y="1"/>
                  </a:moveTo>
                  <a:cubicBezTo>
                    <a:pt x="15" y="58"/>
                    <a:pt x="0" y="115"/>
                    <a:pt x="0" y="186"/>
                  </a:cubicBezTo>
                  <a:lnTo>
                    <a:pt x="0" y="13339"/>
                  </a:lnTo>
                  <a:cubicBezTo>
                    <a:pt x="15" y="13467"/>
                    <a:pt x="86" y="13595"/>
                    <a:pt x="200" y="13667"/>
                  </a:cubicBezTo>
                  <a:lnTo>
                    <a:pt x="714" y="13952"/>
                  </a:lnTo>
                  <a:cubicBezTo>
                    <a:pt x="775" y="13983"/>
                    <a:pt x="836" y="13997"/>
                    <a:pt x="897" y="13997"/>
                  </a:cubicBezTo>
                  <a:cubicBezTo>
                    <a:pt x="950" y="13997"/>
                    <a:pt x="1003" y="13986"/>
                    <a:pt x="1056" y="13966"/>
                  </a:cubicBezTo>
                  <a:lnTo>
                    <a:pt x="1056" y="13966"/>
                  </a:lnTo>
                  <a:cubicBezTo>
                    <a:pt x="1047" y="13968"/>
                    <a:pt x="1038" y="13969"/>
                    <a:pt x="1029" y="13969"/>
                  </a:cubicBezTo>
                  <a:cubicBezTo>
                    <a:pt x="968" y="13969"/>
                    <a:pt x="912" y="13925"/>
                    <a:pt x="899" y="13838"/>
                  </a:cubicBezTo>
                  <a:lnTo>
                    <a:pt x="899" y="700"/>
                  </a:lnTo>
                  <a:cubicBezTo>
                    <a:pt x="899" y="643"/>
                    <a:pt x="913" y="571"/>
                    <a:pt x="942" y="514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4018800" y="2167900"/>
              <a:ext cx="52450" cy="40475"/>
            </a:xfrm>
            <a:custGeom>
              <a:avLst/>
              <a:gdLst/>
              <a:ahLst/>
              <a:cxnLst/>
              <a:rect l="l" t="t" r="r" b="b"/>
              <a:pathLst>
                <a:path w="2098" h="1619" extrusionOk="0">
                  <a:moveTo>
                    <a:pt x="1926" y="0"/>
                  </a:moveTo>
                  <a:cubicBezTo>
                    <a:pt x="1880" y="0"/>
                    <a:pt x="1827" y="17"/>
                    <a:pt x="1769" y="52"/>
                  </a:cubicBezTo>
                  <a:lnTo>
                    <a:pt x="328" y="894"/>
                  </a:lnTo>
                  <a:cubicBezTo>
                    <a:pt x="143" y="993"/>
                    <a:pt x="43" y="1193"/>
                    <a:pt x="0" y="1407"/>
                  </a:cubicBezTo>
                  <a:cubicBezTo>
                    <a:pt x="0" y="1542"/>
                    <a:pt x="66" y="1618"/>
                    <a:pt x="165" y="1618"/>
                  </a:cubicBezTo>
                  <a:cubicBezTo>
                    <a:pt x="213" y="1618"/>
                    <a:pt x="268" y="1601"/>
                    <a:pt x="328" y="1564"/>
                  </a:cubicBezTo>
                  <a:lnTo>
                    <a:pt x="1769" y="722"/>
                  </a:lnTo>
                  <a:cubicBezTo>
                    <a:pt x="1969" y="622"/>
                    <a:pt x="2069" y="423"/>
                    <a:pt x="2097" y="209"/>
                  </a:cubicBezTo>
                  <a:cubicBezTo>
                    <a:pt x="2097" y="81"/>
                    <a:pt x="2029" y="0"/>
                    <a:pt x="1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4082275" y="2099350"/>
              <a:ext cx="108450" cy="72925"/>
            </a:xfrm>
            <a:custGeom>
              <a:avLst/>
              <a:gdLst/>
              <a:ahLst/>
              <a:cxnLst/>
              <a:rect l="l" t="t" r="r" b="b"/>
              <a:pathLst>
                <a:path w="4338" h="2917" extrusionOk="0">
                  <a:moveTo>
                    <a:pt x="4173" y="0"/>
                  </a:moveTo>
                  <a:cubicBezTo>
                    <a:pt x="4125" y="0"/>
                    <a:pt x="4069" y="18"/>
                    <a:pt x="4009" y="55"/>
                  </a:cubicBezTo>
                  <a:lnTo>
                    <a:pt x="314" y="2166"/>
                  </a:lnTo>
                  <a:cubicBezTo>
                    <a:pt x="143" y="2280"/>
                    <a:pt x="15" y="2466"/>
                    <a:pt x="1" y="2708"/>
                  </a:cubicBezTo>
                  <a:cubicBezTo>
                    <a:pt x="1" y="2836"/>
                    <a:pt x="69" y="2917"/>
                    <a:pt x="167" y="2917"/>
                  </a:cubicBezTo>
                  <a:cubicBezTo>
                    <a:pt x="211" y="2917"/>
                    <a:pt x="261" y="2901"/>
                    <a:pt x="314" y="2865"/>
                  </a:cubicBezTo>
                  <a:lnTo>
                    <a:pt x="4009" y="725"/>
                  </a:lnTo>
                  <a:cubicBezTo>
                    <a:pt x="4209" y="626"/>
                    <a:pt x="4309" y="426"/>
                    <a:pt x="4337" y="212"/>
                  </a:cubicBezTo>
                  <a:cubicBezTo>
                    <a:pt x="4337" y="77"/>
                    <a:pt x="4272" y="0"/>
                    <a:pt x="4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4197825" y="2028025"/>
              <a:ext cx="115225" cy="76925"/>
            </a:xfrm>
            <a:custGeom>
              <a:avLst/>
              <a:gdLst/>
              <a:ahLst/>
              <a:cxnLst/>
              <a:rect l="l" t="t" r="r" b="b"/>
              <a:pathLst>
                <a:path w="4609" h="3077" extrusionOk="0">
                  <a:moveTo>
                    <a:pt x="4448" y="0"/>
                  </a:moveTo>
                  <a:cubicBezTo>
                    <a:pt x="4402" y="0"/>
                    <a:pt x="4350" y="18"/>
                    <a:pt x="4294" y="55"/>
                  </a:cubicBezTo>
                  <a:lnTo>
                    <a:pt x="314" y="2352"/>
                  </a:lnTo>
                  <a:cubicBezTo>
                    <a:pt x="115" y="2466"/>
                    <a:pt x="15" y="2665"/>
                    <a:pt x="1" y="2865"/>
                  </a:cubicBezTo>
                  <a:cubicBezTo>
                    <a:pt x="1" y="3000"/>
                    <a:pt x="66" y="3076"/>
                    <a:pt x="161" y="3076"/>
                  </a:cubicBezTo>
                  <a:cubicBezTo>
                    <a:pt x="207" y="3076"/>
                    <a:pt x="259" y="3059"/>
                    <a:pt x="314" y="3022"/>
                  </a:cubicBezTo>
                  <a:lnTo>
                    <a:pt x="4294" y="725"/>
                  </a:lnTo>
                  <a:cubicBezTo>
                    <a:pt x="4480" y="625"/>
                    <a:pt x="4594" y="426"/>
                    <a:pt x="4608" y="212"/>
                  </a:cubicBezTo>
                  <a:cubicBezTo>
                    <a:pt x="4608" y="77"/>
                    <a:pt x="4543" y="0"/>
                    <a:pt x="44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4018800" y="2033725"/>
              <a:ext cx="108450" cy="72425"/>
            </a:xfrm>
            <a:custGeom>
              <a:avLst/>
              <a:gdLst/>
              <a:ahLst/>
              <a:cxnLst/>
              <a:rect l="l" t="t" r="r" b="b"/>
              <a:pathLst>
                <a:path w="4338" h="2897" extrusionOk="0">
                  <a:moveTo>
                    <a:pt x="4177" y="1"/>
                  </a:moveTo>
                  <a:cubicBezTo>
                    <a:pt x="4131" y="1"/>
                    <a:pt x="4079" y="18"/>
                    <a:pt x="4023" y="55"/>
                  </a:cubicBezTo>
                  <a:lnTo>
                    <a:pt x="328" y="2181"/>
                  </a:lnTo>
                  <a:cubicBezTo>
                    <a:pt x="143" y="2295"/>
                    <a:pt x="43" y="2480"/>
                    <a:pt x="0" y="2694"/>
                  </a:cubicBezTo>
                  <a:cubicBezTo>
                    <a:pt x="0" y="2823"/>
                    <a:pt x="69" y="2896"/>
                    <a:pt x="172" y="2896"/>
                  </a:cubicBezTo>
                  <a:cubicBezTo>
                    <a:pt x="219" y="2896"/>
                    <a:pt x="271" y="2882"/>
                    <a:pt x="328" y="2851"/>
                  </a:cubicBezTo>
                  <a:lnTo>
                    <a:pt x="4023" y="726"/>
                  </a:lnTo>
                  <a:cubicBezTo>
                    <a:pt x="4209" y="626"/>
                    <a:pt x="4323" y="426"/>
                    <a:pt x="4337" y="212"/>
                  </a:cubicBezTo>
                  <a:cubicBezTo>
                    <a:pt x="4337" y="77"/>
                    <a:pt x="4272" y="1"/>
                    <a:pt x="4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4134350" y="1971325"/>
              <a:ext cx="101300" cy="69075"/>
            </a:xfrm>
            <a:custGeom>
              <a:avLst/>
              <a:gdLst/>
              <a:ahLst/>
              <a:cxnLst/>
              <a:rect l="l" t="t" r="r" b="b"/>
              <a:pathLst>
                <a:path w="4052" h="2763" extrusionOk="0">
                  <a:moveTo>
                    <a:pt x="3887" y="0"/>
                  </a:moveTo>
                  <a:cubicBezTo>
                    <a:pt x="3839" y="0"/>
                    <a:pt x="3784" y="18"/>
                    <a:pt x="3724" y="55"/>
                  </a:cubicBezTo>
                  <a:lnTo>
                    <a:pt x="328" y="2009"/>
                  </a:lnTo>
                  <a:cubicBezTo>
                    <a:pt x="143" y="2137"/>
                    <a:pt x="15" y="2323"/>
                    <a:pt x="0" y="2551"/>
                  </a:cubicBezTo>
                  <a:cubicBezTo>
                    <a:pt x="0" y="2686"/>
                    <a:pt x="66" y="2762"/>
                    <a:pt x="165" y="2762"/>
                  </a:cubicBezTo>
                  <a:cubicBezTo>
                    <a:pt x="213" y="2762"/>
                    <a:pt x="268" y="2745"/>
                    <a:pt x="328" y="2708"/>
                  </a:cubicBezTo>
                  <a:lnTo>
                    <a:pt x="3724" y="725"/>
                  </a:lnTo>
                  <a:cubicBezTo>
                    <a:pt x="3923" y="625"/>
                    <a:pt x="4023" y="426"/>
                    <a:pt x="4052" y="212"/>
                  </a:cubicBezTo>
                  <a:cubicBezTo>
                    <a:pt x="4052" y="77"/>
                    <a:pt x="3987" y="0"/>
                    <a:pt x="3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4243125" y="1924950"/>
              <a:ext cx="72425" cy="52075"/>
            </a:xfrm>
            <a:custGeom>
              <a:avLst/>
              <a:gdLst/>
              <a:ahLst/>
              <a:cxnLst/>
              <a:rect l="l" t="t" r="r" b="b"/>
              <a:pathLst>
                <a:path w="2897" h="2083" extrusionOk="0">
                  <a:moveTo>
                    <a:pt x="2731" y="1"/>
                  </a:moveTo>
                  <a:cubicBezTo>
                    <a:pt x="2684" y="1"/>
                    <a:pt x="2628" y="18"/>
                    <a:pt x="2568" y="55"/>
                  </a:cubicBezTo>
                  <a:lnTo>
                    <a:pt x="328" y="1353"/>
                  </a:lnTo>
                  <a:cubicBezTo>
                    <a:pt x="143" y="1467"/>
                    <a:pt x="15" y="1653"/>
                    <a:pt x="0" y="1867"/>
                  </a:cubicBezTo>
                  <a:cubicBezTo>
                    <a:pt x="0" y="2006"/>
                    <a:pt x="70" y="2083"/>
                    <a:pt x="174" y="2083"/>
                  </a:cubicBezTo>
                  <a:cubicBezTo>
                    <a:pt x="220" y="2083"/>
                    <a:pt x="272" y="2068"/>
                    <a:pt x="328" y="2038"/>
                  </a:cubicBezTo>
                  <a:lnTo>
                    <a:pt x="2568" y="726"/>
                  </a:lnTo>
                  <a:cubicBezTo>
                    <a:pt x="2768" y="626"/>
                    <a:pt x="2868" y="426"/>
                    <a:pt x="2896" y="212"/>
                  </a:cubicBezTo>
                  <a:cubicBezTo>
                    <a:pt x="2896" y="77"/>
                    <a:pt x="2831" y="1"/>
                    <a:pt x="2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4018800" y="2186725"/>
              <a:ext cx="108450" cy="72925"/>
            </a:xfrm>
            <a:custGeom>
              <a:avLst/>
              <a:gdLst/>
              <a:ahLst/>
              <a:cxnLst/>
              <a:rect l="l" t="t" r="r" b="b"/>
              <a:pathLst>
                <a:path w="4338" h="2917" extrusionOk="0">
                  <a:moveTo>
                    <a:pt x="4177" y="0"/>
                  </a:moveTo>
                  <a:cubicBezTo>
                    <a:pt x="4131" y="0"/>
                    <a:pt x="4079" y="18"/>
                    <a:pt x="4023" y="55"/>
                  </a:cubicBezTo>
                  <a:lnTo>
                    <a:pt x="328" y="2166"/>
                  </a:lnTo>
                  <a:cubicBezTo>
                    <a:pt x="143" y="2280"/>
                    <a:pt x="43" y="2480"/>
                    <a:pt x="0" y="2708"/>
                  </a:cubicBezTo>
                  <a:cubicBezTo>
                    <a:pt x="0" y="2836"/>
                    <a:pt x="68" y="2917"/>
                    <a:pt x="171" y="2917"/>
                  </a:cubicBezTo>
                  <a:cubicBezTo>
                    <a:pt x="218" y="2917"/>
                    <a:pt x="271" y="2901"/>
                    <a:pt x="328" y="2865"/>
                  </a:cubicBezTo>
                  <a:lnTo>
                    <a:pt x="4023" y="725"/>
                  </a:lnTo>
                  <a:cubicBezTo>
                    <a:pt x="4209" y="626"/>
                    <a:pt x="4323" y="426"/>
                    <a:pt x="4337" y="212"/>
                  </a:cubicBezTo>
                  <a:cubicBezTo>
                    <a:pt x="4337" y="77"/>
                    <a:pt x="4272" y="0"/>
                    <a:pt x="41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4134350" y="2124200"/>
              <a:ext cx="101300" cy="68475"/>
            </a:xfrm>
            <a:custGeom>
              <a:avLst/>
              <a:gdLst/>
              <a:ahLst/>
              <a:cxnLst/>
              <a:rect l="l" t="t" r="r" b="b"/>
              <a:pathLst>
                <a:path w="4052" h="2739" extrusionOk="0">
                  <a:moveTo>
                    <a:pt x="3878" y="0"/>
                  </a:moveTo>
                  <a:cubicBezTo>
                    <a:pt x="3832" y="0"/>
                    <a:pt x="3780" y="15"/>
                    <a:pt x="3724" y="45"/>
                  </a:cubicBezTo>
                  <a:lnTo>
                    <a:pt x="328" y="2014"/>
                  </a:lnTo>
                  <a:cubicBezTo>
                    <a:pt x="143" y="2128"/>
                    <a:pt x="15" y="2313"/>
                    <a:pt x="0" y="2527"/>
                  </a:cubicBezTo>
                  <a:cubicBezTo>
                    <a:pt x="0" y="2662"/>
                    <a:pt x="66" y="2739"/>
                    <a:pt x="165" y="2739"/>
                  </a:cubicBezTo>
                  <a:cubicBezTo>
                    <a:pt x="213" y="2739"/>
                    <a:pt x="268" y="2721"/>
                    <a:pt x="328" y="2684"/>
                  </a:cubicBezTo>
                  <a:lnTo>
                    <a:pt x="3724" y="730"/>
                  </a:lnTo>
                  <a:cubicBezTo>
                    <a:pt x="3923" y="616"/>
                    <a:pt x="4023" y="430"/>
                    <a:pt x="4052" y="216"/>
                  </a:cubicBezTo>
                  <a:cubicBezTo>
                    <a:pt x="4052" y="77"/>
                    <a:pt x="3982" y="0"/>
                    <a:pt x="38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4243125" y="2077475"/>
              <a:ext cx="72425" cy="51850"/>
            </a:xfrm>
            <a:custGeom>
              <a:avLst/>
              <a:gdLst/>
              <a:ahLst/>
              <a:cxnLst/>
              <a:rect l="l" t="t" r="r" b="b"/>
              <a:pathLst>
                <a:path w="2897" h="2074" extrusionOk="0">
                  <a:moveTo>
                    <a:pt x="2724" y="0"/>
                  </a:moveTo>
                  <a:cubicBezTo>
                    <a:pt x="2678" y="0"/>
                    <a:pt x="2625" y="15"/>
                    <a:pt x="2568" y="45"/>
                  </a:cubicBezTo>
                  <a:lnTo>
                    <a:pt x="328" y="1358"/>
                  </a:lnTo>
                  <a:cubicBezTo>
                    <a:pt x="143" y="1472"/>
                    <a:pt x="15" y="1672"/>
                    <a:pt x="0" y="1871"/>
                  </a:cubicBezTo>
                  <a:cubicBezTo>
                    <a:pt x="0" y="2000"/>
                    <a:pt x="69" y="2074"/>
                    <a:pt x="172" y="2074"/>
                  </a:cubicBezTo>
                  <a:cubicBezTo>
                    <a:pt x="218" y="2074"/>
                    <a:pt x="271" y="2059"/>
                    <a:pt x="328" y="2028"/>
                  </a:cubicBezTo>
                  <a:lnTo>
                    <a:pt x="2568" y="730"/>
                  </a:lnTo>
                  <a:cubicBezTo>
                    <a:pt x="2768" y="616"/>
                    <a:pt x="2868" y="416"/>
                    <a:pt x="2896" y="202"/>
                  </a:cubicBezTo>
                  <a:cubicBezTo>
                    <a:pt x="2896" y="74"/>
                    <a:pt x="2828" y="0"/>
                    <a:pt x="2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4018800" y="2037300"/>
              <a:ext cx="190100" cy="119725"/>
            </a:xfrm>
            <a:custGeom>
              <a:avLst/>
              <a:gdLst/>
              <a:ahLst/>
              <a:cxnLst/>
              <a:rect l="l" t="t" r="r" b="b"/>
              <a:pathLst>
                <a:path w="7604" h="4789" extrusionOk="0">
                  <a:moveTo>
                    <a:pt x="7439" y="0"/>
                  </a:moveTo>
                  <a:cubicBezTo>
                    <a:pt x="7391" y="0"/>
                    <a:pt x="7336" y="18"/>
                    <a:pt x="7276" y="55"/>
                  </a:cubicBezTo>
                  <a:lnTo>
                    <a:pt x="328" y="4063"/>
                  </a:lnTo>
                  <a:cubicBezTo>
                    <a:pt x="143" y="4192"/>
                    <a:pt x="43" y="4391"/>
                    <a:pt x="0" y="4577"/>
                  </a:cubicBezTo>
                  <a:cubicBezTo>
                    <a:pt x="0" y="4712"/>
                    <a:pt x="66" y="4788"/>
                    <a:pt x="165" y="4788"/>
                  </a:cubicBezTo>
                  <a:cubicBezTo>
                    <a:pt x="213" y="4788"/>
                    <a:pt x="268" y="4771"/>
                    <a:pt x="328" y="4734"/>
                  </a:cubicBezTo>
                  <a:lnTo>
                    <a:pt x="7276" y="725"/>
                  </a:lnTo>
                  <a:cubicBezTo>
                    <a:pt x="7475" y="625"/>
                    <a:pt x="7575" y="426"/>
                    <a:pt x="7604" y="212"/>
                  </a:cubicBezTo>
                  <a:cubicBezTo>
                    <a:pt x="7604" y="77"/>
                    <a:pt x="7539" y="0"/>
                    <a:pt x="7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4218150" y="1978100"/>
              <a:ext cx="94550" cy="64450"/>
            </a:xfrm>
            <a:custGeom>
              <a:avLst/>
              <a:gdLst/>
              <a:ahLst/>
              <a:cxnLst/>
              <a:rect l="l" t="t" r="r" b="b"/>
              <a:pathLst>
                <a:path w="3782" h="2578" extrusionOk="0">
                  <a:moveTo>
                    <a:pt x="3621" y="0"/>
                  </a:moveTo>
                  <a:cubicBezTo>
                    <a:pt x="3575" y="0"/>
                    <a:pt x="3523" y="18"/>
                    <a:pt x="3467" y="55"/>
                  </a:cubicBezTo>
                  <a:lnTo>
                    <a:pt x="329" y="1852"/>
                  </a:lnTo>
                  <a:cubicBezTo>
                    <a:pt x="143" y="1952"/>
                    <a:pt x="15" y="2152"/>
                    <a:pt x="1" y="2366"/>
                  </a:cubicBezTo>
                  <a:cubicBezTo>
                    <a:pt x="1" y="2501"/>
                    <a:pt x="66" y="2577"/>
                    <a:pt x="166" y="2577"/>
                  </a:cubicBezTo>
                  <a:cubicBezTo>
                    <a:pt x="213" y="2577"/>
                    <a:pt x="269" y="2560"/>
                    <a:pt x="329" y="2523"/>
                  </a:cubicBezTo>
                  <a:lnTo>
                    <a:pt x="3467" y="725"/>
                  </a:lnTo>
                  <a:cubicBezTo>
                    <a:pt x="3653" y="625"/>
                    <a:pt x="3767" y="426"/>
                    <a:pt x="3781" y="212"/>
                  </a:cubicBezTo>
                  <a:cubicBezTo>
                    <a:pt x="3781" y="77"/>
                    <a:pt x="3716" y="0"/>
                    <a:pt x="3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4595475" y="2019050"/>
              <a:ext cx="50300" cy="49225"/>
            </a:xfrm>
            <a:custGeom>
              <a:avLst/>
              <a:gdLst/>
              <a:ahLst/>
              <a:cxnLst/>
              <a:rect l="l" t="t" r="r" b="b"/>
              <a:pathLst>
                <a:path w="2012" h="1969" extrusionOk="0">
                  <a:moveTo>
                    <a:pt x="1784" y="0"/>
                  </a:moveTo>
                  <a:lnTo>
                    <a:pt x="1" y="999"/>
                  </a:lnTo>
                  <a:lnTo>
                    <a:pt x="1655" y="1940"/>
                  </a:lnTo>
                  <a:cubicBezTo>
                    <a:pt x="1712" y="1969"/>
                    <a:pt x="1741" y="1969"/>
                    <a:pt x="1798" y="1969"/>
                  </a:cubicBezTo>
                  <a:cubicBezTo>
                    <a:pt x="1926" y="1954"/>
                    <a:pt x="2012" y="1855"/>
                    <a:pt x="1998" y="1726"/>
                  </a:cubicBezTo>
                  <a:lnTo>
                    <a:pt x="17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4021650" y="2271675"/>
              <a:ext cx="45325" cy="66575"/>
            </a:xfrm>
            <a:custGeom>
              <a:avLst/>
              <a:gdLst/>
              <a:ahLst/>
              <a:cxnLst/>
              <a:rect l="l" t="t" r="r" b="b"/>
              <a:pathLst>
                <a:path w="1813" h="2663" extrusionOk="0">
                  <a:moveTo>
                    <a:pt x="1583" y="1"/>
                  </a:moveTo>
                  <a:cubicBezTo>
                    <a:pt x="1505" y="1"/>
                    <a:pt x="1426" y="51"/>
                    <a:pt x="1384" y="123"/>
                  </a:cubicBezTo>
                  <a:lnTo>
                    <a:pt x="571" y="2078"/>
                  </a:lnTo>
                  <a:lnTo>
                    <a:pt x="371" y="1878"/>
                  </a:lnTo>
                  <a:cubicBezTo>
                    <a:pt x="332" y="1845"/>
                    <a:pt x="281" y="1828"/>
                    <a:pt x="230" y="1828"/>
                  </a:cubicBezTo>
                  <a:cubicBezTo>
                    <a:pt x="170" y="1828"/>
                    <a:pt x="110" y="1852"/>
                    <a:pt x="72" y="1907"/>
                  </a:cubicBezTo>
                  <a:cubicBezTo>
                    <a:pt x="1" y="2006"/>
                    <a:pt x="1" y="2106"/>
                    <a:pt x="72" y="2192"/>
                  </a:cubicBezTo>
                  <a:lnTo>
                    <a:pt x="500" y="2606"/>
                  </a:lnTo>
                  <a:cubicBezTo>
                    <a:pt x="528" y="2648"/>
                    <a:pt x="585" y="2663"/>
                    <a:pt x="642" y="2663"/>
                  </a:cubicBezTo>
                  <a:lnTo>
                    <a:pt x="671" y="2663"/>
                  </a:lnTo>
                  <a:cubicBezTo>
                    <a:pt x="742" y="2648"/>
                    <a:pt x="799" y="2606"/>
                    <a:pt x="828" y="2534"/>
                  </a:cubicBezTo>
                  <a:lnTo>
                    <a:pt x="1784" y="295"/>
                  </a:lnTo>
                  <a:cubicBezTo>
                    <a:pt x="1812" y="209"/>
                    <a:pt x="1784" y="81"/>
                    <a:pt x="1670" y="24"/>
                  </a:cubicBezTo>
                  <a:cubicBezTo>
                    <a:pt x="1642" y="8"/>
                    <a:pt x="1613" y="1"/>
                    <a:pt x="158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4066950" y="2245300"/>
              <a:ext cx="46375" cy="66325"/>
            </a:xfrm>
            <a:custGeom>
              <a:avLst/>
              <a:gdLst/>
              <a:ahLst/>
              <a:cxnLst/>
              <a:rect l="l" t="t" r="r" b="b"/>
              <a:pathLst>
                <a:path w="1855" h="2653" extrusionOk="0">
                  <a:moveTo>
                    <a:pt x="1613" y="1"/>
                  </a:moveTo>
                  <a:cubicBezTo>
                    <a:pt x="1534" y="1"/>
                    <a:pt x="1454" y="53"/>
                    <a:pt x="1412" y="137"/>
                  </a:cubicBezTo>
                  <a:lnTo>
                    <a:pt x="599" y="2077"/>
                  </a:lnTo>
                  <a:lnTo>
                    <a:pt x="400" y="1877"/>
                  </a:lnTo>
                  <a:cubicBezTo>
                    <a:pt x="347" y="1833"/>
                    <a:pt x="291" y="1811"/>
                    <a:pt x="235" y="1811"/>
                  </a:cubicBezTo>
                  <a:cubicBezTo>
                    <a:pt x="184" y="1811"/>
                    <a:pt x="133" y="1829"/>
                    <a:pt x="86" y="1863"/>
                  </a:cubicBezTo>
                  <a:cubicBezTo>
                    <a:pt x="0" y="1949"/>
                    <a:pt x="0" y="2077"/>
                    <a:pt x="72" y="2163"/>
                  </a:cubicBezTo>
                  <a:lnTo>
                    <a:pt x="86" y="2177"/>
                  </a:lnTo>
                  <a:lnTo>
                    <a:pt x="514" y="2591"/>
                  </a:lnTo>
                  <a:cubicBezTo>
                    <a:pt x="557" y="2634"/>
                    <a:pt x="609" y="2653"/>
                    <a:pt x="663" y="2653"/>
                  </a:cubicBezTo>
                  <a:cubicBezTo>
                    <a:pt x="680" y="2653"/>
                    <a:pt x="697" y="2651"/>
                    <a:pt x="713" y="2648"/>
                  </a:cubicBezTo>
                  <a:cubicBezTo>
                    <a:pt x="785" y="2619"/>
                    <a:pt x="842" y="2576"/>
                    <a:pt x="870" y="2519"/>
                  </a:cubicBezTo>
                  <a:lnTo>
                    <a:pt x="1812" y="308"/>
                  </a:lnTo>
                  <a:cubicBezTo>
                    <a:pt x="1855" y="194"/>
                    <a:pt x="1812" y="66"/>
                    <a:pt x="1698" y="23"/>
                  </a:cubicBezTo>
                  <a:cubicBezTo>
                    <a:pt x="1671" y="8"/>
                    <a:pt x="1642" y="1"/>
                    <a:pt x="161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4357600" y="1762025"/>
              <a:ext cx="263925" cy="340850"/>
            </a:xfrm>
            <a:custGeom>
              <a:avLst/>
              <a:gdLst/>
              <a:ahLst/>
              <a:cxnLst/>
              <a:rect l="l" t="t" r="r" b="b"/>
              <a:pathLst>
                <a:path w="10557" h="13634" extrusionOk="0">
                  <a:moveTo>
                    <a:pt x="7637" y="1"/>
                  </a:moveTo>
                  <a:cubicBezTo>
                    <a:pt x="6927" y="1"/>
                    <a:pt x="6126" y="233"/>
                    <a:pt x="5279" y="723"/>
                  </a:cubicBezTo>
                  <a:cubicBezTo>
                    <a:pt x="2354" y="2421"/>
                    <a:pt x="1" y="6501"/>
                    <a:pt x="1" y="9867"/>
                  </a:cubicBezTo>
                  <a:cubicBezTo>
                    <a:pt x="1" y="12258"/>
                    <a:pt x="1201" y="13634"/>
                    <a:pt x="2934" y="13634"/>
                  </a:cubicBezTo>
                  <a:cubicBezTo>
                    <a:pt x="3642" y="13634"/>
                    <a:pt x="4439" y="13404"/>
                    <a:pt x="5279" y="12920"/>
                  </a:cubicBezTo>
                  <a:cubicBezTo>
                    <a:pt x="8189" y="11237"/>
                    <a:pt x="10557" y="7143"/>
                    <a:pt x="10557" y="3776"/>
                  </a:cubicBezTo>
                  <a:cubicBezTo>
                    <a:pt x="10557" y="1379"/>
                    <a:pt x="9367" y="1"/>
                    <a:pt x="7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4188200" y="1867900"/>
              <a:ext cx="247875" cy="204500"/>
            </a:xfrm>
            <a:custGeom>
              <a:avLst/>
              <a:gdLst/>
              <a:ahLst/>
              <a:cxnLst/>
              <a:rect l="l" t="t" r="r" b="b"/>
              <a:pathLst>
                <a:path w="9915" h="8180" extrusionOk="0">
                  <a:moveTo>
                    <a:pt x="980" y="1"/>
                  </a:moveTo>
                  <a:cubicBezTo>
                    <a:pt x="882" y="1"/>
                    <a:pt x="773" y="39"/>
                    <a:pt x="685" y="83"/>
                  </a:cubicBezTo>
                  <a:cubicBezTo>
                    <a:pt x="600" y="126"/>
                    <a:pt x="528" y="169"/>
                    <a:pt x="457" y="226"/>
                  </a:cubicBezTo>
                  <a:cubicBezTo>
                    <a:pt x="243" y="426"/>
                    <a:pt x="115" y="668"/>
                    <a:pt x="58" y="953"/>
                  </a:cubicBezTo>
                  <a:cubicBezTo>
                    <a:pt x="0" y="1281"/>
                    <a:pt x="29" y="1624"/>
                    <a:pt x="129" y="1923"/>
                  </a:cubicBezTo>
                  <a:cubicBezTo>
                    <a:pt x="257" y="2366"/>
                    <a:pt x="471" y="2779"/>
                    <a:pt x="742" y="3136"/>
                  </a:cubicBezTo>
                  <a:cubicBezTo>
                    <a:pt x="913" y="3436"/>
                    <a:pt x="1142" y="3707"/>
                    <a:pt x="1327" y="4006"/>
                  </a:cubicBezTo>
                  <a:cubicBezTo>
                    <a:pt x="1955" y="5105"/>
                    <a:pt x="2625" y="6175"/>
                    <a:pt x="3381" y="7187"/>
                  </a:cubicBezTo>
                  <a:cubicBezTo>
                    <a:pt x="3553" y="7430"/>
                    <a:pt x="4066" y="8100"/>
                    <a:pt x="4337" y="8157"/>
                  </a:cubicBezTo>
                  <a:cubicBezTo>
                    <a:pt x="4389" y="8172"/>
                    <a:pt x="4439" y="8179"/>
                    <a:pt x="4487" y="8179"/>
                  </a:cubicBezTo>
                  <a:cubicBezTo>
                    <a:pt x="4763" y="8179"/>
                    <a:pt x="4991" y="7967"/>
                    <a:pt x="5136" y="7858"/>
                  </a:cubicBezTo>
                  <a:cubicBezTo>
                    <a:pt x="5749" y="7430"/>
                    <a:pt x="8945" y="4277"/>
                    <a:pt x="8945" y="4277"/>
                  </a:cubicBezTo>
                  <a:cubicBezTo>
                    <a:pt x="9915" y="2908"/>
                    <a:pt x="9672" y="2009"/>
                    <a:pt x="9544" y="2009"/>
                  </a:cubicBezTo>
                  <a:cubicBezTo>
                    <a:pt x="9495" y="2009"/>
                    <a:pt x="9316" y="1971"/>
                    <a:pt x="9065" y="1971"/>
                  </a:cubicBezTo>
                  <a:cubicBezTo>
                    <a:pt x="8661" y="1971"/>
                    <a:pt x="8070" y="2069"/>
                    <a:pt x="7533" y="2580"/>
                  </a:cubicBezTo>
                  <a:cubicBezTo>
                    <a:pt x="6862" y="3222"/>
                    <a:pt x="4622" y="5547"/>
                    <a:pt x="4622" y="5547"/>
                  </a:cubicBezTo>
                  <a:cubicBezTo>
                    <a:pt x="4095" y="4919"/>
                    <a:pt x="3752" y="4620"/>
                    <a:pt x="3210" y="3992"/>
                  </a:cubicBezTo>
                  <a:cubicBezTo>
                    <a:pt x="2968" y="3692"/>
                    <a:pt x="2568" y="3364"/>
                    <a:pt x="2554" y="2936"/>
                  </a:cubicBezTo>
                  <a:cubicBezTo>
                    <a:pt x="2554" y="2751"/>
                    <a:pt x="2568" y="2565"/>
                    <a:pt x="2611" y="2366"/>
                  </a:cubicBezTo>
                  <a:cubicBezTo>
                    <a:pt x="2640" y="1938"/>
                    <a:pt x="2611" y="1495"/>
                    <a:pt x="2525" y="1068"/>
                  </a:cubicBezTo>
                  <a:cubicBezTo>
                    <a:pt x="2525" y="1053"/>
                    <a:pt x="2525" y="1039"/>
                    <a:pt x="2497" y="1010"/>
                  </a:cubicBezTo>
                  <a:lnTo>
                    <a:pt x="2454" y="953"/>
                  </a:lnTo>
                  <a:cubicBezTo>
                    <a:pt x="2434" y="948"/>
                    <a:pt x="2414" y="946"/>
                    <a:pt x="2394" y="946"/>
                  </a:cubicBezTo>
                  <a:cubicBezTo>
                    <a:pt x="2302" y="946"/>
                    <a:pt x="2218" y="997"/>
                    <a:pt x="2183" y="1068"/>
                  </a:cubicBezTo>
                  <a:cubicBezTo>
                    <a:pt x="2126" y="1153"/>
                    <a:pt x="2112" y="1267"/>
                    <a:pt x="2112" y="1353"/>
                  </a:cubicBezTo>
                  <a:cubicBezTo>
                    <a:pt x="2112" y="1453"/>
                    <a:pt x="2097" y="1553"/>
                    <a:pt x="2040" y="1638"/>
                  </a:cubicBezTo>
                  <a:cubicBezTo>
                    <a:pt x="2040" y="1652"/>
                    <a:pt x="2026" y="1667"/>
                    <a:pt x="1998" y="1695"/>
                  </a:cubicBezTo>
                  <a:cubicBezTo>
                    <a:pt x="1983" y="1709"/>
                    <a:pt x="1969" y="1709"/>
                    <a:pt x="1955" y="1709"/>
                  </a:cubicBezTo>
                  <a:cubicBezTo>
                    <a:pt x="1826" y="1709"/>
                    <a:pt x="1769" y="1581"/>
                    <a:pt x="1712" y="1481"/>
                  </a:cubicBezTo>
                  <a:cubicBezTo>
                    <a:pt x="1612" y="1239"/>
                    <a:pt x="1527" y="1010"/>
                    <a:pt x="1470" y="782"/>
                  </a:cubicBezTo>
                  <a:cubicBezTo>
                    <a:pt x="1427" y="625"/>
                    <a:pt x="1341" y="454"/>
                    <a:pt x="1284" y="297"/>
                  </a:cubicBezTo>
                  <a:cubicBezTo>
                    <a:pt x="1270" y="212"/>
                    <a:pt x="1213" y="126"/>
                    <a:pt x="1142" y="55"/>
                  </a:cubicBezTo>
                  <a:cubicBezTo>
                    <a:pt x="1098" y="16"/>
                    <a:pt x="1041" y="1"/>
                    <a:pt x="980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4254900" y="1914925"/>
              <a:ext cx="181900" cy="159525"/>
            </a:xfrm>
            <a:custGeom>
              <a:avLst/>
              <a:gdLst/>
              <a:ahLst/>
              <a:cxnLst/>
              <a:rect l="l" t="t" r="r" b="b"/>
              <a:pathLst>
                <a:path w="7276" h="6381" extrusionOk="0">
                  <a:moveTo>
                    <a:pt x="6373" y="1"/>
                  </a:moveTo>
                  <a:cubicBezTo>
                    <a:pt x="6040" y="1"/>
                    <a:pt x="5638" y="71"/>
                    <a:pt x="5250" y="313"/>
                  </a:cubicBezTo>
                  <a:cubicBezTo>
                    <a:pt x="4365" y="884"/>
                    <a:pt x="1940" y="3666"/>
                    <a:pt x="1940" y="3666"/>
                  </a:cubicBezTo>
                  <a:lnTo>
                    <a:pt x="1327" y="2981"/>
                  </a:lnTo>
                  <a:cubicBezTo>
                    <a:pt x="1327" y="2981"/>
                    <a:pt x="1013" y="4179"/>
                    <a:pt x="0" y="4294"/>
                  </a:cubicBezTo>
                  <a:cubicBezTo>
                    <a:pt x="0" y="4294"/>
                    <a:pt x="785" y="5592"/>
                    <a:pt x="1227" y="6048"/>
                  </a:cubicBezTo>
                  <a:cubicBezTo>
                    <a:pt x="1437" y="6279"/>
                    <a:pt x="1628" y="6381"/>
                    <a:pt x="1825" y="6381"/>
                  </a:cubicBezTo>
                  <a:cubicBezTo>
                    <a:pt x="2041" y="6381"/>
                    <a:pt x="2263" y="6257"/>
                    <a:pt x="2525" y="6048"/>
                  </a:cubicBezTo>
                  <a:cubicBezTo>
                    <a:pt x="3024" y="5663"/>
                    <a:pt x="5507" y="3381"/>
                    <a:pt x="5507" y="3381"/>
                  </a:cubicBezTo>
                  <a:cubicBezTo>
                    <a:pt x="6648" y="2724"/>
                    <a:pt x="7275" y="1440"/>
                    <a:pt x="7147" y="128"/>
                  </a:cubicBezTo>
                  <a:cubicBezTo>
                    <a:pt x="7147" y="128"/>
                    <a:pt x="6822" y="1"/>
                    <a:pt x="637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4254900" y="1914925"/>
              <a:ext cx="181900" cy="159525"/>
            </a:xfrm>
            <a:custGeom>
              <a:avLst/>
              <a:gdLst/>
              <a:ahLst/>
              <a:cxnLst/>
              <a:rect l="l" t="t" r="r" b="b"/>
              <a:pathLst>
                <a:path w="7276" h="6381" extrusionOk="0">
                  <a:moveTo>
                    <a:pt x="6373" y="1"/>
                  </a:moveTo>
                  <a:cubicBezTo>
                    <a:pt x="6040" y="1"/>
                    <a:pt x="5638" y="71"/>
                    <a:pt x="5250" y="313"/>
                  </a:cubicBezTo>
                  <a:cubicBezTo>
                    <a:pt x="4365" y="884"/>
                    <a:pt x="1940" y="3666"/>
                    <a:pt x="1940" y="3666"/>
                  </a:cubicBezTo>
                  <a:lnTo>
                    <a:pt x="1327" y="2981"/>
                  </a:lnTo>
                  <a:cubicBezTo>
                    <a:pt x="1327" y="2981"/>
                    <a:pt x="1013" y="4179"/>
                    <a:pt x="0" y="4294"/>
                  </a:cubicBezTo>
                  <a:cubicBezTo>
                    <a:pt x="0" y="4294"/>
                    <a:pt x="785" y="5592"/>
                    <a:pt x="1227" y="6048"/>
                  </a:cubicBezTo>
                  <a:cubicBezTo>
                    <a:pt x="1437" y="6279"/>
                    <a:pt x="1628" y="6381"/>
                    <a:pt x="1825" y="6381"/>
                  </a:cubicBezTo>
                  <a:cubicBezTo>
                    <a:pt x="2041" y="6381"/>
                    <a:pt x="2263" y="6257"/>
                    <a:pt x="2525" y="6048"/>
                  </a:cubicBezTo>
                  <a:cubicBezTo>
                    <a:pt x="3024" y="5663"/>
                    <a:pt x="5507" y="3381"/>
                    <a:pt x="5507" y="3381"/>
                  </a:cubicBezTo>
                  <a:cubicBezTo>
                    <a:pt x="6648" y="2724"/>
                    <a:pt x="7275" y="1440"/>
                    <a:pt x="7147" y="128"/>
                  </a:cubicBezTo>
                  <a:cubicBezTo>
                    <a:pt x="7147" y="128"/>
                    <a:pt x="6822" y="1"/>
                    <a:pt x="637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4386125" y="1918275"/>
              <a:ext cx="173000" cy="184700"/>
            </a:xfrm>
            <a:custGeom>
              <a:avLst/>
              <a:gdLst/>
              <a:ahLst/>
              <a:cxnLst/>
              <a:rect l="l" t="t" r="r" b="b"/>
              <a:pathLst>
                <a:path w="6920" h="7388" extrusionOk="0">
                  <a:moveTo>
                    <a:pt x="1871" y="0"/>
                  </a:moveTo>
                  <a:cubicBezTo>
                    <a:pt x="1715" y="0"/>
                    <a:pt x="1599" y="7"/>
                    <a:pt x="1541" y="23"/>
                  </a:cubicBezTo>
                  <a:cubicBezTo>
                    <a:pt x="757" y="179"/>
                    <a:pt x="243" y="964"/>
                    <a:pt x="101" y="2519"/>
                  </a:cubicBezTo>
                  <a:cubicBezTo>
                    <a:pt x="1" y="3346"/>
                    <a:pt x="1" y="5244"/>
                    <a:pt x="29" y="6756"/>
                  </a:cubicBezTo>
                  <a:cubicBezTo>
                    <a:pt x="500" y="7170"/>
                    <a:pt x="1101" y="7387"/>
                    <a:pt x="1788" y="7387"/>
                  </a:cubicBezTo>
                  <a:cubicBezTo>
                    <a:pt x="2497" y="7387"/>
                    <a:pt x="3297" y="7156"/>
                    <a:pt x="4138" y="6670"/>
                  </a:cubicBezTo>
                  <a:cubicBezTo>
                    <a:pt x="5051" y="6128"/>
                    <a:pt x="5850" y="5443"/>
                    <a:pt x="6534" y="4630"/>
                  </a:cubicBezTo>
                  <a:cubicBezTo>
                    <a:pt x="6663" y="4516"/>
                    <a:pt x="6763" y="4373"/>
                    <a:pt x="6877" y="4231"/>
                  </a:cubicBezTo>
                  <a:lnTo>
                    <a:pt x="6905" y="2975"/>
                  </a:lnTo>
                  <a:cubicBezTo>
                    <a:pt x="6905" y="2448"/>
                    <a:pt x="6919" y="1706"/>
                    <a:pt x="6834" y="1449"/>
                  </a:cubicBezTo>
                  <a:cubicBezTo>
                    <a:pt x="6705" y="1050"/>
                    <a:pt x="6591" y="779"/>
                    <a:pt x="6349" y="636"/>
                  </a:cubicBezTo>
                  <a:cubicBezTo>
                    <a:pt x="6335" y="622"/>
                    <a:pt x="6306" y="607"/>
                    <a:pt x="6263" y="593"/>
                  </a:cubicBezTo>
                  <a:lnTo>
                    <a:pt x="4708" y="194"/>
                  </a:lnTo>
                  <a:cubicBezTo>
                    <a:pt x="4708" y="194"/>
                    <a:pt x="2715" y="0"/>
                    <a:pt x="1871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4402900" y="1757100"/>
              <a:ext cx="98450" cy="94875"/>
            </a:xfrm>
            <a:custGeom>
              <a:avLst/>
              <a:gdLst/>
              <a:ahLst/>
              <a:cxnLst/>
              <a:rect l="l" t="t" r="r" b="b"/>
              <a:pathLst>
                <a:path w="3938" h="3795" extrusionOk="0">
                  <a:moveTo>
                    <a:pt x="1956" y="1"/>
                  </a:moveTo>
                  <a:cubicBezTo>
                    <a:pt x="981" y="1"/>
                    <a:pt x="154" y="759"/>
                    <a:pt x="86" y="1762"/>
                  </a:cubicBezTo>
                  <a:cubicBezTo>
                    <a:pt x="0" y="2803"/>
                    <a:pt x="785" y="3702"/>
                    <a:pt x="1826" y="3788"/>
                  </a:cubicBezTo>
                  <a:cubicBezTo>
                    <a:pt x="1879" y="3792"/>
                    <a:pt x="1932" y="3794"/>
                    <a:pt x="1984" y="3794"/>
                  </a:cubicBezTo>
                  <a:cubicBezTo>
                    <a:pt x="2971" y="3794"/>
                    <a:pt x="3798" y="3037"/>
                    <a:pt x="3866" y="2047"/>
                  </a:cubicBezTo>
                  <a:cubicBezTo>
                    <a:pt x="3937" y="1006"/>
                    <a:pt x="3167" y="93"/>
                    <a:pt x="2140" y="7"/>
                  </a:cubicBezTo>
                  <a:lnTo>
                    <a:pt x="2111" y="7"/>
                  </a:lnTo>
                  <a:cubicBezTo>
                    <a:pt x="2059" y="3"/>
                    <a:pt x="2008" y="1"/>
                    <a:pt x="1956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4508100" y="1844300"/>
              <a:ext cx="23575" cy="47800"/>
            </a:xfrm>
            <a:custGeom>
              <a:avLst/>
              <a:gdLst/>
              <a:ahLst/>
              <a:cxnLst/>
              <a:rect l="l" t="t" r="r" b="b"/>
              <a:pathLst>
                <a:path w="943" h="1912" extrusionOk="0">
                  <a:moveTo>
                    <a:pt x="942" y="0"/>
                  </a:moveTo>
                  <a:lnTo>
                    <a:pt x="100" y="885"/>
                  </a:lnTo>
                  <a:lnTo>
                    <a:pt x="1" y="1912"/>
                  </a:lnTo>
                  <a:cubicBezTo>
                    <a:pt x="157" y="1869"/>
                    <a:pt x="300" y="1783"/>
                    <a:pt x="386" y="1641"/>
                  </a:cubicBezTo>
                  <a:cubicBezTo>
                    <a:pt x="528" y="1412"/>
                    <a:pt x="942" y="0"/>
                    <a:pt x="94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4516300" y="1786875"/>
              <a:ext cx="33900" cy="58150"/>
            </a:xfrm>
            <a:custGeom>
              <a:avLst/>
              <a:gdLst/>
              <a:ahLst/>
              <a:cxnLst/>
              <a:rect l="l" t="t" r="r" b="b"/>
              <a:pathLst>
                <a:path w="1356" h="2326" extrusionOk="0">
                  <a:moveTo>
                    <a:pt x="742" y="0"/>
                  </a:moveTo>
                  <a:cubicBezTo>
                    <a:pt x="685" y="0"/>
                    <a:pt x="614" y="0"/>
                    <a:pt x="557" y="15"/>
                  </a:cubicBezTo>
                  <a:cubicBezTo>
                    <a:pt x="471" y="43"/>
                    <a:pt x="400" y="114"/>
                    <a:pt x="357" y="214"/>
                  </a:cubicBezTo>
                  <a:cubicBezTo>
                    <a:pt x="329" y="328"/>
                    <a:pt x="314" y="471"/>
                    <a:pt x="286" y="614"/>
                  </a:cubicBezTo>
                  <a:cubicBezTo>
                    <a:pt x="272" y="714"/>
                    <a:pt x="257" y="813"/>
                    <a:pt x="243" y="899"/>
                  </a:cubicBezTo>
                  <a:lnTo>
                    <a:pt x="129" y="1541"/>
                  </a:lnTo>
                  <a:cubicBezTo>
                    <a:pt x="100" y="1798"/>
                    <a:pt x="43" y="2069"/>
                    <a:pt x="1" y="2326"/>
                  </a:cubicBezTo>
                  <a:cubicBezTo>
                    <a:pt x="91" y="2316"/>
                    <a:pt x="189" y="2305"/>
                    <a:pt x="284" y="2305"/>
                  </a:cubicBezTo>
                  <a:cubicBezTo>
                    <a:pt x="324" y="2305"/>
                    <a:pt x="362" y="2307"/>
                    <a:pt x="400" y="2311"/>
                  </a:cubicBezTo>
                  <a:cubicBezTo>
                    <a:pt x="571" y="2311"/>
                    <a:pt x="771" y="2226"/>
                    <a:pt x="899" y="2083"/>
                  </a:cubicBezTo>
                  <a:cubicBezTo>
                    <a:pt x="1042" y="1926"/>
                    <a:pt x="1128" y="1741"/>
                    <a:pt x="1199" y="1541"/>
                  </a:cubicBezTo>
                  <a:cubicBezTo>
                    <a:pt x="1313" y="1299"/>
                    <a:pt x="1356" y="1027"/>
                    <a:pt x="1356" y="756"/>
                  </a:cubicBezTo>
                  <a:cubicBezTo>
                    <a:pt x="1342" y="386"/>
                    <a:pt x="1128" y="43"/>
                    <a:pt x="74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4407175" y="1764650"/>
              <a:ext cx="142325" cy="178375"/>
            </a:xfrm>
            <a:custGeom>
              <a:avLst/>
              <a:gdLst/>
              <a:ahLst/>
              <a:cxnLst/>
              <a:rect l="l" t="t" r="r" b="b"/>
              <a:pathLst>
                <a:path w="5693" h="7135" extrusionOk="0">
                  <a:moveTo>
                    <a:pt x="2039" y="0"/>
                  </a:moveTo>
                  <a:cubicBezTo>
                    <a:pt x="1241" y="0"/>
                    <a:pt x="495" y="377"/>
                    <a:pt x="300" y="1360"/>
                  </a:cubicBezTo>
                  <a:cubicBezTo>
                    <a:pt x="0" y="2958"/>
                    <a:pt x="43" y="3614"/>
                    <a:pt x="200" y="4427"/>
                  </a:cubicBezTo>
                  <a:cubicBezTo>
                    <a:pt x="286" y="4955"/>
                    <a:pt x="557" y="5340"/>
                    <a:pt x="1013" y="5454"/>
                  </a:cubicBezTo>
                  <a:cubicBezTo>
                    <a:pt x="1180" y="5471"/>
                    <a:pt x="1348" y="5478"/>
                    <a:pt x="1515" y="5478"/>
                  </a:cubicBezTo>
                  <a:cubicBezTo>
                    <a:pt x="1633" y="5478"/>
                    <a:pt x="1751" y="5474"/>
                    <a:pt x="1869" y="5469"/>
                  </a:cubicBezTo>
                  <a:lnTo>
                    <a:pt x="1869" y="5469"/>
                  </a:lnTo>
                  <a:lnTo>
                    <a:pt x="1798" y="6382"/>
                  </a:lnTo>
                  <a:cubicBezTo>
                    <a:pt x="1284" y="6881"/>
                    <a:pt x="1617" y="7135"/>
                    <a:pt x="2180" y="7135"/>
                  </a:cubicBezTo>
                  <a:cubicBezTo>
                    <a:pt x="2710" y="7135"/>
                    <a:pt x="3444" y="6910"/>
                    <a:pt x="3866" y="6453"/>
                  </a:cubicBezTo>
                  <a:lnTo>
                    <a:pt x="4109" y="4099"/>
                  </a:lnTo>
                  <a:cubicBezTo>
                    <a:pt x="4109" y="4099"/>
                    <a:pt x="4160" y="4387"/>
                    <a:pt x="4568" y="4387"/>
                  </a:cubicBezTo>
                  <a:cubicBezTo>
                    <a:pt x="4641" y="4387"/>
                    <a:pt x="4725" y="4377"/>
                    <a:pt x="4822" y="4356"/>
                  </a:cubicBezTo>
                  <a:cubicBezTo>
                    <a:pt x="5207" y="4270"/>
                    <a:pt x="5692" y="3628"/>
                    <a:pt x="5493" y="3129"/>
                  </a:cubicBezTo>
                  <a:cubicBezTo>
                    <a:pt x="5389" y="2871"/>
                    <a:pt x="5214" y="2788"/>
                    <a:pt x="5044" y="2788"/>
                  </a:cubicBezTo>
                  <a:cubicBezTo>
                    <a:pt x="4886" y="2788"/>
                    <a:pt x="4734" y="2860"/>
                    <a:pt x="4651" y="2929"/>
                  </a:cubicBezTo>
                  <a:cubicBezTo>
                    <a:pt x="4517" y="3051"/>
                    <a:pt x="4372" y="3215"/>
                    <a:pt x="4261" y="3215"/>
                  </a:cubicBezTo>
                  <a:cubicBezTo>
                    <a:pt x="4243" y="3215"/>
                    <a:pt x="4225" y="3211"/>
                    <a:pt x="4209" y="3200"/>
                  </a:cubicBezTo>
                  <a:cubicBezTo>
                    <a:pt x="4209" y="3200"/>
                    <a:pt x="4779" y="1317"/>
                    <a:pt x="3724" y="547"/>
                  </a:cubicBezTo>
                  <a:cubicBezTo>
                    <a:pt x="3275" y="215"/>
                    <a:pt x="2642" y="0"/>
                    <a:pt x="203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4403600" y="1734125"/>
              <a:ext cx="134850" cy="114775"/>
            </a:xfrm>
            <a:custGeom>
              <a:avLst/>
              <a:gdLst/>
              <a:ahLst/>
              <a:cxnLst/>
              <a:rect l="l" t="t" r="r" b="b"/>
              <a:pathLst>
                <a:path w="5394" h="4591" extrusionOk="0">
                  <a:moveTo>
                    <a:pt x="1561" y="1"/>
                  </a:moveTo>
                  <a:cubicBezTo>
                    <a:pt x="1482" y="1"/>
                    <a:pt x="1403" y="19"/>
                    <a:pt x="1327" y="56"/>
                  </a:cubicBezTo>
                  <a:cubicBezTo>
                    <a:pt x="1199" y="127"/>
                    <a:pt x="1128" y="256"/>
                    <a:pt x="1085" y="399"/>
                  </a:cubicBezTo>
                  <a:cubicBezTo>
                    <a:pt x="1071" y="541"/>
                    <a:pt x="1071" y="684"/>
                    <a:pt x="1071" y="826"/>
                  </a:cubicBezTo>
                  <a:cubicBezTo>
                    <a:pt x="942" y="826"/>
                    <a:pt x="828" y="727"/>
                    <a:pt x="685" y="712"/>
                  </a:cubicBezTo>
                  <a:cubicBezTo>
                    <a:pt x="653" y="709"/>
                    <a:pt x="621" y="707"/>
                    <a:pt x="589" y="707"/>
                  </a:cubicBezTo>
                  <a:cubicBezTo>
                    <a:pt x="479" y="707"/>
                    <a:pt x="368" y="728"/>
                    <a:pt x="258" y="784"/>
                  </a:cubicBezTo>
                  <a:cubicBezTo>
                    <a:pt x="158" y="826"/>
                    <a:pt x="86" y="898"/>
                    <a:pt x="44" y="983"/>
                  </a:cubicBezTo>
                  <a:cubicBezTo>
                    <a:pt x="1" y="1055"/>
                    <a:pt x="1" y="1126"/>
                    <a:pt x="1" y="1197"/>
                  </a:cubicBezTo>
                  <a:cubicBezTo>
                    <a:pt x="15" y="1682"/>
                    <a:pt x="272" y="2110"/>
                    <a:pt x="657" y="2367"/>
                  </a:cubicBezTo>
                  <a:cubicBezTo>
                    <a:pt x="800" y="2467"/>
                    <a:pt x="942" y="2538"/>
                    <a:pt x="1085" y="2581"/>
                  </a:cubicBezTo>
                  <a:cubicBezTo>
                    <a:pt x="1342" y="2695"/>
                    <a:pt x="1627" y="2752"/>
                    <a:pt x="1898" y="2752"/>
                  </a:cubicBezTo>
                  <a:cubicBezTo>
                    <a:pt x="2183" y="2752"/>
                    <a:pt x="2440" y="2638"/>
                    <a:pt x="2640" y="2467"/>
                  </a:cubicBezTo>
                  <a:cubicBezTo>
                    <a:pt x="2768" y="2710"/>
                    <a:pt x="2968" y="2923"/>
                    <a:pt x="3210" y="3052"/>
                  </a:cubicBezTo>
                  <a:cubicBezTo>
                    <a:pt x="3342" y="3114"/>
                    <a:pt x="3481" y="3146"/>
                    <a:pt x="3618" y="3146"/>
                  </a:cubicBezTo>
                  <a:cubicBezTo>
                    <a:pt x="3763" y="3146"/>
                    <a:pt x="3906" y="3111"/>
                    <a:pt x="4038" y="3038"/>
                  </a:cubicBezTo>
                  <a:cubicBezTo>
                    <a:pt x="4052" y="3423"/>
                    <a:pt x="4081" y="3794"/>
                    <a:pt x="4123" y="4193"/>
                  </a:cubicBezTo>
                  <a:cubicBezTo>
                    <a:pt x="4123" y="4322"/>
                    <a:pt x="4152" y="4436"/>
                    <a:pt x="4223" y="4535"/>
                  </a:cubicBezTo>
                  <a:cubicBezTo>
                    <a:pt x="4267" y="4574"/>
                    <a:pt x="4309" y="4591"/>
                    <a:pt x="4349" y="4591"/>
                  </a:cubicBezTo>
                  <a:cubicBezTo>
                    <a:pt x="4527" y="4591"/>
                    <a:pt x="4663" y="4261"/>
                    <a:pt x="4780" y="4179"/>
                  </a:cubicBezTo>
                  <a:cubicBezTo>
                    <a:pt x="4851" y="4122"/>
                    <a:pt x="4865" y="3965"/>
                    <a:pt x="4865" y="3865"/>
                  </a:cubicBezTo>
                  <a:cubicBezTo>
                    <a:pt x="4894" y="3779"/>
                    <a:pt x="4894" y="3694"/>
                    <a:pt x="4894" y="3580"/>
                  </a:cubicBezTo>
                  <a:cubicBezTo>
                    <a:pt x="4865" y="3537"/>
                    <a:pt x="4865" y="3466"/>
                    <a:pt x="4865" y="3409"/>
                  </a:cubicBezTo>
                  <a:cubicBezTo>
                    <a:pt x="4937" y="3252"/>
                    <a:pt x="5036" y="3123"/>
                    <a:pt x="5065" y="2981"/>
                  </a:cubicBezTo>
                  <a:cubicBezTo>
                    <a:pt x="5122" y="2824"/>
                    <a:pt x="5022" y="2638"/>
                    <a:pt x="5065" y="2481"/>
                  </a:cubicBezTo>
                  <a:cubicBezTo>
                    <a:pt x="5108" y="2324"/>
                    <a:pt x="5208" y="2253"/>
                    <a:pt x="5279" y="2110"/>
                  </a:cubicBezTo>
                  <a:cubicBezTo>
                    <a:pt x="5393" y="1839"/>
                    <a:pt x="5250" y="1640"/>
                    <a:pt x="5051" y="1468"/>
                  </a:cubicBezTo>
                  <a:cubicBezTo>
                    <a:pt x="4252" y="798"/>
                    <a:pt x="3082" y="755"/>
                    <a:pt x="2183" y="256"/>
                  </a:cubicBezTo>
                  <a:cubicBezTo>
                    <a:pt x="2055" y="156"/>
                    <a:pt x="1912" y="85"/>
                    <a:pt x="1770" y="42"/>
                  </a:cubicBezTo>
                  <a:cubicBezTo>
                    <a:pt x="1702" y="15"/>
                    <a:pt x="1632" y="1"/>
                    <a:pt x="156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4533075" y="1776525"/>
              <a:ext cx="20350" cy="14300"/>
            </a:xfrm>
            <a:custGeom>
              <a:avLst/>
              <a:gdLst/>
              <a:ahLst/>
              <a:cxnLst/>
              <a:rect l="l" t="t" r="r" b="b"/>
              <a:pathLst>
                <a:path w="814" h="572" extrusionOk="0">
                  <a:moveTo>
                    <a:pt x="455" y="0"/>
                  </a:moveTo>
                  <a:cubicBezTo>
                    <a:pt x="408" y="0"/>
                    <a:pt x="360" y="9"/>
                    <a:pt x="314" y="29"/>
                  </a:cubicBezTo>
                  <a:lnTo>
                    <a:pt x="300" y="29"/>
                  </a:lnTo>
                  <a:cubicBezTo>
                    <a:pt x="86" y="129"/>
                    <a:pt x="0" y="357"/>
                    <a:pt x="86" y="571"/>
                  </a:cubicBezTo>
                  <a:lnTo>
                    <a:pt x="813" y="243"/>
                  </a:lnTo>
                  <a:cubicBezTo>
                    <a:pt x="758" y="101"/>
                    <a:pt x="611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4453525" y="1882450"/>
              <a:ext cx="49975" cy="26050"/>
            </a:xfrm>
            <a:custGeom>
              <a:avLst/>
              <a:gdLst/>
              <a:ahLst/>
              <a:cxnLst/>
              <a:rect l="l" t="t" r="r" b="b"/>
              <a:pathLst>
                <a:path w="1999" h="1042" extrusionOk="0">
                  <a:moveTo>
                    <a:pt x="1998" y="0"/>
                  </a:moveTo>
                  <a:cubicBezTo>
                    <a:pt x="1870" y="214"/>
                    <a:pt x="1684" y="386"/>
                    <a:pt x="1470" y="471"/>
                  </a:cubicBezTo>
                  <a:cubicBezTo>
                    <a:pt x="1085" y="628"/>
                    <a:pt x="44" y="757"/>
                    <a:pt x="44" y="757"/>
                  </a:cubicBezTo>
                  <a:lnTo>
                    <a:pt x="1" y="1042"/>
                  </a:lnTo>
                  <a:cubicBezTo>
                    <a:pt x="1" y="1042"/>
                    <a:pt x="1370" y="899"/>
                    <a:pt x="1656" y="571"/>
                  </a:cubicBezTo>
                  <a:cubicBezTo>
                    <a:pt x="1827" y="400"/>
                    <a:pt x="1927" y="214"/>
                    <a:pt x="199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4460675" y="1829550"/>
              <a:ext cx="10350" cy="10125"/>
            </a:xfrm>
            <a:custGeom>
              <a:avLst/>
              <a:gdLst/>
              <a:ahLst/>
              <a:cxnLst/>
              <a:rect l="l" t="t" r="r" b="b"/>
              <a:pathLst>
                <a:path w="414" h="405" extrusionOk="0">
                  <a:moveTo>
                    <a:pt x="179" y="0"/>
                  </a:moveTo>
                  <a:cubicBezTo>
                    <a:pt x="92" y="0"/>
                    <a:pt x="13" y="90"/>
                    <a:pt x="0" y="191"/>
                  </a:cubicBezTo>
                  <a:cubicBezTo>
                    <a:pt x="0" y="305"/>
                    <a:pt x="86" y="405"/>
                    <a:pt x="200" y="405"/>
                  </a:cubicBezTo>
                  <a:cubicBezTo>
                    <a:pt x="300" y="405"/>
                    <a:pt x="414" y="319"/>
                    <a:pt x="414" y="219"/>
                  </a:cubicBezTo>
                  <a:cubicBezTo>
                    <a:pt x="414" y="105"/>
                    <a:pt x="328" y="5"/>
                    <a:pt x="214" y="5"/>
                  </a:cubicBezTo>
                  <a:cubicBezTo>
                    <a:pt x="202" y="2"/>
                    <a:pt x="191" y="0"/>
                    <a:pt x="17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4467800" y="1812250"/>
              <a:ext cx="12500" cy="10300"/>
            </a:xfrm>
            <a:custGeom>
              <a:avLst/>
              <a:gdLst/>
              <a:ahLst/>
              <a:cxnLst/>
              <a:rect l="l" t="t" r="r" b="b"/>
              <a:pathLst>
                <a:path w="500" h="412" extrusionOk="0">
                  <a:moveTo>
                    <a:pt x="209" y="0"/>
                  </a:moveTo>
                  <a:cubicBezTo>
                    <a:pt x="129" y="0"/>
                    <a:pt x="54" y="47"/>
                    <a:pt x="1" y="127"/>
                  </a:cubicBezTo>
                  <a:lnTo>
                    <a:pt x="428" y="412"/>
                  </a:lnTo>
                  <a:cubicBezTo>
                    <a:pt x="500" y="284"/>
                    <a:pt x="471" y="127"/>
                    <a:pt x="357" y="55"/>
                  </a:cubicBezTo>
                  <a:cubicBezTo>
                    <a:pt x="309" y="17"/>
                    <a:pt x="258" y="0"/>
                    <a:pt x="20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4446400" y="1868175"/>
              <a:ext cx="16075" cy="10600"/>
            </a:xfrm>
            <a:custGeom>
              <a:avLst/>
              <a:gdLst/>
              <a:ahLst/>
              <a:cxnLst/>
              <a:rect l="l" t="t" r="r" b="b"/>
              <a:pathLst>
                <a:path w="643" h="424" extrusionOk="0">
                  <a:moveTo>
                    <a:pt x="585" y="1"/>
                  </a:moveTo>
                  <a:lnTo>
                    <a:pt x="1" y="186"/>
                  </a:lnTo>
                  <a:cubicBezTo>
                    <a:pt x="37" y="321"/>
                    <a:pt x="168" y="424"/>
                    <a:pt x="303" y="424"/>
                  </a:cubicBezTo>
                  <a:cubicBezTo>
                    <a:pt x="326" y="424"/>
                    <a:pt x="349" y="421"/>
                    <a:pt x="371" y="415"/>
                  </a:cubicBezTo>
                  <a:cubicBezTo>
                    <a:pt x="543" y="343"/>
                    <a:pt x="643" y="172"/>
                    <a:pt x="585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4415375" y="1804925"/>
              <a:ext cx="12500" cy="10500"/>
            </a:xfrm>
            <a:custGeom>
              <a:avLst/>
              <a:gdLst/>
              <a:ahLst/>
              <a:cxnLst/>
              <a:rect l="l" t="t" r="r" b="b"/>
              <a:pathLst>
                <a:path w="500" h="420" extrusionOk="0">
                  <a:moveTo>
                    <a:pt x="278" y="0"/>
                  </a:moveTo>
                  <a:cubicBezTo>
                    <a:pt x="236" y="0"/>
                    <a:pt x="195" y="11"/>
                    <a:pt x="157" y="34"/>
                  </a:cubicBezTo>
                  <a:lnTo>
                    <a:pt x="143" y="34"/>
                  </a:lnTo>
                  <a:cubicBezTo>
                    <a:pt x="29" y="149"/>
                    <a:pt x="1" y="291"/>
                    <a:pt x="72" y="420"/>
                  </a:cubicBezTo>
                  <a:lnTo>
                    <a:pt x="500" y="134"/>
                  </a:lnTo>
                  <a:cubicBezTo>
                    <a:pt x="452" y="48"/>
                    <a:pt x="365" y="0"/>
                    <a:pt x="278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4419300" y="1824675"/>
              <a:ext cx="10375" cy="10375"/>
            </a:xfrm>
            <a:custGeom>
              <a:avLst/>
              <a:gdLst/>
              <a:ahLst/>
              <a:cxnLst/>
              <a:rect l="l" t="t" r="r" b="b"/>
              <a:pathLst>
                <a:path w="415" h="415" extrusionOk="0">
                  <a:moveTo>
                    <a:pt x="214" y="0"/>
                  </a:moveTo>
                  <a:cubicBezTo>
                    <a:pt x="100" y="0"/>
                    <a:pt x="0" y="86"/>
                    <a:pt x="0" y="200"/>
                  </a:cubicBezTo>
                  <a:cubicBezTo>
                    <a:pt x="0" y="300"/>
                    <a:pt x="86" y="414"/>
                    <a:pt x="200" y="414"/>
                  </a:cubicBezTo>
                  <a:cubicBezTo>
                    <a:pt x="300" y="414"/>
                    <a:pt x="414" y="314"/>
                    <a:pt x="414" y="214"/>
                  </a:cubicBezTo>
                  <a:cubicBezTo>
                    <a:pt x="414" y="100"/>
                    <a:pt x="314" y="0"/>
                    <a:pt x="214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4423575" y="1826825"/>
              <a:ext cx="20350" cy="31400"/>
            </a:xfrm>
            <a:custGeom>
              <a:avLst/>
              <a:gdLst/>
              <a:ahLst/>
              <a:cxnLst/>
              <a:rect l="l" t="t" r="r" b="b"/>
              <a:pathLst>
                <a:path w="814" h="1256" extrusionOk="0">
                  <a:moveTo>
                    <a:pt x="814" y="0"/>
                  </a:moveTo>
                  <a:lnTo>
                    <a:pt x="1" y="970"/>
                  </a:lnTo>
                  <a:lnTo>
                    <a:pt x="643" y="1255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4526300" y="1931300"/>
              <a:ext cx="67775" cy="102750"/>
            </a:xfrm>
            <a:custGeom>
              <a:avLst/>
              <a:gdLst/>
              <a:ahLst/>
              <a:cxnLst/>
              <a:rect l="l" t="t" r="r" b="b"/>
              <a:pathLst>
                <a:path w="2711" h="4110" extrusionOk="0">
                  <a:moveTo>
                    <a:pt x="385" y="1"/>
                  </a:moveTo>
                  <a:lnTo>
                    <a:pt x="385" y="1"/>
                  </a:lnTo>
                  <a:cubicBezTo>
                    <a:pt x="0" y="643"/>
                    <a:pt x="171" y="2811"/>
                    <a:pt x="913" y="4109"/>
                  </a:cubicBezTo>
                  <a:cubicBezTo>
                    <a:pt x="1027" y="3995"/>
                    <a:pt x="1141" y="3852"/>
                    <a:pt x="1241" y="3710"/>
                  </a:cubicBezTo>
                  <a:cubicBezTo>
                    <a:pt x="1812" y="2968"/>
                    <a:pt x="2297" y="2183"/>
                    <a:pt x="2710" y="1356"/>
                  </a:cubicBezTo>
                  <a:cubicBezTo>
                    <a:pt x="2311" y="643"/>
                    <a:pt x="1626" y="158"/>
                    <a:pt x="799" y="44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4526300" y="1931300"/>
              <a:ext cx="67775" cy="102750"/>
            </a:xfrm>
            <a:custGeom>
              <a:avLst/>
              <a:gdLst/>
              <a:ahLst/>
              <a:cxnLst/>
              <a:rect l="l" t="t" r="r" b="b"/>
              <a:pathLst>
                <a:path w="2711" h="4110" extrusionOk="0">
                  <a:moveTo>
                    <a:pt x="385" y="1"/>
                  </a:moveTo>
                  <a:lnTo>
                    <a:pt x="385" y="1"/>
                  </a:lnTo>
                  <a:cubicBezTo>
                    <a:pt x="0" y="643"/>
                    <a:pt x="171" y="2811"/>
                    <a:pt x="913" y="4109"/>
                  </a:cubicBezTo>
                  <a:cubicBezTo>
                    <a:pt x="1027" y="3995"/>
                    <a:pt x="1141" y="3852"/>
                    <a:pt x="1241" y="3710"/>
                  </a:cubicBezTo>
                  <a:cubicBezTo>
                    <a:pt x="1812" y="2968"/>
                    <a:pt x="2297" y="2183"/>
                    <a:pt x="2710" y="1356"/>
                  </a:cubicBezTo>
                  <a:cubicBezTo>
                    <a:pt x="2311" y="643"/>
                    <a:pt x="1626" y="158"/>
                    <a:pt x="799" y="44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3"/>
          <p:cNvSpPr txBox="1">
            <a:spLocks noGrp="1"/>
          </p:cNvSpPr>
          <p:nvPr>
            <p:ph type="ctrTitle" idx="2"/>
          </p:nvPr>
        </p:nvSpPr>
        <p:spPr>
          <a:xfrm>
            <a:off x="-52625" y="327349"/>
            <a:ext cx="91440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sz="2800">
                <a:solidFill>
                  <a:schemeClr val="dk1"/>
                </a:solidFill>
              </a:rPr>
              <a:t>When you are talking about TWO OR MORE people, animals, places, or things, use plural nouns</a:t>
            </a:r>
            <a:r>
              <a:rPr lang="en-GB" sz="2800">
                <a:solidFill>
                  <a:schemeClr val="accent2"/>
                </a:solidFill>
              </a:rPr>
              <a:t>.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636" name="Google Shape;636;p13"/>
          <p:cNvSpPr txBox="1">
            <a:spLocks noGrp="1"/>
          </p:cNvSpPr>
          <p:nvPr>
            <p:ph type="ctrTitle" idx="4"/>
          </p:nvPr>
        </p:nvSpPr>
        <p:spPr>
          <a:xfrm>
            <a:off x="767327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400"/>
              <a:t>Students</a:t>
            </a:r>
            <a:endParaRPr sz="2400"/>
          </a:p>
        </p:txBody>
      </p:sp>
      <p:sp>
        <p:nvSpPr>
          <p:cNvPr id="637" name="Google Shape;637;p13"/>
          <p:cNvSpPr/>
          <p:nvPr/>
        </p:nvSpPr>
        <p:spPr>
          <a:xfrm>
            <a:off x="2056623" y="1824401"/>
            <a:ext cx="455598" cy="433982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13"/>
          <p:cNvGrpSpPr/>
          <p:nvPr/>
        </p:nvGrpSpPr>
        <p:grpSpPr>
          <a:xfrm>
            <a:off x="4751228" y="1871636"/>
            <a:ext cx="461367" cy="339513"/>
            <a:chOff x="-41526450" y="3653375"/>
            <a:chExt cx="315875" cy="247350"/>
          </a:xfrm>
        </p:grpSpPr>
        <p:sp>
          <p:nvSpPr>
            <p:cNvPr id="639" name="Google Shape;639;p13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p13"/>
          <p:cNvSpPr txBox="1"/>
          <p:nvPr/>
        </p:nvSpPr>
        <p:spPr>
          <a:xfrm>
            <a:off x="3587481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Bats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3"/>
          <p:cNvSpPr txBox="1"/>
          <p:nvPr/>
        </p:nvSpPr>
        <p:spPr>
          <a:xfrm>
            <a:off x="6257864" y="3642476"/>
            <a:ext cx="1969037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Houses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953" y="1666393"/>
            <a:ext cx="1778411" cy="177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3370" y="1641904"/>
            <a:ext cx="1778412" cy="177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0583" y="1705604"/>
            <a:ext cx="1778411" cy="177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57864" y="1333519"/>
            <a:ext cx="2111284" cy="211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4"/>
          <p:cNvSpPr txBox="1">
            <a:spLocks noGrp="1"/>
          </p:cNvSpPr>
          <p:nvPr>
            <p:ph type="ctrTitle" idx="4"/>
          </p:nvPr>
        </p:nvSpPr>
        <p:spPr>
          <a:xfrm>
            <a:off x="1152000" y="48190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dirty="0"/>
              <a:t>How to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pluralise</a:t>
            </a:r>
            <a:r>
              <a:rPr lang="en-GB" dirty="0"/>
              <a:t> nouns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652" name="Google Shape;652;p14"/>
          <p:cNvGrpSpPr/>
          <p:nvPr/>
        </p:nvGrpSpPr>
        <p:grpSpPr>
          <a:xfrm>
            <a:off x="3634178" y="1392165"/>
            <a:ext cx="1875646" cy="6106737"/>
            <a:chOff x="4768450" y="979175"/>
            <a:chExt cx="431550" cy="1405075"/>
          </a:xfrm>
        </p:grpSpPr>
        <p:sp>
          <p:nvSpPr>
            <p:cNvPr id="653" name="Google Shape;653;p14"/>
            <p:cNvSpPr/>
            <p:nvPr/>
          </p:nvSpPr>
          <p:spPr>
            <a:xfrm>
              <a:off x="4965300" y="979175"/>
              <a:ext cx="38550" cy="1405075"/>
            </a:xfrm>
            <a:custGeom>
              <a:avLst/>
              <a:gdLst/>
              <a:ahLst/>
              <a:cxnLst/>
              <a:rect l="l" t="t" r="r" b="b"/>
              <a:pathLst>
                <a:path w="1542" h="56203" extrusionOk="0">
                  <a:moveTo>
                    <a:pt x="762" y="1"/>
                  </a:moveTo>
                  <a:cubicBezTo>
                    <a:pt x="575" y="1"/>
                    <a:pt x="386" y="47"/>
                    <a:pt x="215" y="140"/>
                  </a:cubicBezTo>
                  <a:cubicBezTo>
                    <a:pt x="86" y="183"/>
                    <a:pt x="15" y="311"/>
                    <a:pt x="1" y="440"/>
                  </a:cubicBezTo>
                  <a:lnTo>
                    <a:pt x="1" y="55775"/>
                  </a:lnTo>
                  <a:cubicBezTo>
                    <a:pt x="1" y="56003"/>
                    <a:pt x="343" y="56203"/>
                    <a:pt x="771" y="56203"/>
                  </a:cubicBezTo>
                  <a:cubicBezTo>
                    <a:pt x="1199" y="56203"/>
                    <a:pt x="1541" y="56003"/>
                    <a:pt x="1541" y="55775"/>
                  </a:cubicBezTo>
                  <a:lnTo>
                    <a:pt x="1513" y="440"/>
                  </a:lnTo>
                  <a:cubicBezTo>
                    <a:pt x="1499" y="311"/>
                    <a:pt x="1427" y="183"/>
                    <a:pt x="1299" y="140"/>
                  </a:cubicBezTo>
                  <a:cubicBezTo>
                    <a:pt x="1135" y="47"/>
                    <a:pt x="949" y="1"/>
                    <a:pt x="762" y="1"/>
                  </a:cubicBez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4964950" y="979450"/>
              <a:ext cx="38175" cy="21425"/>
            </a:xfrm>
            <a:custGeom>
              <a:avLst/>
              <a:gdLst/>
              <a:ahLst/>
              <a:cxnLst/>
              <a:rect l="l" t="t" r="r" b="b"/>
              <a:pathLst>
                <a:path w="1527" h="857" extrusionOk="0">
                  <a:moveTo>
                    <a:pt x="757" y="1"/>
                  </a:moveTo>
                  <a:cubicBezTo>
                    <a:pt x="343" y="1"/>
                    <a:pt x="0" y="186"/>
                    <a:pt x="0" y="429"/>
                  </a:cubicBezTo>
                  <a:cubicBezTo>
                    <a:pt x="0" y="657"/>
                    <a:pt x="343" y="856"/>
                    <a:pt x="757" y="856"/>
                  </a:cubicBezTo>
                  <a:cubicBezTo>
                    <a:pt x="1184" y="856"/>
                    <a:pt x="1527" y="657"/>
                    <a:pt x="1527" y="429"/>
                  </a:cubicBezTo>
                  <a:cubicBezTo>
                    <a:pt x="1527" y="186"/>
                    <a:pt x="1184" y="1"/>
                    <a:pt x="757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4894325" y="1026525"/>
              <a:ext cx="305675" cy="240750"/>
            </a:xfrm>
            <a:custGeom>
              <a:avLst/>
              <a:gdLst/>
              <a:ahLst/>
              <a:cxnLst/>
              <a:rect l="l" t="t" r="r" b="b"/>
              <a:pathLst>
                <a:path w="12227" h="9630" extrusionOk="0">
                  <a:moveTo>
                    <a:pt x="757" y="1"/>
                  </a:moveTo>
                  <a:lnTo>
                    <a:pt x="1" y="429"/>
                  </a:lnTo>
                  <a:lnTo>
                    <a:pt x="1" y="3895"/>
                  </a:lnTo>
                  <a:lnTo>
                    <a:pt x="9972" y="9630"/>
                  </a:lnTo>
                  <a:lnTo>
                    <a:pt x="10743" y="9230"/>
                  </a:lnTo>
                  <a:lnTo>
                    <a:pt x="12226" y="8346"/>
                  </a:lnTo>
                  <a:lnTo>
                    <a:pt x="10714" y="5750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4894325" y="1037225"/>
              <a:ext cx="286425" cy="230050"/>
            </a:xfrm>
            <a:custGeom>
              <a:avLst/>
              <a:gdLst/>
              <a:ahLst/>
              <a:cxnLst/>
              <a:rect l="l" t="t" r="r" b="b"/>
              <a:pathLst>
                <a:path w="11457" h="9202" extrusionOk="0">
                  <a:moveTo>
                    <a:pt x="1" y="1"/>
                  </a:moveTo>
                  <a:lnTo>
                    <a:pt x="1" y="3467"/>
                  </a:lnTo>
                  <a:lnTo>
                    <a:pt x="9972" y="9202"/>
                  </a:lnTo>
                  <a:lnTo>
                    <a:pt x="11456" y="8346"/>
                  </a:lnTo>
                  <a:lnTo>
                    <a:pt x="9972" y="57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4894325" y="1037225"/>
              <a:ext cx="286775" cy="230050"/>
            </a:xfrm>
            <a:custGeom>
              <a:avLst/>
              <a:gdLst/>
              <a:ahLst/>
              <a:cxnLst/>
              <a:rect l="l" t="t" r="r" b="b"/>
              <a:pathLst>
                <a:path w="11471" h="9202" extrusionOk="0">
                  <a:moveTo>
                    <a:pt x="1" y="1"/>
                  </a:moveTo>
                  <a:lnTo>
                    <a:pt x="1" y="3467"/>
                  </a:lnTo>
                  <a:lnTo>
                    <a:pt x="9972" y="9202"/>
                  </a:lnTo>
                  <a:lnTo>
                    <a:pt x="11470" y="8346"/>
                  </a:lnTo>
                  <a:lnTo>
                    <a:pt x="9972" y="57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4894325" y="1026525"/>
              <a:ext cx="267875" cy="154450"/>
            </a:xfrm>
            <a:custGeom>
              <a:avLst/>
              <a:gdLst/>
              <a:ahLst/>
              <a:cxnLst/>
              <a:rect l="l" t="t" r="r" b="b"/>
              <a:pathLst>
                <a:path w="10715" h="6178" extrusionOk="0">
                  <a:moveTo>
                    <a:pt x="757" y="1"/>
                  </a:moveTo>
                  <a:lnTo>
                    <a:pt x="1" y="429"/>
                  </a:lnTo>
                  <a:lnTo>
                    <a:pt x="9972" y="6178"/>
                  </a:lnTo>
                  <a:lnTo>
                    <a:pt x="10714" y="5750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5143625" y="1170250"/>
              <a:ext cx="56375" cy="75625"/>
            </a:xfrm>
            <a:custGeom>
              <a:avLst/>
              <a:gdLst/>
              <a:ahLst/>
              <a:cxnLst/>
              <a:rect l="l" t="t" r="r" b="b"/>
              <a:pathLst>
                <a:path w="2255" h="3025" extrusionOk="0">
                  <a:moveTo>
                    <a:pt x="742" y="1"/>
                  </a:moveTo>
                  <a:lnTo>
                    <a:pt x="0" y="429"/>
                  </a:lnTo>
                  <a:lnTo>
                    <a:pt x="1498" y="3025"/>
                  </a:lnTo>
                  <a:lnTo>
                    <a:pt x="2254" y="2597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4768450" y="1138150"/>
              <a:ext cx="286400" cy="230425"/>
            </a:xfrm>
            <a:custGeom>
              <a:avLst/>
              <a:gdLst/>
              <a:ahLst/>
              <a:cxnLst/>
              <a:rect l="l" t="t" r="r" b="b"/>
              <a:pathLst>
                <a:path w="11456" h="9217" extrusionOk="0">
                  <a:moveTo>
                    <a:pt x="1484" y="1"/>
                  </a:moveTo>
                  <a:lnTo>
                    <a:pt x="0" y="857"/>
                  </a:lnTo>
                  <a:lnTo>
                    <a:pt x="1484" y="3453"/>
                  </a:lnTo>
                  <a:lnTo>
                    <a:pt x="11455" y="9216"/>
                  </a:lnTo>
                  <a:lnTo>
                    <a:pt x="11455" y="5764"/>
                  </a:lnTo>
                  <a:lnTo>
                    <a:pt x="1484" y="1"/>
                  </a:lnTo>
                  <a:close/>
                </a:path>
              </a:pathLst>
            </a:custGeom>
            <a:solidFill>
              <a:srgbClr val="FF8F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4805525" y="1127100"/>
              <a:ext cx="268225" cy="155150"/>
            </a:xfrm>
            <a:custGeom>
              <a:avLst/>
              <a:gdLst/>
              <a:ahLst/>
              <a:cxnLst/>
              <a:rect l="l" t="t" r="r" b="b"/>
              <a:pathLst>
                <a:path w="10729" h="6206" extrusionOk="0">
                  <a:moveTo>
                    <a:pt x="743" y="0"/>
                  </a:moveTo>
                  <a:lnTo>
                    <a:pt x="1" y="443"/>
                  </a:lnTo>
                  <a:lnTo>
                    <a:pt x="9972" y="6206"/>
                  </a:lnTo>
                  <a:lnTo>
                    <a:pt x="10728" y="5778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4805525" y="1127100"/>
              <a:ext cx="268225" cy="155150"/>
            </a:xfrm>
            <a:custGeom>
              <a:avLst/>
              <a:gdLst/>
              <a:ahLst/>
              <a:cxnLst/>
              <a:rect l="l" t="t" r="r" b="b"/>
              <a:pathLst>
                <a:path w="10729" h="6206" extrusionOk="0">
                  <a:moveTo>
                    <a:pt x="743" y="0"/>
                  </a:moveTo>
                  <a:lnTo>
                    <a:pt x="1" y="443"/>
                  </a:lnTo>
                  <a:lnTo>
                    <a:pt x="9972" y="6206"/>
                  </a:lnTo>
                  <a:lnTo>
                    <a:pt x="10728" y="5778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5054825" y="1271525"/>
              <a:ext cx="18925" cy="97050"/>
            </a:xfrm>
            <a:custGeom>
              <a:avLst/>
              <a:gdLst/>
              <a:ahLst/>
              <a:cxnLst/>
              <a:rect l="l" t="t" r="r" b="b"/>
              <a:pathLst>
                <a:path w="757" h="3882" extrusionOk="0">
                  <a:moveTo>
                    <a:pt x="756" y="1"/>
                  </a:moveTo>
                  <a:lnTo>
                    <a:pt x="0" y="429"/>
                  </a:lnTo>
                  <a:lnTo>
                    <a:pt x="0" y="3881"/>
                  </a:lnTo>
                  <a:lnTo>
                    <a:pt x="756" y="3453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5054825" y="1271525"/>
              <a:ext cx="18925" cy="97050"/>
            </a:xfrm>
            <a:custGeom>
              <a:avLst/>
              <a:gdLst/>
              <a:ahLst/>
              <a:cxnLst/>
              <a:rect l="l" t="t" r="r" b="b"/>
              <a:pathLst>
                <a:path w="757" h="3882" extrusionOk="0">
                  <a:moveTo>
                    <a:pt x="756" y="1"/>
                  </a:moveTo>
                  <a:lnTo>
                    <a:pt x="0" y="429"/>
                  </a:lnTo>
                  <a:lnTo>
                    <a:pt x="0" y="3881"/>
                  </a:lnTo>
                  <a:lnTo>
                    <a:pt x="756" y="3453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65" name="Google Shape;6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5534" y="1147437"/>
            <a:ext cx="3251200" cy="32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781" y="1644462"/>
            <a:ext cx="2564976" cy="256497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14"/>
          <p:cNvSpPr txBox="1"/>
          <p:nvPr/>
        </p:nvSpPr>
        <p:spPr>
          <a:xfrm>
            <a:off x="560362" y="4272150"/>
            <a:ext cx="307381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</a:pPr>
            <a:r>
              <a:rPr lang="en-GB" sz="35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A person</a:t>
            </a:r>
            <a:endParaRPr sz="3500" b="0" i="0" u="none" strike="noStrike" cap="none">
              <a:solidFill>
                <a:schemeClr val="lt2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668" name="Google Shape;668;p14"/>
          <p:cNvSpPr txBox="1"/>
          <p:nvPr/>
        </p:nvSpPr>
        <p:spPr>
          <a:xfrm>
            <a:off x="5421131" y="4272150"/>
            <a:ext cx="307381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</a:pPr>
            <a:r>
              <a:rPr lang="en-GB" sz="3500" b="0" i="0" u="none" strike="noStrike" cap="none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People</a:t>
            </a:r>
            <a:endParaRPr sz="3500" b="0" i="0" u="none" strike="noStrike" cap="none">
              <a:solidFill>
                <a:schemeClr val="lt2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5"/>
          <p:cNvSpPr/>
          <p:nvPr/>
        </p:nvSpPr>
        <p:spPr>
          <a:xfrm>
            <a:off x="1203186" y="1315920"/>
            <a:ext cx="3341607" cy="2901406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5"/>
          <p:cNvSpPr/>
          <p:nvPr/>
        </p:nvSpPr>
        <p:spPr>
          <a:xfrm rot="10672567">
            <a:off x="1204615" y="1523669"/>
            <a:ext cx="3341541" cy="2901348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5"/>
          <p:cNvSpPr txBox="1">
            <a:spLocks noGrp="1"/>
          </p:cNvSpPr>
          <p:nvPr>
            <p:ph type="ctrTitle"/>
          </p:nvPr>
        </p:nvSpPr>
        <p:spPr>
          <a:xfrm>
            <a:off x="813575" y="563350"/>
            <a:ext cx="7788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lt1"/>
                </a:solidFill>
              </a:rPr>
              <a:t>SINGULAR AND PLURAL FORM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4544793" y="1315920"/>
            <a:ext cx="3341607" cy="2901406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5"/>
          <p:cNvSpPr/>
          <p:nvPr/>
        </p:nvSpPr>
        <p:spPr>
          <a:xfrm rot="10672567">
            <a:off x="4546222" y="1523669"/>
            <a:ext cx="3341541" cy="2901348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5"/>
          <p:cNvSpPr txBox="1"/>
          <p:nvPr/>
        </p:nvSpPr>
        <p:spPr>
          <a:xfrm>
            <a:off x="1607009" y="1796144"/>
            <a:ext cx="2431590" cy="197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Singular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Ở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dạng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nguyên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endParaRPr sz="1800" b="0" i="1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sz="1800" dirty="0">
                <a:solidFill>
                  <a:schemeClr val="accent2"/>
                </a:solidFill>
              </a:rPr>
              <a:t>doctor</a:t>
            </a:r>
            <a:b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 road </a:t>
            </a:r>
            <a:b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sz="1800" dirty="0">
                <a:solidFill>
                  <a:schemeClr val="accent2"/>
                </a:solidFill>
              </a:rPr>
              <a:t>hospital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 book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5"/>
          <p:cNvSpPr txBox="1"/>
          <p:nvPr/>
        </p:nvSpPr>
        <p:spPr>
          <a:xfrm>
            <a:off x="4948616" y="1796144"/>
            <a:ext cx="25884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Plural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Thêm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“s”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hầu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hết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danh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đếm</a:t>
            </a:r>
            <a:r>
              <a:rPr lang="en-GB" sz="1800" b="0" i="1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0" i="1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i="1" dirty="0">
                <a:solidFill>
                  <a:schemeClr val="accent2"/>
                </a:solidFill>
              </a:rPr>
              <a:t>Doctor</a:t>
            </a:r>
            <a:r>
              <a:rPr lang="en-GB" sz="18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GB" sz="1800" i="1" dirty="0">
                <a:solidFill>
                  <a:schemeClr val="accent2"/>
                </a:solidFill>
              </a:rPr>
              <a:t>doctors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Road → roads </a:t>
            </a:r>
            <a:br>
              <a:rPr lang="en-GB" sz="18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 i="1" dirty="0">
                <a:solidFill>
                  <a:schemeClr val="accent2"/>
                </a:solidFill>
              </a:rPr>
              <a:t>Hospital</a:t>
            </a:r>
            <a:r>
              <a:rPr lang="en-GB" sz="18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 h</a:t>
            </a:r>
            <a:r>
              <a:rPr lang="en-GB" sz="1800" i="1" dirty="0">
                <a:solidFill>
                  <a:schemeClr val="accent2"/>
                </a:solidFill>
              </a:rPr>
              <a:t>ospitals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Book → books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7"/>
          <p:cNvSpPr/>
          <p:nvPr/>
        </p:nvSpPr>
        <p:spPr>
          <a:xfrm>
            <a:off x="1203186" y="1315920"/>
            <a:ext cx="3341607" cy="2901406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7"/>
          <p:cNvSpPr/>
          <p:nvPr/>
        </p:nvSpPr>
        <p:spPr>
          <a:xfrm rot="10672567">
            <a:off x="1204615" y="1523669"/>
            <a:ext cx="3341541" cy="2901348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7"/>
          <p:cNvSpPr txBox="1">
            <a:spLocks noGrp="1"/>
          </p:cNvSpPr>
          <p:nvPr>
            <p:ph type="ctrTitle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4544793" y="1315920"/>
            <a:ext cx="3341607" cy="2901406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7"/>
          <p:cNvSpPr/>
          <p:nvPr/>
        </p:nvSpPr>
        <p:spPr>
          <a:xfrm rot="10672567">
            <a:off x="4546222" y="1523669"/>
            <a:ext cx="3341541" cy="2901348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7"/>
          <p:cNvSpPr txBox="1"/>
          <p:nvPr/>
        </p:nvSpPr>
        <p:spPr>
          <a:xfrm>
            <a:off x="1607009" y="1796144"/>
            <a:ext cx="2431590" cy="197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wolf – wolves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wife – wives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leaf – leaves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life – lives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7"/>
          <p:cNvSpPr txBox="1"/>
          <p:nvPr/>
        </p:nvSpPr>
        <p:spPr>
          <a:xfrm>
            <a:off x="4948616" y="1796144"/>
            <a:ext cx="2588375" cy="197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baby – babies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toy – toys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kidney – kidneys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7"/>
          <p:cNvSpPr txBox="1"/>
          <p:nvPr/>
        </p:nvSpPr>
        <p:spPr>
          <a:xfrm>
            <a:off x="1483490" y="3541633"/>
            <a:ext cx="2780999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</a:pPr>
            <a:r>
              <a:rPr lang="en-GB" sz="1600" b="0" i="0" u="none" strike="noStrike" cap="none" dirty="0">
                <a:solidFill>
                  <a:schemeClr val="lt2"/>
                </a:solidFill>
                <a:latin typeface="Nunito Black"/>
                <a:ea typeface="Nunito Black"/>
                <a:cs typeface="Nunito Black"/>
                <a:sym typeface="Nunito Black"/>
              </a:rPr>
              <a:t>“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f/</a:t>
            </a:r>
            <a:r>
              <a:rPr lang="en-GB" sz="1600" b="0" i="0" u="none" strike="noStrike" cap="none" dirty="0" err="1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fe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” =&gt; “</a:t>
            </a:r>
            <a:r>
              <a:rPr lang="en-GB" sz="1600" b="0" i="0" u="none" strike="noStrike" cap="none" dirty="0" err="1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ves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”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7"/>
          <p:cNvSpPr txBox="1"/>
          <p:nvPr/>
        </p:nvSpPr>
        <p:spPr>
          <a:xfrm>
            <a:off x="4852303" y="3221813"/>
            <a:ext cx="2780999" cy="859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Vowel + “y” =&gt; “</a:t>
            </a:r>
            <a:r>
              <a:rPr lang="en-GB" sz="1600" b="0" i="0" u="none" strike="noStrike" cap="none" dirty="0" err="1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ys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” 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3500"/>
              <a:buFont typeface="Nunito Black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Consonant + ‘y” =&gt; “</a:t>
            </a:r>
            <a:r>
              <a:rPr lang="en-GB" sz="1600" b="0" i="0" u="none" strike="noStrike" cap="none" dirty="0" err="1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ies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”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6"/>
          <p:cNvSpPr/>
          <p:nvPr/>
        </p:nvSpPr>
        <p:spPr>
          <a:xfrm>
            <a:off x="1203186" y="1315919"/>
            <a:ext cx="3341607" cy="3617145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6"/>
          <p:cNvSpPr/>
          <p:nvPr/>
        </p:nvSpPr>
        <p:spPr>
          <a:xfrm rot="10672567">
            <a:off x="1217876" y="1523422"/>
            <a:ext cx="3341541" cy="3617073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 txBox="1">
            <a:spLocks noGrp="1"/>
          </p:cNvSpPr>
          <p:nvPr>
            <p:ph type="ctrTitle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lt1"/>
                </a:solidFill>
              </a:rPr>
              <a:t>O, S, SS, CH, X, SH, Z 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lt1"/>
                </a:solidFill>
              </a:rPr>
              <a:t> + “ES”</a:t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4544793" y="1315920"/>
            <a:ext cx="3341607" cy="3556816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6"/>
          <p:cNvSpPr/>
          <p:nvPr/>
        </p:nvSpPr>
        <p:spPr>
          <a:xfrm rot="10672567">
            <a:off x="4558365" y="1523443"/>
            <a:ext cx="3341541" cy="3556745"/>
          </a:xfrm>
          <a:custGeom>
            <a:avLst/>
            <a:gdLst/>
            <a:ahLst/>
            <a:cxnLst/>
            <a:rect l="l" t="t" r="r" b="b"/>
            <a:pathLst>
              <a:path w="295010" h="117193" extrusionOk="0">
                <a:moveTo>
                  <a:pt x="122447" y="2172"/>
                </a:moveTo>
                <a:cubicBezTo>
                  <a:pt x="88814" y="2172"/>
                  <a:pt x="52456" y="5164"/>
                  <a:pt x="29320" y="21718"/>
                </a:cubicBezTo>
                <a:cubicBezTo>
                  <a:pt x="6516" y="38007"/>
                  <a:pt x="0" y="69188"/>
                  <a:pt x="14428" y="93233"/>
                </a:cubicBezTo>
                <a:cubicBezTo>
                  <a:pt x="26109" y="112355"/>
                  <a:pt x="45560" y="117192"/>
                  <a:pt x="66240" y="117192"/>
                </a:cubicBezTo>
                <a:cubicBezTo>
                  <a:pt x="82636" y="117192"/>
                  <a:pt x="99805" y="114152"/>
                  <a:pt x="114487" y="112780"/>
                </a:cubicBezTo>
                <a:cubicBezTo>
                  <a:pt x="117606" y="112476"/>
                  <a:pt x="121114" y="112347"/>
                  <a:pt x="124944" y="112347"/>
                </a:cubicBezTo>
                <a:cubicBezTo>
                  <a:pt x="146100" y="112347"/>
                  <a:pt x="177054" y="116273"/>
                  <a:pt x="206290" y="116273"/>
                </a:cubicBezTo>
                <a:cubicBezTo>
                  <a:pt x="252828" y="116273"/>
                  <a:pt x="295010" y="106325"/>
                  <a:pt x="286371" y="54761"/>
                </a:cubicBezTo>
                <a:cubicBezTo>
                  <a:pt x="277218" y="0"/>
                  <a:pt x="212064" y="3723"/>
                  <a:pt x="169558" y="3103"/>
                </a:cubicBezTo>
                <a:cubicBezTo>
                  <a:pt x="155958" y="2946"/>
                  <a:pt x="139555" y="2172"/>
                  <a:pt x="122447" y="2172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6"/>
          <p:cNvSpPr txBox="1"/>
          <p:nvPr/>
        </p:nvSpPr>
        <p:spPr>
          <a:xfrm>
            <a:off x="1672859" y="2344082"/>
            <a:ext cx="24315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boss</a:t>
            </a: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dish</a:t>
            </a: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 sz="1800" b="1" i="1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6"/>
          <p:cNvSpPr txBox="1"/>
          <p:nvPr/>
        </p:nvSpPr>
        <p:spPr>
          <a:xfrm>
            <a:off x="4839554" y="2313919"/>
            <a:ext cx="25884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r>
              <a:rPr lang="en-GB" sz="18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sz="1800" b="1" i="1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r>
              <a:rPr lang="en-GB" sz="18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sz="1800" b="1" i="1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boss</a:t>
            </a:r>
            <a:r>
              <a:rPr lang="en-GB" sz="18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sz="1800" b="1" i="1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dish</a:t>
            </a:r>
            <a:r>
              <a:rPr lang="en-GB" sz="18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sz="1800" b="1" i="1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>
                <a:solidFill>
                  <a:srgbClr val="373737"/>
                </a:solidFill>
                <a:latin typeface="Arial"/>
                <a:ea typeface="Arial"/>
                <a:cs typeface="Arial"/>
                <a:sym typeface="Arial"/>
              </a:rPr>
              <a:t>quizz</a:t>
            </a:r>
            <a:r>
              <a:rPr lang="en-GB" sz="18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sz="1800" b="1" i="1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2"/>
          <p:cNvSpPr txBox="1">
            <a:spLocks noGrp="1"/>
          </p:cNvSpPr>
          <p:nvPr>
            <p:ph type="title"/>
          </p:nvPr>
        </p:nvSpPr>
        <p:spPr>
          <a:xfrm>
            <a:off x="1938600" y="1283297"/>
            <a:ext cx="5266800" cy="2945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br>
              <a:rPr lang="en-GB" sz="1600"/>
            </a:br>
            <a:r>
              <a:rPr lang="en-GB" sz="1600"/>
              <a:t>1 person – 2 people </a:t>
            </a:r>
            <a:br>
              <a:rPr lang="en-GB" sz="1600"/>
            </a:br>
            <a:r>
              <a:rPr lang="en-GB" sz="1600"/>
              <a:t>1 child – 2 children </a:t>
            </a:r>
            <a:br>
              <a:rPr lang="en-GB" sz="1600"/>
            </a:br>
            <a:r>
              <a:rPr lang="en-GB" sz="1600"/>
              <a:t>1 man – 2 men</a:t>
            </a:r>
            <a:br>
              <a:rPr lang="en-GB" sz="1600"/>
            </a:br>
            <a:r>
              <a:rPr lang="en-GB" sz="1600"/>
              <a:t>1 woman – 2 women </a:t>
            </a:r>
            <a:br>
              <a:rPr lang="en-GB" sz="1600"/>
            </a:br>
            <a:r>
              <a:rPr lang="en-GB" sz="1600"/>
              <a:t>1 tooth – 2 teeth</a:t>
            </a:r>
            <a:br>
              <a:rPr lang="en-GB" sz="1600"/>
            </a:br>
            <a:r>
              <a:rPr lang="en-GB" sz="1600"/>
              <a:t>1 foot – 2 feet</a:t>
            </a:r>
            <a:br>
              <a:rPr lang="en-GB" sz="1600"/>
            </a:br>
            <a:r>
              <a:rPr lang="en-GB" sz="1600"/>
              <a:t>1 mouse – 2 mice </a:t>
            </a:r>
            <a:br>
              <a:rPr lang="en-GB" sz="1600"/>
            </a:br>
            <a:r>
              <a:rPr lang="en-GB" sz="1600"/>
              <a:t>1 sheep – 2 sheep </a:t>
            </a:r>
            <a:br>
              <a:rPr lang="en-GB" sz="1600"/>
            </a:br>
            <a:r>
              <a:rPr lang="en-GB" sz="1600"/>
              <a:t>1 deer – 2 deer</a:t>
            </a:r>
            <a:br>
              <a:rPr lang="en-GB" sz="1600"/>
            </a:br>
            <a:endParaRPr sz="1600"/>
          </a:p>
        </p:txBody>
      </p:sp>
      <p:sp>
        <p:nvSpPr>
          <p:cNvPr id="709" name="Google Shape;709;p22"/>
          <p:cNvSpPr txBox="1"/>
          <p:nvPr/>
        </p:nvSpPr>
        <p:spPr>
          <a:xfrm>
            <a:off x="602264" y="1119815"/>
            <a:ext cx="7641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500"/>
              <a:buFont typeface="Nunito Black"/>
              <a:buNone/>
            </a:pPr>
            <a:r>
              <a:rPr lang="en-GB" sz="2500" b="0" i="0" u="none" strike="noStrike" cap="none">
                <a:solidFill>
                  <a:srgbClr val="E0006E"/>
                </a:solidFill>
                <a:latin typeface="Nunito Black"/>
                <a:ea typeface="Nunito Black"/>
                <a:cs typeface="Nunito Black"/>
                <a:sym typeface="Nunito Black"/>
              </a:rPr>
              <a:t>IRREGULAR 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3"/>
          <p:cNvSpPr txBox="1">
            <a:spLocks noGrp="1"/>
          </p:cNvSpPr>
          <p:nvPr>
            <p:ph type="ctrTitle" idx="2"/>
          </p:nvPr>
        </p:nvSpPr>
        <p:spPr>
          <a:xfrm>
            <a:off x="1152000" y="501750"/>
            <a:ext cx="68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>
                <a:solidFill>
                  <a:schemeClr val="dk2"/>
                </a:solidFill>
              </a:rPr>
              <a:t>Some nouns are </a:t>
            </a:r>
            <a:r>
              <a:rPr lang="en-GB">
                <a:solidFill>
                  <a:srgbClr val="E0006E"/>
                </a:solidFill>
              </a:rPr>
              <a:t>always plural</a:t>
            </a:r>
            <a:endParaRPr>
              <a:solidFill>
                <a:srgbClr val="E0006E"/>
              </a:solidFill>
            </a:endParaRPr>
          </a:p>
        </p:txBody>
      </p:sp>
      <p:sp>
        <p:nvSpPr>
          <p:cNvPr id="715" name="Google Shape;715;p23"/>
          <p:cNvSpPr txBox="1">
            <a:spLocks noGrp="1"/>
          </p:cNvSpPr>
          <p:nvPr>
            <p:ph type="ctrTitle" idx="5"/>
          </p:nvPr>
        </p:nvSpPr>
        <p:spPr>
          <a:xfrm>
            <a:off x="1676058" y="1413127"/>
            <a:ext cx="2573745" cy="322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400"/>
              <a:t>(A pair of)</a:t>
            </a:r>
            <a:br>
              <a:rPr lang="en-GB" sz="2400"/>
            </a:br>
            <a:r>
              <a:rPr lang="en-GB" sz="2400"/>
              <a:t>Sneakers</a:t>
            </a:r>
            <a:br>
              <a:rPr lang="en-GB" sz="2400"/>
            </a:br>
            <a:r>
              <a:rPr lang="en-GB" sz="2400"/>
              <a:t>Sandals</a:t>
            </a:r>
            <a:br>
              <a:rPr lang="en-GB" sz="2400"/>
            </a:br>
            <a:r>
              <a:rPr lang="en-GB" sz="2400"/>
              <a:t>Shoes</a:t>
            </a:r>
            <a:br>
              <a:rPr lang="en-GB" sz="2400"/>
            </a:br>
            <a:r>
              <a:rPr lang="en-GB" sz="2400"/>
              <a:t>Slippers</a:t>
            </a:r>
            <a:endParaRPr sz="2400"/>
          </a:p>
        </p:txBody>
      </p:sp>
      <p:sp>
        <p:nvSpPr>
          <p:cNvPr id="716" name="Google Shape;716;p23"/>
          <p:cNvSpPr txBox="1"/>
          <p:nvPr/>
        </p:nvSpPr>
        <p:spPr>
          <a:xfrm>
            <a:off x="5134499" y="1413128"/>
            <a:ext cx="2573745" cy="322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 dirty="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Shorts                        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 dirty="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Pants / Trousers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 dirty="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Stockings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 dirty="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Jeans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000"/>
              <a:buFont typeface="Nunito Black"/>
              <a:buNone/>
            </a:pPr>
            <a:r>
              <a:rPr lang="en-GB" sz="2400" b="0" i="0" u="none" strike="noStrike" cap="none" dirty="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rPr>
              <a:t>Scissors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423" y="178298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1897" y="1618845"/>
            <a:ext cx="1566640" cy="156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927021"/>
            <a:ext cx="896715" cy="89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69858" y="2671002"/>
            <a:ext cx="896716" cy="89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6c4cb6a6dc_0_42"/>
          <p:cNvSpPr txBox="1"/>
          <p:nvPr/>
        </p:nvSpPr>
        <p:spPr>
          <a:xfrm>
            <a:off x="570300" y="693200"/>
            <a:ext cx="76419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Anna: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Hello, Tom! What do your ___________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parent) 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do ?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Tom: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My mother is__________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nurse)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and my father works as ________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chef)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. They are both very busy.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Anna: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That’s interesting! Where do they work?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Tom: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My mother works in ___________(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hospital)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, but my father works in ______________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restaurant) 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near my house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He travels to work by _____(bus). 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Anna: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Wow! I know some 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chef)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. They make great_______ 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meal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).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Tom: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Yes, I want to become_________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(chef)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, just like my father. But I will have to be careful - __________(knife) are sharp, and I can cut myself. How about you? What do you want to do in the future? 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Anna: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I want to be___________(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teacher) 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when I grow up, because I want to teach_________(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child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).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Tom: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My two ________( 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aunt)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 are ___________(</a:t>
            </a:r>
            <a:r>
              <a:rPr lang="en-GB" sz="1300" b="1" dirty="0">
                <a:latin typeface="Nunito"/>
                <a:ea typeface="Nunito"/>
                <a:cs typeface="Nunito"/>
                <a:sym typeface="Nunito"/>
              </a:rPr>
              <a:t>teacher</a:t>
            </a:r>
            <a:r>
              <a:rPr lang="en-GB" sz="1300" dirty="0">
                <a:latin typeface="Nunito"/>
                <a:ea typeface="Nunito"/>
                <a:cs typeface="Nunito"/>
                <a:sym typeface="Nunito"/>
              </a:rPr>
              <a:t>), too! But they are kindergarten ________(teacher), so they teach_________(baby).</a:t>
            </a:r>
            <a:endParaRPr sz="13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6" name="Google Shape;726;g36c4cb6a6dc_0_42"/>
          <p:cNvSpPr txBox="1"/>
          <p:nvPr/>
        </p:nvSpPr>
        <p:spPr>
          <a:xfrm>
            <a:off x="570300" y="123975"/>
            <a:ext cx="8003400" cy="554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accent4"/>
                </a:solidFill>
                <a:latin typeface="Nunito"/>
                <a:ea typeface="Nunito"/>
                <a:cs typeface="Nunito"/>
                <a:sym typeface="Nunito"/>
              </a:rPr>
              <a:t>Choose the correct form of the noun, plural or singular: </a:t>
            </a:r>
            <a:endParaRPr sz="2400" b="1">
              <a:solidFill>
                <a:schemeClr val="accent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7" name="Google Shape;727;g36c4cb6a6dc_0_42"/>
          <p:cNvSpPr txBox="1"/>
          <p:nvPr/>
        </p:nvSpPr>
        <p:spPr>
          <a:xfrm>
            <a:off x="3128050" y="678075"/>
            <a:ext cx="92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parents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8" name="Google Shape;728;g36c4cb6a6dc_0_42"/>
          <p:cNvSpPr txBox="1"/>
          <p:nvPr/>
        </p:nvSpPr>
        <p:spPr>
          <a:xfrm>
            <a:off x="2137450" y="1059075"/>
            <a:ext cx="92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nurse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9" name="Google Shape;729;g36c4cb6a6dc_0_42"/>
          <p:cNvSpPr txBox="1"/>
          <p:nvPr/>
        </p:nvSpPr>
        <p:spPr>
          <a:xfrm>
            <a:off x="5337850" y="1059075"/>
            <a:ext cx="92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chef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0" name="Google Shape;730;g36c4cb6a6dc_0_42"/>
          <p:cNvSpPr txBox="1"/>
          <p:nvPr/>
        </p:nvSpPr>
        <p:spPr>
          <a:xfrm>
            <a:off x="2594650" y="2049675"/>
            <a:ext cx="92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hospital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1" name="Google Shape;731;g36c4cb6a6dc_0_42"/>
          <p:cNvSpPr txBox="1"/>
          <p:nvPr/>
        </p:nvSpPr>
        <p:spPr>
          <a:xfrm>
            <a:off x="6070375" y="2050438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restaurant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2" name="Google Shape;732;g36c4cb6a6dc_0_42"/>
          <p:cNvSpPr txBox="1"/>
          <p:nvPr/>
        </p:nvSpPr>
        <p:spPr>
          <a:xfrm>
            <a:off x="4391250" y="2405413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bus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3" name="Google Shape;733;g36c4cb6a6dc_0_42"/>
          <p:cNvSpPr txBox="1"/>
          <p:nvPr/>
        </p:nvSpPr>
        <p:spPr>
          <a:xfrm>
            <a:off x="2594650" y="2769780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chefs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4" name="Google Shape;734;g36c4cb6a6dc_0_42"/>
          <p:cNvSpPr txBox="1"/>
          <p:nvPr/>
        </p:nvSpPr>
        <p:spPr>
          <a:xfrm>
            <a:off x="4956850" y="2659275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meals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5" name="Google Shape;735;g36c4cb6a6dc_0_42"/>
          <p:cNvSpPr txBox="1"/>
          <p:nvPr/>
        </p:nvSpPr>
        <p:spPr>
          <a:xfrm>
            <a:off x="2763250" y="3127016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chef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6" name="Google Shape;736;g36c4cb6a6dc_0_42"/>
          <p:cNvSpPr txBox="1"/>
          <p:nvPr/>
        </p:nvSpPr>
        <p:spPr>
          <a:xfrm>
            <a:off x="727900" y="3373316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knives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7" name="Google Shape;737;g36c4cb6a6dc_0_42"/>
          <p:cNvSpPr txBox="1"/>
          <p:nvPr/>
        </p:nvSpPr>
        <p:spPr>
          <a:xfrm>
            <a:off x="2061250" y="3878475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 teacher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8" name="Google Shape;738;g36c4cb6a6dc_0_42"/>
          <p:cNvSpPr txBox="1"/>
          <p:nvPr/>
        </p:nvSpPr>
        <p:spPr>
          <a:xfrm>
            <a:off x="6730225" y="3878475"/>
            <a:ext cx="846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children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9" name="Google Shape;739;g36c4cb6a6dc_0_42"/>
          <p:cNvSpPr txBox="1"/>
          <p:nvPr/>
        </p:nvSpPr>
        <p:spPr>
          <a:xfrm>
            <a:off x="1690300" y="4348113"/>
            <a:ext cx="672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aunts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0" name="Google Shape;740;g36c4cb6a6dc_0_42"/>
          <p:cNvSpPr txBox="1"/>
          <p:nvPr/>
        </p:nvSpPr>
        <p:spPr>
          <a:xfrm>
            <a:off x="3204879" y="4348113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teachers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1" name="Google Shape;741;g36c4cb6a6dc_0_42"/>
          <p:cNvSpPr txBox="1"/>
          <p:nvPr/>
        </p:nvSpPr>
        <p:spPr>
          <a:xfrm>
            <a:off x="570300" y="4611225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teachers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2" name="Google Shape;742;g36c4cb6a6dc_0_42"/>
          <p:cNvSpPr txBox="1"/>
          <p:nvPr/>
        </p:nvSpPr>
        <p:spPr>
          <a:xfrm>
            <a:off x="3020793" y="4623842"/>
            <a:ext cx="1288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babies</a:t>
            </a:r>
            <a:endParaRPr sz="1300" dirty="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6c758175e4_0_20"/>
          <p:cNvSpPr txBox="1">
            <a:spLocks noGrp="1"/>
          </p:cNvSpPr>
          <p:nvPr>
            <p:ph type="subTitle" idx="3"/>
          </p:nvPr>
        </p:nvSpPr>
        <p:spPr>
          <a:xfrm>
            <a:off x="-640550" y="720375"/>
            <a:ext cx="8847000" cy="5092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/>
              <a:t>A: What do your parents do?  </a:t>
            </a:r>
            <a:endParaRPr sz="16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unito"/>
                <a:ea typeface="Nunito"/>
                <a:cs typeface="Nunito"/>
                <a:sym typeface="Nunito"/>
              </a:rPr>
              <a:t>B: My mother is a businesswoman, and my father works as a businessman. They are both busy.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/>
              <a:t>A:  Are you a student or are you working?</a:t>
            </a:r>
            <a:endParaRPr sz="16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unito"/>
                <a:ea typeface="Nunito"/>
                <a:cs typeface="Nunito"/>
                <a:sym typeface="Nunito"/>
              </a:rPr>
              <a:t>B: I am studying at … high school, and I’m in grade 12.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i="1">
                <a:latin typeface="Nunito"/>
                <a:ea typeface="Nunito"/>
                <a:cs typeface="Nunito"/>
                <a:sym typeface="Nunito"/>
              </a:rPr>
              <a:t>OR: I’m a first/ second/ third-year student at … university./ I’m in my final year at … university. 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-GB" sz="1600" i="1">
                <a:latin typeface="Nunito"/>
                <a:ea typeface="Nunito"/>
                <a:cs typeface="Nunito"/>
                <a:sym typeface="Nunito"/>
              </a:rPr>
              <a:t>a freshman /ˈfreʃ.mən/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-GB" sz="1600" i="1">
                <a:latin typeface="Nunito"/>
                <a:ea typeface="Nunito"/>
                <a:cs typeface="Nunito"/>
                <a:sym typeface="Nunito"/>
              </a:rPr>
              <a:t>a sophomore (UK) /ˈsɒf.ə.mɔːr/, (US) /ˈsɑː.fə.mɔːr/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-GB" sz="1600" i="1">
                <a:latin typeface="Nunito"/>
                <a:ea typeface="Nunito"/>
                <a:cs typeface="Nunito"/>
                <a:sym typeface="Nunito"/>
              </a:rPr>
              <a:t>a junior /ˈdʒuː.ni.ər/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-GB" sz="1600" i="1">
                <a:latin typeface="Nunito"/>
                <a:ea typeface="Nunito"/>
                <a:cs typeface="Nunito"/>
                <a:sym typeface="Nunito"/>
              </a:rPr>
              <a:t>a senior /ˈsiː.ni.ər/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/>
              <a:t>A: What do you want to do in the future?</a:t>
            </a:r>
            <a:endParaRPr sz="16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unito"/>
                <a:ea typeface="Nunito"/>
                <a:cs typeface="Nunito"/>
                <a:sym typeface="Nunito"/>
              </a:rPr>
              <a:t>B:  I want to be a teacher when I grow up, because I want to teach children.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/>
              <a:t>A: What is your dream job? </a:t>
            </a:r>
            <a:endParaRPr sz="16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unito"/>
                <a:ea typeface="Nunito"/>
                <a:cs typeface="Nunito"/>
                <a:sym typeface="Nunito"/>
              </a:rPr>
              <a:t>B: My dream is to become a chef, and cook delicious meals for my friends and family.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8" name="Google Shape;748;g36c758175e4_0_20"/>
          <p:cNvSpPr txBox="1">
            <a:spLocks noGrp="1"/>
          </p:cNvSpPr>
          <p:nvPr>
            <p:ph type="title"/>
          </p:nvPr>
        </p:nvSpPr>
        <p:spPr>
          <a:xfrm>
            <a:off x="137375" y="7"/>
            <a:ext cx="3960000" cy="75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sz="2500"/>
              <a:t>How to talk about jobs: </a:t>
            </a:r>
            <a:endParaRPr sz="2500">
              <a:solidFill>
                <a:srgbClr val="00477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24"/>
          <p:cNvGrpSpPr/>
          <p:nvPr/>
        </p:nvGrpSpPr>
        <p:grpSpPr>
          <a:xfrm>
            <a:off x="537787" y="1006988"/>
            <a:ext cx="2862724" cy="3129523"/>
            <a:chOff x="1840650" y="541675"/>
            <a:chExt cx="4268900" cy="4666750"/>
          </a:xfrm>
        </p:grpSpPr>
        <p:sp>
          <p:nvSpPr>
            <p:cNvPr id="754" name="Google Shape;754;p24"/>
            <p:cNvSpPr/>
            <p:nvPr/>
          </p:nvSpPr>
          <p:spPr>
            <a:xfrm>
              <a:off x="1893200" y="568350"/>
              <a:ext cx="1315125" cy="2985500"/>
            </a:xfrm>
            <a:custGeom>
              <a:avLst/>
              <a:gdLst/>
              <a:ahLst/>
              <a:cxnLst/>
              <a:rect l="l" t="t" r="r" b="b"/>
              <a:pathLst>
                <a:path w="52605" h="119420" extrusionOk="0">
                  <a:moveTo>
                    <a:pt x="52604" y="0"/>
                  </a:moveTo>
                  <a:lnTo>
                    <a:pt x="0" y="30189"/>
                  </a:lnTo>
                  <a:lnTo>
                    <a:pt x="0" y="119419"/>
                  </a:lnTo>
                  <a:lnTo>
                    <a:pt x="52604" y="89231"/>
                  </a:lnTo>
                  <a:lnTo>
                    <a:pt x="52604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1893200" y="568350"/>
              <a:ext cx="1315125" cy="2985500"/>
            </a:xfrm>
            <a:custGeom>
              <a:avLst/>
              <a:gdLst/>
              <a:ahLst/>
              <a:cxnLst/>
              <a:rect l="l" t="t" r="r" b="b"/>
              <a:pathLst>
                <a:path w="52605" h="119420" extrusionOk="0">
                  <a:moveTo>
                    <a:pt x="52604" y="0"/>
                  </a:moveTo>
                  <a:lnTo>
                    <a:pt x="0" y="30189"/>
                  </a:lnTo>
                  <a:lnTo>
                    <a:pt x="0" y="119419"/>
                  </a:lnTo>
                  <a:lnTo>
                    <a:pt x="52604" y="89231"/>
                  </a:lnTo>
                  <a:lnTo>
                    <a:pt x="52604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1930725" y="630900"/>
              <a:ext cx="1535275" cy="868975"/>
            </a:xfrm>
            <a:custGeom>
              <a:avLst/>
              <a:gdLst/>
              <a:ahLst/>
              <a:cxnLst/>
              <a:rect l="l" t="t" r="r" b="b"/>
              <a:pathLst>
                <a:path w="61411" h="34759" extrusionOk="0">
                  <a:moveTo>
                    <a:pt x="51103" y="0"/>
                  </a:moveTo>
                  <a:lnTo>
                    <a:pt x="0" y="29154"/>
                  </a:lnTo>
                  <a:cubicBezTo>
                    <a:pt x="7839" y="34025"/>
                    <a:pt x="10708" y="34758"/>
                    <a:pt x="10708" y="34758"/>
                  </a:cubicBezTo>
                  <a:lnTo>
                    <a:pt x="61411" y="5638"/>
                  </a:lnTo>
                  <a:cubicBezTo>
                    <a:pt x="56874" y="4604"/>
                    <a:pt x="53438" y="2702"/>
                    <a:pt x="51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1840650" y="541675"/>
              <a:ext cx="1727100" cy="979675"/>
            </a:xfrm>
            <a:custGeom>
              <a:avLst/>
              <a:gdLst/>
              <a:ahLst/>
              <a:cxnLst/>
              <a:rect l="l" t="t" r="r" b="b"/>
              <a:pathLst>
                <a:path w="69084" h="39187" extrusionOk="0">
                  <a:moveTo>
                    <a:pt x="52838" y="0"/>
                  </a:moveTo>
                  <a:lnTo>
                    <a:pt x="2369" y="28754"/>
                  </a:lnTo>
                  <a:cubicBezTo>
                    <a:pt x="1" y="30155"/>
                    <a:pt x="1" y="32390"/>
                    <a:pt x="2369" y="33758"/>
                  </a:cubicBezTo>
                  <a:lnTo>
                    <a:pt x="9974" y="38161"/>
                  </a:lnTo>
                  <a:cubicBezTo>
                    <a:pt x="11325" y="38844"/>
                    <a:pt x="12818" y="39186"/>
                    <a:pt x="14311" y="39186"/>
                  </a:cubicBezTo>
                  <a:cubicBezTo>
                    <a:pt x="15804" y="39186"/>
                    <a:pt x="17296" y="38844"/>
                    <a:pt x="18647" y="38161"/>
                  </a:cubicBezTo>
                  <a:lnTo>
                    <a:pt x="69083" y="9473"/>
                  </a:lnTo>
                  <a:lnTo>
                    <a:pt x="66982" y="8206"/>
                  </a:lnTo>
                  <a:lnTo>
                    <a:pt x="17280" y="36660"/>
                  </a:lnTo>
                  <a:cubicBezTo>
                    <a:pt x="16462" y="37077"/>
                    <a:pt x="15562" y="37285"/>
                    <a:pt x="14661" y="37285"/>
                  </a:cubicBezTo>
                  <a:cubicBezTo>
                    <a:pt x="13760" y="37285"/>
                    <a:pt x="12860" y="37077"/>
                    <a:pt x="12043" y="36660"/>
                  </a:cubicBezTo>
                  <a:lnTo>
                    <a:pt x="4971" y="32590"/>
                  </a:lnTo>
                  <a:cubicBezTo>
                    <a:pt x="3536" y="31756"/>
                    <a:pt x="3503" y="30422"/>
                    <a:pt x="4971" y="29588"/>
                  </a:cubicBezTo>
                  <a:lnTo>
                    <a:pt x="54706" y="1101"/>
                  </a:lnTo>
                  <a:lnTo>
                    <a:pt x="52838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1840650" y="541675"/>
              <a:ext cx="1727100" cy="979675"/>
            </a:xfrm>
            <a:custGeom>
              <a:avLst/>
              <a:gdLst/>
              <a:ahLst/>
              <a:cxnLst/>
              <a:rect l="l" t="t" r="r" b="b"/>
              <a:pathLst>
                <a:path w="69084" h="39187" extrusionOk="0">
                  <a:moveTo>
                    <a:pt x="52838" y="0"/>
                  </a:moveTo>
                  <a:lnTo>
                    <a:pt x="2369" y="28754"/>
                  </a:lnTo>
                  <a:cubicBezTo>
                    <a:pt x="1" y="30155"/>
                    <a:pt x="1" y="32390"/>
                    <a:pt x="2369" y="33758"/>
                  </a:cubicBezTo>
                  <a:lnTo>
                    <a:pt x="9974" y="38161"/>
                  </a:lnTo>
                  <a:cubicBezTo>
                    <a:pt x="11325" y="38844"/>
                    <a:pt x="12818" y="39186"/>
                    <a:pt x="14311" y="39186"/>
                  </a:cubicBezTo>
                  <a:cubicBezTo>
                    <a:pt x="15804" y="39186"/>
                    <a:pt x="17296" y="38844"/>
                    <a:pt x="18647" y="38161"/>
                  </a:cubicBezTo>
                  <a:lnTo>
                    <a:pt x="69083" y="9473"/>
                  </a:lnTo>
                  <a:lnTo>
                    <a:pt x="66982" y="8206"/>
                  </a:lnTo>
                  <a:lnTo>
                    <a:pt x="17280" y="36660"/>
                  </a:lnTo>
                  <a:cubicBezTo>
                    <a:pt x="16462" y="37077"/>
                    <a:pt x="15562" y="37285"/>
                    <a:pt x="14661" y="37285"/>
                  </a:cubicBezTo>
                  <a:cubicBezTo>
                    <a:pt x="13760" y="37285"/>
                    <a:pt x="12860" y="37077"/>
                    <a:pt x="12043" y="36660"/>
                  </a:cubicBezTo>
                  <a:lnTo>
                    <a:pt x="4971" y="32590"/>
                  </a:lnTo>
                  <a:cubicBezTo>
                    <a:pt x="3536" y="31756"/>
                    <a:pt x="3503" y="30422"/>
                    <a:pt x="4971" y="29588"/>
                  </a:cubicBezTo>
                  <a:lnTo>
                    <a:pt x="54706" y="1101"/>
                  </a:lnTo>
                  <a:lnTo>
                    <a:pt x="52838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1855675" y="776000"/>
              <a:ext cx="1712075" cy="2975075"/>
            </a:xfrm>
            <a:custGeom>
              <a:avLst/>
              <a:gdLst/>
              <a:ahLst/>
              <a:cxnLst/>
              <a:rect l="l" t="t" r="r" b="b"/>
              <a:pathLst>
                <a:path w="68483" h="119003" extrusionOk="0">
                  <a:moveTo>
                    <a:pt x="68482" y="0"/>
                  </a:moveTo>
                  <a:lnTo>
                    <a:pt x="18046" y="28788"/>
                  </a:lnTo>
                  <a:cubicBezTo>
                    <a:pt x="16662" y="29471"/>
                    <a:pt x="15169" y="29813"/>
                    <a:pt x="13685" y="29813"/>
                  </a:cubicBezTo>
                  <a:cubicBezTo>
                    <a:pt x="12200" y="29813"/>
                    <a:pt x="10724" y="29471"/>
                    <a:pt x="9373" y="28788"/>
                  </a:cubicBezTo>
                  <a:lnTo>
                    <a:pt x="1768" y="24351"/>
                  </a:lnTo>
                  <a:cubicBezTo>
                    <a:pt x="767" y="23884"/>
                    <a:pt x="67" y="22950"/>
                    <a:pt x="0" y="21849"/>
                  </a:cubicBezTo>
                  <a:lnTo>
                    <a:pt x="0" y="111080"/>
                  </a:lnTo>
                  <a:cubicBezTo>
                    <a:pt x="100" y="112181"/>
                    <a:pt x="767" y="113115"/>
                    <a:pt x="1768" y="113582"/>
                  </a:cubicBezTo>
                  <a:lnTo>
                    <a:pt x="9373" y="117952"/>
                  </a:lnTo>
                  <a:cubicBezTo>
                    <a:pt x="10741" y="118652"/>
                    <a:pt x="12234" y="119002"/>
                    <a:pt x="13722" y="119002"/>
                  </a:cubicBezTo>
                  <a:cubicBezTo>
                    <a:pt x="15211" y="119002"/>
                    <a:pt x="16695" y="118652"/>
                    <a:pt x="18046" y="117952"/>
                  </a:cubicBezTo>
                  <a:lnTo>
                    <a:pt x="68482" y="89231"/>
                  </a:lnTo>
                  <a:lnTo>
                    <a:pt x="68482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1855675" y="776000"/>
              <a:ext cx="1712075" cy="2975075"/>
            </a:xfrm>
            <a:custGeom>
              <a:avLst/>
              <a:gdLst/>
              <a:ahLst/>
              <a:cxnLst/>
              <a:rect l="l" t="t" r="r" b="b"/>
              <a:pathLst>
                <a:path w="68483" h="119003" extrusionOk="0">
                  <a:moveTo>
                    <a:pt x="68482" y="0"/>
                  </a:moveTo>
                  <a:lnTo>
                    <a:pt x="18046" y="28788"/>
                  </a:lnTo>
                  <a:cubicBezTo>
                    <a:pt x="16662" y="29471"/>
                    <a:pt x="15169" y="29813"/>
                    <a:pt x="13685" y="29813"/>
                  </a:cubicBezTo>
                  <a:cubicBezTo>
                    <a:pt x="12200" y="29813"/>
                    <a:pt x="10724" y="29471"/>
                    <a:pt x="9373" y="28788"/>
                  </a:cubicBezTo>
                  <a:lnTo>
                    <a:pt x="1768" y="24351"/>
                  </a:lnTo>
                  <a:cubicBezTo>
                    <a:pt x="767" y="23884"/>
                    <a:pt x="67" y="22950"/>
                    <a:pt x="0" y="21849"/>
                  </a:cubicBezTo>
                  <a:lnTo>
                    <a:pt x="0" y="111080"/>
                  </a:lnTo>
                  <a:cubicBezTo>
                    <a:pt x="100" y="112181"/>
                    <a:pt x="767" y="113115"/>
                    <a:pt x="1768" y="113582"/>
                  </a:cubicBezTo>
                  <a:lnTo>
                    <a:pt x="9373" y="117952"/>
                  </a:lnTo>
                  <a:cubicBezTo>
                    <a:pt x="10741" y="118652"/>
                    <a:pt x="12234" y="119002"/>
                    <a:pt x="13722" y="119002"/>
                  </a:cubicBezTo>
                  <a:cubicBezTo>
                    <a:pt x="15211" y="119002"/>
                    <a:pt x="16695" y="118652"/>
                    <a:pt x="18046" y="117952"/>
                  </a:cubicBezTo>
                  <a:lnTo>
                    <a:pt x="68482" y="89231"/>
                  </a:lnTo>
                  <a:lnTo>
                    <a:pt x="68482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1855675" y="1322225"/>
              <a:ext cx="342750" cy="2429325"/>
            </a:xfrm>
            <a:custGeom>
              <a:avLst/>
              <a:gdLst/>
              <a:ahLst/>
              <a:cxnLst/>
              <a:rect l="l" t="t" r="r" b="b"/>
              <a:pathLst>
                <a:path w="13710" h="97173" extrusionOk="0">
                  <a:moveTo>
                    <a:pt x="0" y="0"/>
                  </a:moveTo>
                  <a:lnTo>
                    <a:pt x="0" y="89231"/>
                  </a:lnTo>
                  <a:cubicBezTo>
                    <a:pt x="67" y="90332"/>
                    <a:pt x="767" y="91266"/>
                    <a:pt x="1768" y="91733"/>
                  </a:cubicBezTo>
                  <a:lnTo>
                    <a:pt x="9373" y="96103"/>
                  </a:lnTo>
                  <a:cubicBezTo>
                    <a:pt x="10652" y="96806"/>
                    <a:pt x="12084" y="97172"/>
                    <a:pt x="13522" y="97172"/>
                  </a:cubicBezTo>
                  <a:cubicBezTo>
                    <a:pt x="13584" y="97172"/>
                    <a:pt x="13647" y="97171"/>
                    <a:pt x="13710" y="97170"/>
                  </a:cubicBezTo>
                  <a:lnTo>
                    <a:pt x="13710" y="7973"/>
                  </a:lnTo>
                  <a:cubicBezTo>
                    <a:pt x="13647" y="7974"/>
                    <a:pt x="13584" y="7975"/>
                    <a:pt x="13522" y="7975"/>
                  </a:cubicBezTo>
                  <a:cubicBezTo>
                    <a:pt x="12083" y="7975"/>
                    <a:pt x="10652" y="7610"/>
                    <a:pt x="9373" y="6939"/>
                  </a:cubicBezTo>
                  <a:lnTo>
                    <a:pt x="1768" y="2502"/>
                  </a:lnTo>
                  <a:cubicBezTo>
                    <a:pt x="767" y="2035"/>
                    <a:pt x="100" y="1101"/>
                    <a:pt x="0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1855675" y="1322225"/>
              <a:ext cx="342750" cy="2429325"/>
            </a:xfrm>
            <a:custGeom>
              <a:avLst/>
              <a:gdLst/>
              <a:ahLst/>
              <a:cxnLst/>
              <a:rect l="l" t="t" r="r" b="b"/>
              <a:pathLst>
                <a:path w="13710" h="97173" extrusionOk="0">
                  <a:moveTo>
                    <a:pt x="0" y="0"/>
                  </a:moveTo>
                  <a:lnTo>
                    <a:pt x="0" y="89231"/>
                  </a:lnTo>
                  <a:cubicBezTo>
                    <a:pt x="67" y="90332"/>
                    <a:pt x="767" y="91266"/>
                    <a:pt x="1768" y="91733"/>
                  </a:cubicBezTo>
                  <a:lnTo>
                    <a:pt x="9373" y="96103"/>
                  </a:lnTo>
                  <a:cubicBezTo>
                    <a:pt x="10652" y="96806"/>
                    <a:pt x="12084" y="97172"/>
                    <a:pt x="13522" y="97172"/>
                  </a:cubicBezTo>
                  <a:cubicBezTo>
                    <a:pt x="13584" y="97172"/>
                    <a:pt x="13647" y="97171"/>
                    <a:pt x="13710" y="97170"/>
                  </a:cubicBezTo>
                  <a:lnTo>
                    <a:pt x="13710" y="7973"/>
                  </a:lnTo>
                  <a:cubicBezTo>
                    <a:pt x="13647" y="7974"/>
                    <a:pt x="13584" y="7975"/>
                    <a:pt x="13522" y="7975"/>
                  </a:cubicBezTo>
                  <a:cubicBezTo>
                    <a:pt x="12083" y="7975"/>
                    <a:pt x="10652" y="7610"/>
                    <a:pt x="9373" y="6939"/>
                  </a:cubicBezTo>
                  <a:lnTo>
                    <a:pt x="1768" y="2502"/>
                  </a:lnTo>
                  <a:cubicBezTo>
                    <a:pt x="767" y="2035"/>
                    <a:pt x="100" y="1101"/>
                    <a:pt x="0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2426900" y="1075375"/>
              <a:ext cx="1102475" cy="2749500"/>
            </a:xfrm>
            <a:custGeom>
              <a:avLst/>
              <a:gdLst/>
              <a:ahLst/>
              <a:cxnLst/>
              <a:rect l="l" t="t" r="r" b="b"/>
              <a:pathLst>
                <a:path w="44099" h="109980" extrusionOk="0">
                  <a:moveTo>
                    <a:pt x="44099" y="1"/>
                  </a:moveTo>
                  <a:lnTo>
                    <a:pt x="1" y="25586"/>
                  </a:lnTo>
                  <a:lnTo>
                    <a:pt x="1" y="109979"/>
                  </a:lnTo>
                  <a:lnTo>
                    <a:pt x="44099" y="84394"/>
                  </a:lnTo>
                  <a:lnTo>
                    <a:pt x="44099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2426900" y="1075375"/>
              <a:ext cx="1102475" cy="2749500"/>
            </a:xfrm>
            <a:custGeom>
              <a:avLst/>
              <a:gdLst/>
              <a:ahLst/>
              <a:cxnLst/>
              <a:rect l="l" t="t" r="r" b="b"/>
              <a:pathLst>
                <a:path w="44099" h="109980" extrusionOk="0">
                  <a:moveTo>
                    <a:pt x="44099" y="1"/>
                  </a:moveTo>
                  <a:lnTo>
                    <a:pt x="1" y="25586"/>
                  </a:lnTo>
                  <a:lnTo>
                    <a:pt x="1" y="109979"/>
                  </a:lnTo>
                  <a:lnTo>
                    <a:pt x="44099" y="84394"/>
                  </a:lnTo>
                  <a:lnTo>
                    <a:pt x="44099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2461925" y="1134600"/>
              <a:ext cx="1311800" cy="747225"/>
            </a:xfrm>
            <a:custGeom>
              <a:avLst/>
              <a:gdLst/>
              <a:ahLst/>
              <a:cxnLst/>
              <a:rect l="l" t="t" r="r" b="b"/>
              <a:pathLst>
                <a:path w="52472" h="29889" extrusionOk="0">
                  <a:moveTo>
                    <a:pt x="42698" y="0"/>
                  </a:moveTo>
                  <a:lnTo>
                    <a:pt x="1" y="24651"/>
                  </a:lnTo>
                  <a:cubicBezTo>
                    <a:pt x="7439" y="29254"/>
                    <a:pt x="10141" y="29888"/>
                    <a:pt x="10175" y="29888"/>
                  </a:cubicBezTo>
                  <a:lnTo>
                    <a:pt x="52471" y="5371"/>
                  </a:lnTo>
                  <a:cubicBezTo>
                    <a:pt x="48702" y="4670"/>
                    <a:pt x="45300" y="2802"/>
                    <a:pt x="42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2376875" y="1050350"/>
              <a:ext cx="1491075" cy="853975"/>
            </a:xfrm>
            <a:custGeom>
              <a:avLst/>
              <a:gdLst/>
              <a:ahLst/>
              <a:cxnLst/>
              <a:rect l="l" t="t" r="r" b="b"/>
              <a:pathLst>
                <a:path w="59643" h="34159" extrusionOk="0">
                  <a:moveTo>
                    <a:pt x="44265" y="1"/>
                  </a:moveTo>
                  <a:lnTo>
                    <a:pt x="2235" y="24252"/>
                  </a:lnTo>
                  <a:cubicBezTo>
                    <a:pt x="0" y="25586"/>
                    <a:pt x="0" y="27687"/>
                    <a:pt x="2235" y="28988"/>
                  </a:cubicBezTo>
                  <a:lnTo>
                    <a:pt x="9407" y="33158"/>
                  </a:lnTo>
                  <a:cubicBezTo>
                    <a:pt x="10708" y="33825"/>
                    <a:pt x="12117" y="34159"/>
                    <a:pt x="13522" y="34159"/>
                  </a:cubicBezTo>
                  <a:cubicBezTo>
                    <a:pt x="14928" y="34159"/>
                    <a:pt x="16329" y="33825"/>
                    <a:pt x="17613" y="33158"/>
                  </a:cubicBezTo>
                  <a:lnTo>
                    <a:pt x="59643" y="8874"/>
                  </a:lnTo>
                  <a:lnTo>
                    <a:pt x="57608" y="7740"/>
                  </a:lnTo>
                  <a:lnTo>
                    <a:pt x="16279" y="31724"/>
                  </a:lnTo>
                  <a:cubicBezTo>
                    <a:pt x="15511" y="32124"/>
                    <a:pt x="14669" y="32324"/>
                    <a:pt x="13827" y="32324"/>
                  </a:cubicBezTo>
                  <a:cubicBezTo>
                    <a:pt x="12985" y="32324"/>
                    <a:pt x="12142" y="32124"/>
                    <a:pt x="11375" y="31724"/>
                  </a:cubicBezTo>
                  <a:lnTo>
                    <a:pt x="4704" y="27921"/>
                  </a:lnTo>
                  <a:cubicBezTo>
                    <a:pt x="4237" y="27754"/>
                    <a:pt x="3903" y="27421"/>
                    <a:pt x="3736" y="26987"/>
                  </a:cubicBezTo>
                  <a:cubicBezTo>
                    <a:pt x="3503" y="26186"/>
                    <a:pt x="3903" y="25319"/>
                    <a:pt x="4704" y="25052"/>
                  </a:cubicBezTo>
                  <a:lnTo>
                    <a:pt x="46066" y="1035"/>
                  </a:lnTo>
                  <a:lnTo>
                    <a:pt x="4426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2376875" y="1050350"/>
              <a:ext cx="1491075" cy="853975"/>
            </a:xfrm>
            <a:custGeom>
              <a:avLst/>
              <a:gdLst/>
              <a:ahLst/>
              <a:cxnLst/>
              <a:rect l="l" t="t" r="r" b="b"/>
              <a:pathLst>
                <a:path w="59643" h="34159" extrusionOk="0">
                  <a:moveTo>
                    <a:pt x="44265" y="1"/>
                  </a:moveTo>
                  <a:lnTo>
                    <a:pt x="2235" y="24252"/>
                  </a:lnTo>
                  <a:cubicBezTo>
                    <a:pt x="0" y="25586"/>
                    <a:pt x="0" y="27687"/>
                    <a:pt x="2235" y="28988"/>
                  </a:cubicBezTo>
                  <a:lnTo>
                    <a:pt x="9407" y="33158"/>
                  </a:lnTo>
                  <a:cubicBezTo>
                    <a:pt x="10708" y="33825"/>
                    <a:pt x="12117" y="34159"/>
                    <a:pt x="13522" y="34159"/>
                  </a:cubicBezTo>
                  <a:cubicBezTo>
                    <a:pt x="14928" y="34159"/>
                    <a:pt x="16329" y="33825"/>
                    <a:pt x="17613" y="33158"/>
                  </a:cubicBezTo>
                  <a:lnTo>
                    <a:pt x="59643" y="8874"/>
                  </a:lnTo>
                  <a:lnTo>
                    <a:pt x="57608" y="7740"/>
                  </a:lnTo>
                  <a:lnTo>
                    <a:pt x="16279" y="31724"/>
                  </a:lnTo>
                  <a:cubicBezTo>
                    <a:pt x="15511" y="32124"/>
                    <a:pt x="14669" y="32324"/>
                    <a:pt x="13827" y="32324"/>
                  </a:cubicBezTo>
                  <a:cubicBezTo>
                    <a:pt x="12985" y="32324"/>
                    <a:pt x="12142" y="32124"/>
                    <a:pt x="11375" y="31724"/>
                  </a:cubicBezTo>
                  <a:lnTo>
                    <a:pt x="4704" y="27921"/>
                  </a:lnTo>
                  <a:cubicBezTo>
                    <a:pt x="4237" y="27754"/>
                    <a:pt x="3903" y="27421"/>
                    <a:pt x="3736" y="26987"/>
                  </a:cubicBezTo>
                  <a:cubicBezTo>
                    <a:pt x="3503" y="26186"/>
                    <a:pt x="3903" y="25319"/>
                    <a:pt x="4704" y="25052"/>
                  </a:cubicBezTo>
                  <a:lnTo>
                    <a:pt x="46066" y="1035"/>
                  </a:lnTo>
                  <a:lnTo>
                    <a:pt x="44265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2391875" y="1272175"/>
              <a:ext cx="1477750" cy="2740325"/>
            </a:xfrm>
            <a:custGeom>
              <a:avLst/>
              <a:gdLst/>
              <a:ahLst/>
              <a:cxnLst/>
              <a:rect l="l" t="t" r="r" b="b"/>
              <a:pathLst>
                <a:path w="59110" h="109613" extrusionOk="0">
                  <a:moveTo>
                    <a:pt x="59110" y="1"/>
                  </a:moveTo>
                  <a:lnTo>
                    <a:pt x="17046" y="24218"/>
                  </a:lnTo>
                  <a:cubicBezTo>
                    <a:pt x="15762" y="24885"/>
                    <a:pt x="14361" y="25219"/>
                    <a:pt x="12956" y="25219"/>
                  </a:cubicBezTo>
                  <a:cubicBezTo>
                    <a:pt x="11551" y="25219"/>
                    <a:pt x="10141" y="24885"/>
                    <a:pt x="8840" y="24218"/>
                  </a:cubicBezTo>
                  <a:lnTo>
                    <a:pt x="1669" y="20049"/>
                  </a:lnTo>
                  <a:cubicBezTo>
                    <a:pt x="768" y="19582"/>
                    <a:pt x="101" y="18714"/>
                    <a:pt x="1" y="17680"/>
                  </a:cubicBezTo>
                  <a:lnTo>
                    <a:pt x="1" y="102074"/>
                  </a:lnTo>
                  <a:cubicBezTo>
                    <a:pt x="101" y="103108"/>
                    <a:pt x="735" y="104042"/>
                    <a:pt x="1669" y="104442"/>
                  </a:cubicBezTo>
                  <a:lnTo>
                    <a:pt x="8840" y="108612"/>
                  </a:lnTo>
                  <a:cubicBezTo>
                    <a:pt x="10141" y="109279"/>
                    <a:pt x="11551" y="109613"/>
                    <a:pt x="12956" y="109613"/>
                  </a:cubicBezTo>
                  <a:cubicBezTo>
                    <a:pt x="14361" y="109613"/>
                    <a:pt x="15762" y="109279"/>
                    <a:pt x="17046" y="108612"/>
                  </a:cubicBezTo>
                  <a:lnTo>
                    <a:pt x="59110" y="84361"/>
                  </a:lnTo>
                  <a:lnTo>
                    <a:pt x="59110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2391875" y="1272175"/>
              <a:ext cx="1477750" cy="2740325"/>
            </a:xfrm>
            <a:custGeom>
              <a:avLst/>
              <a:gdLst/>
              <a:ahLst/>
              <a:cxnLst/>
              <a:rect l="l" t="t" r="r" b="b"/>
              <a:pathLst>
                <a:path w="59110" h="109613" extrusionOk="0">
                  <a:moveTo>
                    <a:pt x="59110" y="1"/>
                  </a:moveTo>
                  <a:lnTo>
                    <a:pt x="17046" y="24218"/>
                  </a:lnTo>
                  <a:cubicBezTo>
                    <a:pt x="15762" y="24885"/>
                    <a:pt x="14361" y="25219"/>
                    <a:pt x="12956" y="25219"/>
                  </a:cubicBezTo>
                  <a:cubicBezTo>
                    <a:pt x="11551" y="25219"/>
                    <a:pt x="10141" y="24885"/>
                    <a:pt x="8840" y="24218"/>
                  </a:cubicBezTo>
                  <a:lnTo>
                    <a:pt x="1669" y="20049"/>
                  </a:lnTo>
                  <a:cubicBezTo>
                    <a:pt x="768" y="19582"/>
                    <a:pt x="101" y="18714"/>
                    <a:pt x="1" y="17680"/>
                  </a:cubicBezTo>
                  <a:lnTo>
                    <a:pt x="1" y="102074"/>
                  </a:lnTo>
                  <a:cubicBezTo>
                    <a:pt x="101" y="103108"/>
                    <a:pt x="735" y="104042"/>
                    <a:pt x="1669" y="104442"/>
                  </a:cubicBezTo>
                  <a:lnTo>
                    <a:pt x="8840" y="108612"/>
                  </a:lnTo>
                  <a:cubicBezTo>
                    <a:pt x="10141" y="109279"/>
                    <a:pt x="11551" y="109613"/>
                    <a:pt x="12956" y="109613"/>
                  </a:cubicBezTo>
                  <a:cubicBezTo>
                    <a:pt x="14361" y="109613"/>
                    <a:pt x="15762" y="109279"/>
                    <a:pt x="17046" y="108612"/>
                  </a:cubicBezTo>
                  <a:lnTo>
                    <a:pt x="59110" y="84361"/>
                  </a:lnTo>
                  <a:lnTo>
                    <a:pt x="59110" y="1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2391875" y="1715000"/>
              <a:ext cx="323600" cy="2299225"/>
            </a:xfrm>
            <a:custGeom>
              <a:avLst/>
              <a:gdLst/>
              <a:ahLst/>
              <a:cxnLst/>
              <a:rect l="l" t="t" r="r" b="b"/>
              <a:pathLst>
                <a:path w="12944" h="91969" extrusionOk="0">
                  <a:moveTo>
                    <a:pt x="1" y="1"/>
                  </a:moveTo>
                  <a:lnTo>
                    <a:pt x="1" y="84461"/>
                  </a:lnTo>
                  <a:cubicBezTo>
                    <a:pt x="101" y="85495"/>
                    <a:pt x="768" y="86396"/>
                    <a:pt x="1669" y="86829"/>
                  </a:cubicBezTo>
                  <a:lnTo>
                    <a:pt x="8840" y="90999"/>
                  </a:lnTo>
                  <a:cubicBezTo>
                    <a:pt x="10050" y="91636"/>
                    <a:pt x="11382" y="91969"/>
                    <a:pt x="12747" y="91969"/>
                  </a:cubicBezTo>
                  <a:cubicBezTo>
                    <a:pt x="12813" y="91969"/>
                    <a:pt x="12878" y="91968"/>
                    <a:pt x="12943" y="91966"/>
                  </a:cubicBezTo>
                  <a:lnTo>
                    <a:pt x="12943" y="7506"/>
                  </a:lnTo>
                  <a:cubicBezTo>
                    <a:pt x="12872" y="7508"/>
                    <a:pt x="12801" y="7508"/>
                    <a:pt x="12729" y="7508"/>
                  </a:cubicBezTo>
                  <a:cubicBezTo>
                    <a:pt x="11370" y="7508"/>
                    <a:pt x="10045" y="7204"/>
                    <a:pt x="8840" y="6539"/>
                  </a:cubicBezTo>
                  <a:lnTo>
                    <a:pt x="1669" y="2369"/>
                  </a:lnTo>
                  <a:cubicBezTo>
                    <a:pt x="735" y="1969"/>
                    <a:pt x="101" y="1035"/>
                    <a:pt x="1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3471825" y="1448150"/>
              <a:ext cx="1450225" cy="921525"/>
            </a:xfrm>
            <a:custGeom>
              <a:avLst/>
              <a:gdLst/>
              <a:ahLst/>
              <a:cxnLst/>
              <a:rect l="l" t="t" r="r" b="b"/>
              <a:pathLst>
                <a:path w="58009" h="36861" extrusionOk="0">
                  <a:moveTo>
                    <a:pt x="57541" y="0"/>
                  </a:moveTo>
                  <a:lnTo>
                    <a:pt x="0" y="33124"/>
                  </a:lnTo>
                  <a:lnTo>
                    <a:pt x="1301" y="36860"/>
                  </a:lnTo>
                  <a:lnTo>
                    <a:pt x="58008" y="6438"/>
                  </a:lnTo>
                  <a:lnTo>
                    <a:pt x="57541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3471825" y="1448150"/>
              <a:ext cx="1450225" cy="921525"/>
            </a:xfrm>
            <a:custGeom>
              <a:avLst/>
              <a:gdLst/>
              <a:ahLst/>
              <a:cxnLst/>
              <a:rect l="l" t="t" r="r" b="b"/>
              <a:pathLst>
                <a:path w="58009" h="36861" extrusionOk="0">
                  <a:moveTo>
                    <a:pt x="57541" y="0"/>
                  </a:moveTo>
                  <a:lnTo>
                    <a:pt x="0" y="33124"/>
                  </a:lnTo>
                  <a:lnTo>
                    <a:pt x="1301" y="36860"/>
                  </a:lnTo>
                  <a:lnTo>
                    <a:pt x="58008" y="6438"/>
                  </a:lnTo>
                  <a:lnTo>
                    <a:pt x="57541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3491000" y="1520700"/>
              <a:ext cx="1612850" cy="956550"/>
            </a:xfrm>
            <a:custGeom>
              <a:avLst/>
              <a:gdLst/>
              <a:ahLst/>
              <a:cxnLst/>
              <a:rect l="l" t="t" r="r" b="b"/>
              <a:pathLst>
                <a:path w="64514" h="38262" extrusionOk="0">
                  <a:moveTo>
                    <a:pt x="54940" y="0"/>
                  </a:moveTo>
                  <a:lnTo>
                    <a:pt x="0" y="31723"/>
                  </a:lnTo>
                  <a:lnTo>
                    <a:pt x="8473" y="38261"/>
                  </a:lnTo>
                  <a:lnTo>
                    <a:pt x="64513" y="5471"/>
                  </a:lnTo>
                  <a:lnTo>
                    <a:pt x="54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3241650" y="2393000"/>
              <a:ext cx="890675" cy="1932225"/>
            </a:xfrm>
            <a:custGeom>
              <a:avLst/>
              <a:gdLst/>
              <a:ahLst/>
              <a:cxnLst/>
              <a:rect l="l" t="t" r="r" b="b"/>
              <a:pathLst>
                <a:path w="35627" h="77289" extrusionOk="0">
                  <a:moveTo>
                    <a:pt x="28788" y="0"/>
                  </a:moveTo>
                  <a:lnTo>
                    <a:pt x="22350" y="3669"/>
                  </a:lnTo>
                  <a:lnTo>
                    <a:pt x="20115" y="5004"/>
                  </a:lnTo>
                  <a:cubicBezTo>
                    <a:pt x="19548" y="5304"/>
                    <a:pt x="19014" y="5404"/>
                    <a:pt x="18447" y="5471"/>
                  </a:cubicBezTo>
                  <a:lnTo>
                    <a:pt x="1" y="77289"/>
                  </a:lnTo>
                  <a:cubicBezTo>
                    <a:pt x="601" y="77289"/>
                    <a:pt x="1168" y="77122"/>
                    <a:pt x="1668" y="76855"/>
                  </a:cubicBezTo>
                  <a:lnTo>
                    <a:pt x="33558" y="58375"/>
                  </a:lnTo>
                  <a:cubicBezTo>
                    <a:pt x="34792" y="57608"/>
                    <a:pt x="35526" y="56274"/>
                    <a:pt x="35626" y="54873"/>
                  </a:cubicBezTo>
                  <a:lnTo>
                    <a:pt x="28788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3241650" y="2393000"/>
              <a:ext cx="890675" cy="1932225"/>
            </a:xfrm>
            <a:custGeom>
              <a:avLst/>
              <a:gdLst/>
              <a:ahLst/>
              <a:cxnLst/>
              <a:rect l="l" t="t" r="r" b="b"/>
              <a:pathLst>
                <a:path w="35627" h="77289" extrusionOk="0">
                  <a:moveTo>
                    <a:pt x="28788" y="0"/>
                  </a:moveTo>
                  <a:lnTo>
                    <a:pt x="22350" y="3669"/>
                  </a:lnTo>
                  <a:lnTo>
                    <a:pt x="20115" y="5004"/>
                  </a:lnTo>
                  <a:cubicBezTo>
                    <a:pt x="19548" y="5304"/>
                    <a:pt x="19014" y="5404"/>
                    <a:pt x="18447" y="5471"/>
                  </a:cubicBezTo>
                  <a:lnTo>
                    <a:pt x="1" y="77289"/>
                  </a:lnTo>
                  <a:cubicBezTo>
                    <a:pt x="601" y="77289"/>
                    <a:pt x="1168" y="77122"/>
                    <a:pt x="1668" y="76855"/>
                  </a:cubicBezTo>
                  <a:lnTo>
                    <a:pt x="33558" y="58375"/>
                  </a:lnTo>
                  <a:cubicBezTo>
                    <a:pt x="34792" y="57608"/>
                    <a:pt x="35526" y="56274"/>
                    <a:pt x="35626" y="54873"/>
                  </a:cubicBezTo>
                  <a:lnTo>
                    <a:pt x="28788" y="0"/>
                  </a:ln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2917250" y="2262900"/>
              <a:ext cx="785600" cy="2062625"/>
            </a:xfrm>
            <a:custGeom>
              <a:avLst/>
              <a:gdLst/>
              <a:ahLst/>
              <a:cxnLst/>
              <a:rect l="l" t="t" r="r" b="b"/>
              <a:pathLst>
                <a:path w="31424" h="82505" extrusionOk="0">
                  <a:moveTo>
                    <a:pt x="18481" y="0"/>
                  </a:moveTo>
                  <a:cubicBezTo>
                    <a:pt x="18450" y="74"/>
                    <a:pt x="18432" y="147"/>
                    <a:pt x="18425" y="219"/>
                  </a:cubicBezTo>
                  <a:lnTo>
                    <a:pt x="18425" y="219"/>
                  </a:lnTo>
                  <a:lnTo>
                    <a:pt x="18481" y="0"/>
                  </a:lnTo>
                  <a:close/>
                  <a:moveTo>
                    <a:pt x="18425" y="219"/>
                  </a:moveTo>
                  <a:lnTo>
                    <a:pt x="334" y="71251"/>
                  </a:lnTo>
                  <a:lnTo>
                    <a:pt x="334" y="71318"/>
                  </a:lnTo>
                  <a:cubicBezTo>
                    <a:pt x="101" y="71885"/>
                    <a:pt x="1" y="73153"/>
                    <a:pt x="768" y="73586"/>
                  </a:cubicBezTo>
                  <a:lnTo>
                    <a:pt x="10608" y="81992"/>
                  </a:lnTo>
                  <a:cubicBezTo>
                    <a:pt x="11177" y="82328"/>
                    <a:pt x="11806" y="82504"/>
                    <a:pt x="12448" y="82504"/>
                  </a:cubicBezTo>
                  <a:cubicBezTo>
                    <a:pt x="12635" y="82504"/>
                    <a:pt x="12822" y="82489"/>
                    <a:pt x="13010" y="82459"/>
                  </a:cubicBezTo>
                  <a:lnTo>
                    <a:pt x="31423" y="10675"/>
                  </a:lnTo>
                  <a:lnTo>
                    <a:pt x="31423" y="10675"/>
                  </a:lnTo>
                  <a:cubicBezTo>
                    <a:pt x="31303" y="10684"/>
                    <a:pt x="31182" y="10689"/>
                    <a:pt x="31062" y="10689"/>
                  </a:cubicBezTo>
                  <a:cubicBezTo>
                    <a:pt x="30350" y="10689"/>
                    <a:pt x="29645" y="10522"/>
                    <a:pt x="28988" y="10208"/>
                  </a:cubicBezTo>
                  <a:lnTo>
                    <a:pt x="23317" y="5337"/>
                  </a:lnTo>
                  <a:lnTo>
                    <a:pt x="19148" y="1735"/>
                  </a:lnTo>
                  <a:cubicBezTo>
                    <a:pt x="18800" y="1155"/>
                    <a:pt x="18376" y="701"/>
                    <a:pt x="18425" y="219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2917250" y="2262900"/>
              <a:ext cx="785600" cy="2062625"/>
            </a:xfrm>
            <a:custGeom>
              <a:avLst/>
              <a:gdLst/>
              <a:ahLst/>
              <a:cxnLst/>
              <a:rect l="l" t="t" r="r" b="b"/>
              <a:pathLst>
                <a:path w="31424" h="82505" extrusionOk="0">
                  <a:moveTo>
                    <a:pt x="18481" y="0"/>
                  </a:moveTo>
                  <a:cubicBezTo>
                    <a:pt x="18450" y="74"/>
                    <a:pt x="18432" y="147"/>
                    <a:pt x="18425" y="219"/>
                  </a:cubicBezTo>
                  <a:lnTo>
                    <a:pt x="18425" y="219"/>
                  </a:lnTo>
                  <a:lnTo>
                    <a:pt x="18481" y="0"/>
                  </a:lnTo>
                  <a:close/>
                  <a:moveTo>
                    <a:pt x="18425" y="219"/>
                  </a:moveTo>
                  <a:lnTo>
                    <a:pt x="334" y="71251"/>
                  </a:lnTo>
                  <a:lnTo>
                    <a:pt x="334" y="71318"/>
                  </a:lnTo>
                  <a:cubicBezTo>
                    <a:pt x="101" y="71885"/>
                    <a:pt x="1" y="73153"/>
                    <a:pt x="768" y="73586"/>
                  </a:cubicBezTo>
                  <a:lnTo>
                    <a:pt x="10608" y="81992"/>
                  </a:lnTo>
                  <a:cubicBezTo>
                    <a:pt x="11177" y="82328"/>
                    <a:pt x="11806" y="82504"/>
                    <a:pt x="12448" y="82504"/>
                  </a:cubicBezTo>
                  <a:cubicBezTo>
                    <a:pt x="12635" y="82504"/>
                    <a:pt x="12822" y="82489"/>
                    <a:pt x="13010" y="82459"/>
                  </a:cubicBezTo>
                  <a:lnTo>
                    <a:pt x="31423" y="10675"/>
                  </a:lnTo>
                  <a:lnTo>
                    <a:pt x="31423" y="10675"/>
                  </a:lnTo>
                  <a:cubicBezTo>
                    <a:pt x="31303" y="10684"/>
                    <a:pt x="31182" y="10689"/>
                    <a:pt x="31062" y="10689"/>
                  </a:cubicBezTo>
                  <a:cubicBezTo>
                    <a:pt x="30350" y="10689"/>
                    <a:pt x="29645" y="10522"/>
                    <a:pt x="28988" y="10208"/>
                  </a:cubicBezTo>
                  <a:lnTo>
                    <a:pt x="23317" y="5337"/>
                  </a:lnTo>
                  <a:lnTo>
                    <a:pt x="19148" y="1735"/>
                  </a:lnTo>
                  <a:cubicBezTo>
                    <a:pt x="18800" y="1155"/>
                    <a:pt x="18376" y="701"/>
                    <a:pt x="18425" y="219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3367575" y="1408125"/>
              <a:ext cx="1542800" cy="1121650"/>
            </a:xfrm>
            <a:custGeom>
              <a:avLst/>
              <a:gdLst/>
              <a:ahLst/>
              <a:cxnLst/>
              <a:rect l="l" t="t" r="r" b="b"/>
              <a:pathLst>
                <a:path w="61712" h="44866" extrusionOk="0">
                  <a:moveTo>
                    <a:pt x="59009" y="0"/>
                  </a:moveTo>
                  <a:lnTo>
                    <a:pt x="1135" y="33591"/>
                  </a:lnTo>
                  <a:cubicBezTo>
                    <a:pt x="1" y="34258"/>
                    <a:pt x="301" y="34959"/>
                    <a:pt x="1135" y="35926"/>
                  </a:cubicBezTo>
                  <a:lnTo>
                    <a:pt x="10975" y="44365"/>
                  </a:lnTo>
                  <a:cubicBezTo>
                    <a:pt x="11626" y="44699"/>
                    <a:pt x="12326" y="44866"/>
                    <a:pt x="13027" y="44866"/>
                  </a:cubicBezTo>
                  <a:cubicBezTo>
                    <a:pt x="13727" y="44866"/>
                    <a:pt x="14428" y="44699"/>
                    <a:pt x="15078" y="44365"/>
                  </a:cubicBezTo>
                  <a:lnTo>
                    <a:pt x="23751" y="39362"/>
                  </a:lnTo>
                  <a:cubicBezTo>
                    <a:pt x="24852" y="38728"/>
                    <a:pt x="25085" y="37761"/>
                    <a:pt x="24184" y="37260"/>
                  </a:cubicBezTo>
                  <a:cubicBezTo>
                    <a:pt x="23703" y="37054"/>
                    <a:pt x="23187" y="36955"/>
                    <a:pt x="22672" y="36955"/>
                  </a:cubicBezTo>
                  <a:cubicBezTo>
                    <a:pt x="21939" y="36955"/>
                    <a:pt x="21209" y="37155"/>
                    <a:pt x="20582" y="37527"/>
                  </a:cubicBezTo>
                  <a:lnTo>
                    <a:pt x="13744" y="41430"/>
                  </a:lnTo>
                  <a:cubicBezTo>
                    <a:pt x="13527" y="41530"/>
                    <a:pt x="13293" y="41580"/>
                    <a:pt x="13056" y="41580"/>
                  </a:cubicBezTo>
                  <a:cubicBezTo>
                    <a:pt x="12818" y="41580"/>
                    <a:pt x="12576" y="41530"/>
                    <a:pt x="12343" y="41430"/>
                  </a:cubicBezTo>
                  <a:lnTo>
                    <a:pt x="5138" y="35192"/>
                  </a:lnTo>
                  <a:cubicBezTo>
                    <a:pt x="4771" y="34959"/>
                    <a:pt x="4771" y="34625"/>
                    <a:pt x="5138" y="34391"/>
                  </a:cubicBezTo>
                  <a:lnTo>
                    <a:pt x="61711" y="1568"/>
                  </a:lnTo>
                  <a:lnTo>
                    <a:pt x="59009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3367575" y="1408125"/>
              <a:ext cx="1542800" cy="1121650"/>
            </a:xfrm>
            <a:custGeom>
              <a:avLst/>
              <a:gdLst/>
              <a:ahLst/>
              <a:cxnLst/>
              <a:rect l="l" t="t" r="r" b="b"/>
              <a:pathLst>
                <a:path w="61712" h="44866" extrusionOk="0">
                  <a:moveTo>
                    <a:pt x="59009" y="0"/>
                  </a:moveTo>
                  <a:lnTo>
                    <a:pt x="1135" y="33591"/>
                  </a:lnTo>
                  <a:cubicBezTo>
                    <a:pt x="1" y="34258"/>
                    <a:pt x="301" y="34959"/>
                    <a:pt x="1135" y="35926"/>
                  </a:cubicBezTo>
                  <a:lnTo>
                    <a:pt x="10975" y="44365"/>
                  </a:lnTo>
                  <a:cubicBezTo>
                    <a:pt x="11626" y="44699"/>
                    <a:pt x="12326" y="44866"/>
                    <a:pt x="13027" y="44866"/>
                  </a:cubicBezTo>
                  <a:cubicBezTo>
                    <a:pt x="13727" y="44866"/>
                    <a:pt x="14428" y="44699"/>
                    <a:pt x="15078" y="44365"/>
                  </a:cubicBezTo>
                  <a:lnTo>
                    <a:pt x="23751" y="39362"/>
                  </a:lnTo>
                  <a:cubicBezTo>
                    <a:pt x="24852" y="38728"/>
                    <a:pt x="25085" y="37761"/>
                    <a:pt x="24184" y="37260"/>
                  </a:cubicBezTo>
                  <a:cubicBezTo>
                    <a:pt x="23703" y="37054"/>
                    <a:pt x="23187" y="36955"/>
                    <a:pt x="22672" y="36955"/>
                  </a:cubicBezTo>
                  <a:cubicBezTo>
                    <a:pt x="21939" y="36955"/>
                    <a:pt x="21209" y="37155"/>
                    <a:pt x="20582" y="37527"/>
                  </a:cubicBezTo>
                  <a:lnTo>
                    <a:pt x="13744" y="41430"/>
                  </a:lnTo>
                  <a:cubicBezTo>
                    <a:pt x="13527" y="41530"/>
                    <a:pt x="13293" y="41580"/>
                    <a:pt x="13056" y="41580"/>
                  </a:cubicBezTo>
                  <a:cubicBezTo>
                    <a:pt x="12818" y="41580"/>
                    <a:pt x="12576" y="41530"/>
                    <a:pt x="12343" y="41430"/>
                  </a:cubicBezTo>
                  <a:lnTo>
                    <a:pt x="5138" y="35192"/>
                  </a:lnTo>
                  <a:cubicBezTo>
                    <a:pt x="4771" y="34959"/>
                    <a:pt x="4771" y="34625"/>
                    <a:pt x="5138" y="34391"/>
                  </a:cubicBezTo>
                  <a:lnTo>
                    <a:pt x="61711" y="1568"/>
                  </a:lnTo>
                  <a:lnTo>
                    <a:pt x="59009" y="0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3896275" y="1472325"/>
              <a:ext cx="1288450" cy="3214000"/>
            </a:xfrm>
            <a:custGeom>
              <a:avLst/>
              <a:gdLst/>
              <a:ahLst/>
              <a:cxnLst/>
              <a:rect l="l" t="t" r="r" b="b"/>
              <a:pathLst>
                <a:path w="51538" h="128560" extrusionOk="0">
                  <a:moveTo>
                    <a:pt x="51538" y="1"/>
                  </a:moveTo>
                  <a:lnTo>
                    <a:pt x="1" y="29955"/>
                  </a:lnTo>
                  <a:lnTo>
                    <a:pt x="1" y="128559"/>
                  </a:lnTo>
                  <a:lnTo>
                    <a:pt x="51538" y="98605"/>
                  </a:lnTo>
                  <a:lnTo>
                    <a:pt x="51538" y="1"/>
                  </a:ln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3938825" y="1542375"/>
              <a:ext cx="1531950" cy="874825"/>
            </a:xfrm>
            <a:custGeom>
              <a:avLst/>
              <a:gdLst/>
              <a:ahLst/>
              <a:cxnLst/>
              <a:rect l="l" t="t" r="r" b="b"/>
              <a:pathLst>
                <a:path w="61278" h="34993" extrusionOk="0">
                  <a:moveTo>
                    <a:pt x="49869" y="1"/>
                  </a:moveTo>
                  <a:lnTo>
                    <a:pt x="0" y="28755"/>
                  </a:lnTo>
                  <a:cubicBezTo>
                    <a:pt x="8606" y="34192"/>
                    <a:pt x="11809" y="34992"/>
                    <a:pt x="11809" y="34992"/>
                  </a:cubicBezTo>
                  <a:lnTo>
                    <a:pt x="61277" y="6238"/>
                  </a:lnTo>
                  <a:cubicBezTo>
                    <a:pt x="56274" y="5071"/>
                    <a:pt x="52471" y="3003"/>
                    <a:pt x="49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3838750" y="1442300"/>
              <a:ext cx="1744600" cy="998450"/>
            </a:xfrm>
            <a:custGeom>
              <a:avLst/>
              <a:gdLst/>
              <a:ahLst/>
              <a:cxnLst/>
              <a:rect l="l" t="t" r="r" b="b"/>
              <a:pathLst>
                <a:path w="69784" h="39938" extrusionOk="0">
                  <a:moveTo>
                    <a:pt x="51804" y="1"/>
                  </a:moveTo>
                  <a:lnTo>
                    <a:pt x="2636" y="28388"/>
                  </a:lnTo>
                  <a:cubicBezTo>
                    <a:pt x="0" y="29922"/>
                    <a:pt x="0" y="32391"/>
                    <a:pt x="2636" y="33925"/>
                  </a:cubicBezTo>
                  <a:lnTo>
                    <a:pt x="11008" y="38762"/>
                  </a:lnTo>
                  <a:cubicBezTo>
                    <a:pt x="12509" y="39546"/>
                    <a:pt x="14160" y="39938"/>
                    <a:pt x="15812" y="39938"/>
                  </a:cubicBezTo>
                  <a:cubicBezTo>
                    <a:pt x="17463" y="39938"/>
                    <a:pt x="19114" y="39546"/>
                    <a:pt x="20615" y="38762"/>
                  </a:cubicBezTo>
                  <a:lnTo>
                    <a:pt x="69783" y="10475"/>
                  </a:lnTo>
                  <a:lnTo>
                    <a:pt x="67415" y="9074"/>
                  </a:lnTo>
                  <a:lnTo>
                    <a:pt x="19114" y="37094"/>
                  </a:lnTo>
                  <a:cubicBezTo>
                    <a:pt x="18213" y="37561"/>
                    <a:pt x="17221" y="37795"/>
                    <a:pt x="16229" y="37795"/>
                  </a:cubicBezTo>
                  <a:cubicBezTo>
                    <a:pt x="15236" y="37795"/>
                    <a:pt x="14244" y="37561"/>
                    <a:pt x="13343" y="37094"/>
                  </a:cubicBezTo>
                  <a:lnTo>
                    <a:pt x="5538" y="32591"/>
                  </a:lnTo>
                  <a:cubicBezTo>
                    <a:pt x="3970" y="31690"/>
                    <a:pt x="3970" y="30222"/>
                    <a:pt x="5538" y="29322"/>
                  </a:cubicBezTo>
                  <a:lnTo>
                    <a:pt x="53872" y="1202"/>
                  </a:lnTo>
                  <a:lnTo>
                    <a:pt x="51804" y="1"/>
                  </a:ln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3853750" y="1701650"/>
              <a:ext cx="1727925" cy="3203375"/>
            </a:xfrm>
            <a:custGeom>
              <a:avLst/>
              <a:gdLst/>
              <a:ahLst/>
              <a:cxnLst/>
              <a:rect l="l" t="t" r="r" b="b"/>
              <a:pathLst>
                <a:path w="69117" h="128135" extrusionOk="0">
                  <a:moveTo>
                    <a:pt x="69117" y="1"/>
                  </a:moveTo>
                  <a:lnTo>
                    <a:pt x="19948" y="28388"/>
                  </a:lnTo>
                  <a:cubicBezTo>
                    <a:pt x="18431" y="29138"/>
                    <a:pt x="16788" y="29514"/>
                    <a:pt x="15149" y="29514"/>
                  </a:cubicBezTo>
                  <a:cubicBezTo>
                    <a:pt x="13510" y="29514"/>
                    <a:pt x="11876" y="29138"/>
                    <a:pt x="10375" y="28388"/>
                  </a:cubicBezTo>
                  <a:lnTo>
                    <a:pt x="2002" y="23518"/>
                  </a:lnTo>
                  <a:cubicBezTo>
                    <a:pt x="868" y="23017"/>
                    <a:pt x="101" y="21983"/>
                    <a:pt x="1" y="20782"/>
                  </a:cubicBezTo>
                  <a:lnTo>
                    <a:pt x="1" y="119386"/>
                  </a:lnTo>
                  <a:cubicBezTo>
                    <a:pt x="101" y="120587"/>
                    <a:pt x="868" y="121621"/>
                    <a:pt x="2002" y="122122"/>
                  </a:cubicBezTo>
                  <a:lnTo>
                    <a:pt x="10375" y="126958"/>
                  </a:lnTo>
                  <a:cubicBezTo>
                    <a:pt x="11876" y="127742"/>
                    <a:pt x="13527" y="128134"/>
                    <a:pt x="15174" y="128134"/>
                  </a:cubicBezTo>
                  <a:cubicBezTo>
                    <a:pt x="16821" y="128134"/>
                    <a:pt x="18464" y="127742"/>
                    <a:pt x="19948" y="126958"/>
                  </a:cubicBezTo>
                  <a:lnTo>
                    <a:pt x="69117" y="98605"/>
                  </a:lnTo>
                  <a:lnTo>
                    <a:pt x="69117" y="1"/>
                  </a:lnTo>
                  <a:close/>
                </a:path>
              </a:pathLst>
            </a:custGeom>
            <a:solidFill>
              <a:srgbClr val="004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3854600" y="2222025"/>
              <a:ext cx="379450" cy="2682975"/>
            </a:xfrm>
            <a:custGeom>
              <a:avLst/>
              <a:gdLst/>
              <a:ahLst/>
              <a:cxnLst/>
              <a:rect l="l" t="t" r="r" b="b"/>
              <a:pathLst>
                <a:path w="15178" h="107319" extrusionOk="0">
                  <a:moveTo>
                    <a:pt x="0" y="1"/>
                  </a:moveTo>
                  <a:lnTo>
                    <a:pt x="0" y="98605"/>
                  </a:lnTo>
                  <a:cubicBezTo>
                    <a:pt x="134" y="99806"/>
                    <a:pt x="867" y="100873"/>
                    <a:pt x="2002" y="101373"/>
                  </a:cubicBezTo>
                  <a:lnTo>
                    <a:pt x="10374" y="106210"/>
                  </a:lnTo>
                  <a:cubicBezTo>
                    <a:pt x="11736" y="106922"/>
                    <a:pt x="13271" y="107318"/>
                    <a:pt x="14818" y="107318"/>
                  </a:cubicBezTo>
                  <a:cubicBezTo>
                    <a:pt x="14938" y="107318"/>
                    <a:pt x="15058" y="107316"/>
                    <a:pt x="15178" y="107311"/>
                  </a:cubicBezTo>
                  <a:lnTo>
                    <a:pt x="15178" y="8740"/>
                  </a:lnTo>
                  <a:cubicBezTo>
                    <a:pt x="15058" y="8745"/>
                    <a:pt x="14938" y="8748"/>
                    <a:pt x="14818" y="8748"/>
                  </a:cubicBezTo>
                  <a:cubicBezTo>
                    <a:pt x="13275" y="8748"/>
                    <a:pt x="11767" y="8352"/>
                    <a:pt x="10374" y="7640"/>
                  </a:cubicBezTo>
                  <a:lnTo>
                    <a:pt x="2002" y="2736"/>
                  </a:lnTo>
                  <a:cubicBezTo>
                    <a:pt x="867" y="2236"/>
                    <a:pt x="134" y="1202"/>
                    <a:pt x="0" y="1"/>
                  </a:cubicBezTo>
                  <a:close/>
                </a:path>
              </a:pathLst>
            </a:custGeom>
            <a:solidFill>
              <a:srgbClr val="005E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4422500" y="1776725"/>
              <a:ext cx="1288450" cy="3213975"/>
            </a:xfrm>
            <a:custGeom>
              <a:avLst/>
              <a:gdLst/>
              <a:ahLst/>
              <a:cxnLst/>
              <a:rect l="l" t="t" r="r" b="b"/>
              <a:pathLst>
                <a:path w="51538" h="128559" extrusionOk="0">
                  <a:moveTo>
                    <a:pt x="51537" y="0"/>
                  </a:moveTo>
                  <a:lnTo>
                    <a:pt x="0" y="29955"/>
                  </a:lnTo>
                  <a:lnTo>
                    <a:pt x="0" y="128559"/>
                  </a:lnTo>
                  <a:lnTo>
                    <a:pt x="51537" y="98604"/>
                  </a:lnTo>
                  <a:lnTo>
                    <a:pt x="51537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4422500" y="1776725"/>
              <a:ext cx="1288450" cy="3213975"/>
            </a:xfrm>
            <a:custGeom>
              <a:avLst/>
              <a:gdLst/>
              <a:ahLst/>
              <a:cxnLst/>
              <a:rect l="l" t="t" r="r" b="b"/>
              <a:pathLst>
                <a:path w="51538" h="128559" extrusionOk="0">
                  <a:moveTo>
                    <a:pt x="51537" y="0"/>
                  </a:moveTo>
                  <a:lnTo>
                    <a:pt x="0" y="29955"/>
                  </a:lnTo>
                  <a:lnTo>
                    <a:pt x="0" y="128559"/>
                  </a:lnTo>
                  <a:lnTo>
                    <a:pt x="51537" y="98604"/>
                  </a:lnTo>
                  <a:lnTo>
                    <a:pt x="51537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4464200" y="1846775"/>
              <a:ext cx="1531950" cy="873150"/>
            </a:xfrm>
            <a:custGeom>
              <a:avLst/>
              <a:gdLst/>
              <a:ahLst/>
              <a:cxnLst/>
              <a:rect l="l" t="t" r="r" b="b"/>
              <a:pathLst>
                <a:path w="61278" h="34926" extrusionOk="0">
                  <a:moveTo>
                    <a:pt x="49869" y="0"/>
                  </a:moveTo>
                  <a:lnTo>
                    <a:pt x="0" y="28754"/>
                  </a:lnTo>
                  <a:cubicBezTo>
                    <a:pt x="8576" y="34151"/>
                    <a:pt x="11795" y="34914"/>
                    <a:pt x="11809" y="34925"/>
                  </a:cubicBezTo>
                  <a:lnTo>
                    <a:pt x="11809" y="34925"/>
                  </a:lnTo>
                  <a:lnTo>
                    <a:pt x="61277" y="6238"/>
                  </a:lnTo>
                  <a:cubicBezTo>
                    <a:pt x="56274" y="5070"/>
                    <a:pt x="52471" y="3002"/>
                    <a:pt x="49869" y="0"/>
                  </a:cubicBezTo>
                  <a:close/>
                  <a:moveTo>
                    <a:pt x="11809" y="34925"/>
                  </a:moveTo>
                  <a:lnTo>
                    <a:pt x="11809" y="34925"/>
                  </a:lnTo>
                  <a:cubicBezTo>
                    <a:pt x="11809" y="34925"/>
                    <a:pt x="11809" y="34925"/>
                    <a:pt x="11809" y="349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4464200" y="1846775"/>
              <a:ext cx="1531950" cy="873150"/>
            </a:xfrm>
            <a:custGeom>
              <a:avLst/>
              <a:gdLst/>
              <a:ahLst/>
              <a:cxnLst/>
              <a:rect l="l" t="t" r="r" b="b"/>
              <a:pathLst>
                <a:path w="61278" h="34926" extrusionOk="0">
                  <a:moveTo>
                    <a:pt x="49869" y="0"/>
                  </a:moveTo>
                  <a:lnTo>
                    <a:pt x="0" y="28754"/>
                  </a:lnTo>
                  <a:cubicBezTo>
                    <a:pt x="8576" y="34151"/>
                    <a:pt x="11795" y="34914"/>
                    <a:pt x="11809" y="34925"/>
                  </a:cubicBezTo>
                  <a:lnTo>
                    <a:pt x="11809" y="34925"/>
                  </a:lnTo>
                  <a:lnTo>
                    <a:pt x="61277" y="6238"/>
                  </a:lnTo>
                  <a:cubicBezTo>
                    <a:pt x="56274" y="5070"/>
                    <a:pt x="52471" y="3002"/>
                    <a:pt x="49869" y="0"/>
                  </a:cubicBezTo>
                  <a:close/>
                  <a:moveTo>
                    <a:pt x="11809" y="34925"/>
                  </a:moveTo>
                  <a:lnTo>
                    <a:pt x="11809" y="34925"/>
                  </a:lnTo>
                  <a:cubicBezTo>
                    <a:pt x="11809" y="34925"/>
                    <a:pt x="11809" y="34925"/>
                    <a:pt x="11809" y="349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4364950" y="1747525"/>
              <a:ext cx="1744600" cy="997000"/>
            </a:xfrm>
            <a:custGeom>
              <a:avLst/>
              <a:gdLst/>
              <a:ahLst/>
              <a:cxnLst/>
              <a:rect l="l" t="t" r="r" b="b"/>
              <a:pathLst>
                <a:path w="69784" h="39880" extrusionOk="0">
                  <a:moveTo>
                    <a:pt x="51804" y="1"/>
                  </a:moveTo>
                  <a:lnTo>
                    <a:pt x="2636" y="28354"/>
                  </a:lnTo>
                  <a:cubicBezTo>
                    <a:pt x="1" y="29889"/>
                    <a:pt x="1" y="32357"/>
                    <a:pt x="2636" y="33891"/>
                  </a:cubicBezTo>
                  <a:lnTo>
                    <a:pt x="11042" y="38728"/>
                  </a:lnTo>
                  <a:cubicBezTo>
                    <a:pt x="12543" y="39495"/>
                    <a:pt x="14186" y="39879"/>
                    <a:pt x="15829" y="39879"/>
                  </a:cubicBezTo>
                  <a:cubicBezTo>
                    <a:pt x="17472" y="39879"/>
                    <a:pt x="19114" y="39495"/>
                    <a:pt x="20615" y="38728"/>
                  </a:cubicBezTo>
                  <a:lnTo>
                    <a:pt x="69784" y="10375"/>
                  </a:lnTo>
                  <a:lnTo>
                    <a:pt x="67416" y="9007"/>
                  </a:lnTo>
                  <a:lnTo>
                    <a:pt x="19114" y="37160"/>
                  </a:lnTo>
                  <a:cubicBezTo>
                    <a:pt x="18214" y="37611"/>
                    <a:pt x="17221" y="37836"/>
                    <a:pt x="16233" y="37836"/>
                  </a:cubicBezTo>
                  <a:cubicBezTo>
                    <a:pt x="15245" y="37836"/>
                    <a:pt x="14261" y="37611"/>
                    <a:pt x="13377" y="37160"/>
                  </a:cubicBezTo>
                  <a:lnTo>
                    <a:pt x="5571" y="32657"/>
                  </a:lnTo>
                  <a:cubicBezTo>
                    <a:pt x="3970" y="31723"/>
                    <a:pt x="3970" y="30256"/>
                    <a:pt x="5571" y="29355"/>
                  </a:cubicBezTo>
                  <a:lnTo>
                    <a:pt x="53872" y="1201"/>
                  </a:lnTo>
                  <a:lnTo>
                    <a:pt x="51804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4364950" y="1747525"/>
              <a:ext cx="1744600" cy="997000"/>
            </a:xfrm>
            <a:custGeom>
              <a:avLst/>
              <a:gdLst/>
              <a:ahLst/>
              <a:cxnLst/>
              <a:rect l="l" t="t" r="r" b="b"/>
              <a:pathLst>
                <a:path w="69784" h="39880" extrusionOk="0">
                  <a:moveTo>
                    <a:pt x="51804" y="1"/>
                  </a:moveTo>
                  <a:lnTo>
                    <a:pt x="2636" y="28354"/>
                  </a:lnTo>
                  <a:cubicBezTo>
                    <a:pt x="1" y="29889"/>
                    <a:pt x="1" y="32357"/>
                    <a:pt x="2636" y="33891"/>
                  </a:cubicBezTo>
                  <a:lnTo>
                    <a:pt x="11042" y="38728"/>
                  </a:lnTo>
                  <a:cubicBezTo>
                    <a:pt x="12543" y="39495"/>
                    <a:pt x="14186" y="39879"/>
                    <a:pt x="15829" y="39879"/>
                  </a:cubicBezTo>
                  <a:cubicBezTo>
                    <a:pt x="17472" y="39879"/>
                    <a:pt x="19114" y="39495"/>
                    <a:pt x="20615" y="38728"/>
                  </a:cubicBezTo>
                  <a:lnTo>
                    <a:pt x="69784" y="10375"/>
                  </a:lnTo>
                  <a:lnTo>
                    <a:pt x="67416" y="9007"/>
                  </a:lnTo>
                  <a:lnTo>
                    <a:pt x="19114" y="37160"/>
                  </a:lnTo>
                  <a:cubicBezTo>
                    <a:pt x="18214" y="37611"/>
                    <a:pt x="17221" y="37836"/>
                    <a:pt x="16233" y="37836"/>
                  </a:cubicBezTo>
                  <a:cubicBezTo>
                    <a:pt x="15245" y="37836"/>
                    <a:pt x="14261" y="37611"/>
                    <a:pt x="13377" y="37160"/>
                  </a:cubicBezTo>
                  <a:lnTo>
                    <a:pt x="5571" y="32657"/>
                  </a:lnTo>
                  <a:cubicBezTo>
                    <a:pt x="3970" y="31723"/>
                    <a:pt x="3970" y="30256"/>
                    <a:pt x="5571" y="29355"/>
                  </a:cubicBezTo>
                  <a:lnTo>
                    <a:pt x="53872" y="1201"/>
                  </a:lnTo>
                  <a:lnTo>
                    <a:pt x="51804" y="1"/>
                  </a:lnTo>
                  <a:close/>
                </a:path>
              </a:pathLst>
            </a:custGeom>
            <a:solidFill>
              <a:srgbClr val="FFC2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4380800" y="2006050"/>
              <a:ext cx="1727925" cy="3202100"/>
            </a:xfrm>
            <a:custGeom>
              <a:avLst/>
              <a:gdLst/>
              <a:ahLst/>
              <a:cxnLst/>
              <a:rect l="l" t="t" r="r" b="b"/>
              <a:pathLst>
                <a:path w="69117" h="128084" extrusionOk="0">
                  <a:moveTo>
                    <a:pt x="69117" y="0"/>
                  </a:moveTo>
                  <a:lnTo>
                    <a:pt x="19981" y="28354"/>
                  </a:lnTo>
                  <a:cubicBezTo>
                    <a:pt x="18480" y="29121"/>
                    <a:pt x="16838" y="29505"/>
                    <a:pt x="15195" y="29505"/>
                  </a:cubicBezTo>
                  <a:cubicBezTo>
                    <a:pt x="13552" y="29505"/>
                    <a:pt x="11909" y="29121"/>
                    <a:pt x="10408" y="28354"/>
                  </a:cubicBezTo>
                  <a:lnTo>
                    <a:pt x="2002" y="23484"/>
                  </a:lnTo>
                  <a:cubicBezTo>
                    <a:pt x="901" y="22983"/>
                    <a:pt x="134" y="21949"/>
                    <a:pt x="0" y="20715"/>
                  </a:cubicBezTo>
                  <a:lnTo>
                    <a:pt x="0" y="119386"/>
                  </a:lnTo>
                  <a:cubicBezTo>
                    <a:pt x="134" y="120587"/>
                    <a:pt x="901" y="121621"/>
                    <a:pt x="2002" y="122121"/>
                  </a:cubicBezTo>
                  <a:lnTo>
                    <a:pt x="10408" y="126958"/>
                  </a:lnTo>
                  <a:cubicBezTo>
                    <a:pt x="11926" y="127708"/>
                    <a:pt x="13569" y="128084"/>
                    <a:pt x="15207" y="128084"/>
                  </a:cubicBezTo>
                  <a:cubicBezTo>
                    <a:pt x="16846" y="128084"/>
                    <a:pt x="18480" y="127708"/>
                    <a:pt x="19981" y="126958"/>
                  </a:cubicBezTo>
                  <a:lnTo>
                    <a:pt x="69117" y="98571"/>
                  </a:lnTo>
                  <a:lnTo>
                    <a:pt x="69117" y="0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4380800" y="2525575"/>
              <a:ext cx="379450" cy="2682850"/>
            </a:xfrm>
            <a:custGeom>
              <a:avLst/>
              <a:gdLst/>
              <a:ahLst/>
              <a:cxnLst/>
              <a:rect l="l" t="t" r="r" b="b"/>
              <a:pathLst>
                <a:path w="15178" h="107314" extrusionOk="0">
                  <a:moveTo>
                    <a:pt x="0" y="1"/>
                  </a:moveTo>
                  <a:lnTo>
                    <a:pt x="0" y="98605"/>
                  </a:lnTo>
                  <a:cubicBezTo>
                    <a:pt x="134" y="99806"/>
                    <a:pt x="901" y="100840"/>
                    <a:pt x="2002" y="101340"/>
                  </a:cubicBezTo>
                  <a:lnTo>
                    <a:pt x="10408" y="106177"/>
                  </a:lnTo>
                  <a:cubicBezTo>
                    <a:pt x="11783" y="106944"/>
                    <a:pt x="13372" y="107313"/>
                    <a:pt x="14970" y="107313"/>
                  </a:cubicBezTo>
                  <a:cubicBezTo>
                    <a:pt x="15039" y="107313"/>
                    <a:pt x="15109" y="107312"/>
                    <a:pt x="15178" y="107311"/>
                  </a:cubicBezTo>
                  <a:lnTo>
                    <a:pt x="15178" y="8740"/>
                  </a:lnTo>
                  <a:cubicBezTo>
                    <a:pt x="15109" y="8742"/>
                    <a:pt x="15039" y="8743"/>
                    <a:pt x="14970" y="8743"/>
                  </a:cubicBezTo>
                  <a:cubicBezTo>
                    <a:pt x="13377" y="8743"/>
                    <a:pt x="11847" y="8374"/>
                    <a:pt x="10408" y="7606"/>
                  </a:cubicBezTo>
                  <a:lnTo>
                    <a:pt x="2002" y="2736"/>
                  </a:lnTo>
                  <a:cubicBezTo>
                    <a:pt x="901" y="2236"/>
                    <a:pt x="134" y="1202"/>
                    <a:pt x="0" y="1"/>
                  </a:cubicBezTo>
                  <a:close/>
                </a:path>
              </a:pathLst>
            </a:custGeom>
            <a:solidFill>
              <a:srgbClr val="BF3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3" name="Google Shape;793;p24"/>
          <p:cNvSpPr txBox="1">
            <a:spLocks noGrp="1"/>
          </p:cNvSpPr>
          <p:nvPr>
            <p:ph type="ctrTitle" idx="6"/>
          </p:nvPr>
        </p:nvSpPr>
        <p:spPr>
          <a:xfrm>
            <a:off x="3935600" y="792591"/>
            <a:ext cx="48987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GB" sz="4000">
                <a:solidFill>
                  <a:schemeClr val="lt1"/>
                </a:solidFill>
              </a:rPr>
              <a:t>GOODBYE</a:t>
            </a:r>
            <a:br>
              <a:rPr lang="en-GB" sz="4000">
                <a:solidFill>
                  <a:schemeClr val="lt1"/>
                </a:solidFill>
              </a:rPr>
            </a:br>
            <a:r>
              <a:rPr lang="en-GB" sz="4000">
                <a:solidFill>
                  <a:schemeClr val="lt1"/>
                </a:solidFill>
              </a:rPr>
              <a:t>SEE YOU LATER!</a:t>
            </a:r>
            <a:endParaRPr sz="4000">
              <a:solidFill>
                <a:schemeClr val="lt1"/>
              </a:solidFill>
            </a:endParaRPr>
          </a:p>
        </p:txBody>
      </p:sp>
      <p:pic>
        <p:nvPicPr>
          <p:cNvPr id="794" name="Google Shape;794;p24"/>
          <p:cNvPicPr preferRelativeResize="0"/>
          <p:nvPr/>
        </p:nvPicPr>
        <p:blipFill rotWithShape="1">
          <a:blip r:embed="rId3">
            <a:alphaModFix/>
          </a:blip>
          <a:srcRect l="15735" t="22396" r="14272" b="11128"/>
          <a:stretch/>
        </p:blipFill>
        <p:spPr>
          <a:xfrm>
            <a:off x="5595050" y="2282750"/>
            <a:ext cx="1579801" cy="175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24"/>
          <p:cNvGrpSpPr/>
          <p:nvPr/>
        </p:nvGrpSpPr>
        <p:grpSpPr>
          <a:xfrm>
            <a:off x="6384907" y="3158946"/>
            <a:ext cx="3322377" cy="3471154"/>
            <a:chOff x="3970300" y="1660275"/>
            <a:chExt cx="685125" cy="730800"/>
          </a:xfrm>
        </p:grpSpPr>
        <p:sp>
          <p:nvSpPr>
            <p:cNvPr id="796" name="Google Shape;796;p24"/>
            <p:cNvSpPr/>
            <p:nvPr/>
          </p:nvSpPr>
          <p:spPr>
            <a:xfrm>
              <a:off x="3971375" y="1660275"/>
              <a:ext cx="684050" cy="730675"/>
            </a:xfrm>
            <a:custGeom>
              <a:avLst/>
              <a:gdLst/>
              <a:ahLst/>
              <a:cxnLst/>
              <a:rect l="l" t="t" r="r" b="b"/>
              <a:pathLst>
                <a:path w="27362" h="29227" extrusionOk="0">
                  <a:moveTo>
                    <a:pt x="26468" y="0"/>
                  </a:moveTo>
                  <a:cubicBezTo>
                    <a:pt x="26405" y="0"/>
                    <a:pt x="26341" y="14"/>
                    <a:pt x="26277" y="43"/>
                  </a:cubicBezTo>
                  <a:lnTo>
                    <a:pt x="186" y="15093"/>
                  </a:lnTo>
                  <a:cubicBezTo>
                    <a:pt x="71" y="15164"/>
                    <a:pt x="0" y="15293"/>
                    <a:pt x="0" y="15421"/>
                  </a:cubicBezTo>
                  <a:lnTo>
                    <a:pt x="0" y="28574"/>
                  </a:lnTo>
                  <a:cubicBezTo>
                    <a:pt x="0" y="28702"/>
                    <a:pt x="71" y="28830"/>
                    <a:pt x="171" y="28902"/>
                  </a:cubicBezTo>
                  <a:lnTo>
                    <a:pt x="685" y="29187"/>
                  </a:lnTo>
                  <a:cubicBezTo>
                    <a:pt x="736" y="29213"/>
                    <a:pt x="793" y="29227"/>
                    <a:pt x="853" y="29227"/>
                  </a:cubicBezTo>
                  <a:cubicBezTo>
                    <a:pt x="927" y="29227"/>
                    <a:pt x="1006" y="29206"/>
                    <a:pt x="1084" y="29159"/>
                  </a:cubicBezTo>
                  <a:lnTo>
                    <a:pt x="27176" y="14109"/>
                  </a:lnTo>
                  <a:cubicBezTo>
                    <a:pt x="27290" y="14037"/>
                    <a:pt x="27361" y="13923"/>
                    <a:pt x="27361" y="13795"/>
                  </a:cubicBezTo>
                  <a:lnTo>
                    <a:pt x="27361" y="656"/>
                  </a:lnTo>
                  <a:cubicBezTo>
                    <a:pt x="27347" y="528"/>
                    <a:pt x="27276" y="400"/>
                    <a:pt x="27176" y="328"/>
                  </a:cubicBezTo>
                  <a:lnTo>
                    <a:pt x="26648" y="43"/>
                  </a:lnTo>
                  <a:cubicBezTo>
                    <a:pt x="26591" y="14"/>
                    <a:pt x="26530" y="0"/>
                    <a:pt x="26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3993125" y="1673350"/>
              <a:ext cx="661925" cy="716725"/>
            </a:xfrm>
            <a:custGeom>
              <a:avLst/>
              <a:gdLst/>
              <a:ahLst/>
              <a:cxnLst/>
              <a:rect l="l" t="t" r="r" b="b"/>
              <a:pathLst>
                <a:path w="26477" h="28669" extrusionOk="0">
                  <a:moveTo>
                    <a:pt x="26366" y="1"/>
                  </a:moveTo>
                  <a:cubicBezTo>
                    <a:pt x="26340" y="1"/>
                    <a:pt x="26310" y="7"/>
                    <a:pt x="26277" y="19"/>
                  </a:cubicBezTo>
                  <a:lnTo>
                    <a:pt x="200" y="15069"/>
                  </a:lnTo>
                  <a:cubicBezTo>
                    <a:pt x="86" y="15141"/>
                    <a:pt x="15" y="15269"/>
                    <a:pt x="0" y="15397"/>
                  </a:cubicBezTo>
                  <a:lnTo>
                    <a:pt x="0" y="28536"/>
                  </a:lnTo>
                  <a:cubicBezTo>
                    <a:pt x="0" y="28628"/>
                    <a:pt x="44" y="28668"/>
                    <a:pt x="111" y="28668"/>
                  </a:cubicBezTo>
                  <a:cubicBezTo>
                    <a:pt x="138" y="28668"/>
                    <a:pt x="168" y="28662"/>
                    <a:pt x="200" y="28650"/>
                  </a:cubicBezTo>
                  <a:lnTo>
                    <a:pt x="26277" y="13600"/>
                  </a:lnTo>
                  <a:cubicBezTo>
                    <a:pt x="26406" y="13514"/>
                    <a:pt x="26477" y="13400"/>
                    <a:pt x="26477" y="13272"/>
                  </a:cubicBezTo>
                  <a:lnTo>
                    <a:pt x="26477" y="133"/>
                  </a:lnTo>
                  <a:cubicBezTo>
                    <a:pt x="26477" y="41"/>
                    <a:pt x="26433" y="1"/>
                    <a:pt x="26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3970300" y="2041150"/>
              <a:ext cx="26400" cy="349925"/>
            </a:xfrm>
            <a:custGeom>
              <a:avLst/>
              <a:gdLst/>
              <a:ahLst/>
              <a:cxnLst/>
              <a:rect l="l" t="t" r="r" b="b"/>
              <a:pathLst>
                <a:path w="1056" h="13997" extrusionOk="0">
                  <a:moveTo>
                    <a:pt x="57" y="1"/>
                  </a:moveTo>
                  <a:cubicBezTo>
                    <a:pt x="15" y="58"/>
                    <a:pt x="0" y="115"/>
                    <a:pt x="0" y="186"/>
                  </a:cubicBezTo>
                  <a:lnTo>
                    <a:pt x="0" y="13339"/>
                  </a:lnTo>
                  <a:cubicBezTo>
                    <a:pt x="15" y="13467"/>
                    <a:pt x="86" y="13595"/>
                    <a:pt x="200" y="13667"/>
                  </a:cubicBezTo>
                  <a:lnTo>
                    <a:pt x="714" y="13952"/>
                  </a:lnTo>
                  <a:cubicBezTo>
                    <a:pt x="775" y="13983"/>
                    <a:pt x="836" y="13997"/>
                    <a:pt x="897" y="13997"/>
                  </a:cubicBezTo>
                  <a:cubicBezTo>
                    <a:pt x="950" y="13997"/>
                    <a:pt x="1003" y="13986"/>
                    <a:pt x="1056" y="13966"/>
                  </a:cubicBezTo>
                  <a:lnTo>
                    <a:pt x="1056" y="13966"/>
                  </a:lnTo>
                  <a:cubicBezTo>
                    <a:pt x="1047" y="13968"/>
                    <a:pt x="1038" y="13969"/>
                    <a:pt x="1029" y="13969"/>
                  </a:cubicBezTo>
                  <a:cubicBezTo>
                    <a:pt x="968" y="13969"/>
                    <a:pt x="912" y="13925"/>
                    <a:pt x="899" y="13838"/>
                  </a:cubicBezTo>
                  <a:lnTo>
                    <a:pt x="899" y="700"/>
                  </a:lnTo>
                  <a:cubicBezTo>
                    <a:pt x="899" y="643"/>
                    <a:pt x="913" y="571"/>
                    <a:pt x="942" y="514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4018800" y="2167900"/>
              <a:ext cx="52450" cy="40475"/>
            </a:xfrm>
            <a:custGeom>
              <a:avLst/>
              <a:gdLst/>
              <a:ahLst/>
              <a:cxnLst/>
              <a:rect l="l" t="t" r="r" b="b"/>
              <a:pathLst>
                <a:path w="2098" h="1619" extrusionOk="0">
                  <a:moveTo>
                    <a:pt x="1926" y="0"/>
                  </a:moveTo>
                  <a:cubicBezTo>
                    <a:pt x="1880" y="0"/>
                    <a:pt x="1827" y="17"/>
                    <a:pt x="1769" y="52"/>
                  </a:cubicBezTo>
                  <a:lnTo>
                    <a:pt x="328" y="894"/>
                  </a:lnTo>
                  <a:cubicBezTo>
                    <a:pt x="143" y="993"/>
                    <a:pt x="43" y="1193"/>
                    <a:pt x="0" y="1407"/>
                  </a:cubicBezTo>
                  <a:cubicBezTo>
                    <a:pt x="0" y="1542"/>
                    <a:pt x="66" y="1618"/>
                    <a:pt x="165" y="1618"/>
                  </a:cubicBezTo>
                  <a:cubicBezTo>
                    <a:pt x="213" y="1618"/>
                    <a:pt x="268" y="1601"/>
                    <a:pt x="328" y="1564"/>
                  </a:cubicBezTo>
                  <a:lnTo>
                    <a:pt x="1769" y="722"/>
                  </a:lnTo>
                  <a:cubicBezTo>
                    <a:pt x="1969" y="622"/>
                    <a:pt x="2069" y="423"/>
                    <a:pt x="2097" y="209"/>
                  </a:cubicBezTo>
                  <a:cubicBezTo>
                    <a:pt x="2097" y="81"/>
                    <a:pt x="2029" y="0"/>
                    <a:pt x="1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4082275" y="2099350"/>
              <a:ext cx="108450" cy="72925"/>
            </a:xfrm>
            <a:custGeom>
              <a:avLst/>
              <a:gdLst/>
              <a:ahLst/>
              <a:cxnLst/>
              <a:rect l="l" t="t" r="r" b="b"/>
              <a:pathLst>
                <a:path w="4338" h="2917" extrusionOk="0">
                  <a:moveTo>
                    <a:pt x="4173" y="0"/>
                  </a:moveTo>
                  <a:cubicBezTo>
                    <a:pt x="4125" y="0"/>
                    <a:pt x="4069" y="18"/>
                    <a:pt x="4009" y="55"/>
                  </a:cubicBezTo>
                  <a:lnTo>
                    <a:pt x="314" y="2166"/>
                  </a:lnTo>
                  <a:cubicBezTo>
                    <a:pt x="143" y="2280"/>
                    <a:pt x="15" y="2466"/>
                    <a:pt x="1" y="2708"/>
                  </a:cubicBezTo>
                  <a:cubicBezTo>
                    <a:pt x="1" y="2836"/>
                    <a:pt x="69" y="2917"/>
                    <a:pt x="167" y="2917"/>
                  </a:cubicBezTo>
                  <a:cubicBezTo>
                    <a:pt x="211" y="2917"/>
                    <a:pt x="261" y="2901"/>
                    <a:pt x="314" y="2865"/>
                  </a:cubicBezTo>
                  <a:lnTo>
                    <a:pt x="4009" y="725"/>
                  </a:lnTo>
                  <a:cubicBezTo>
                    <a:pt x="4209" y="626"/>
                    <a:pt x="4309" y="426"/>
                    <a:pt x="4337" y="212"/>
                  </a:cubicBezTo>
                  <a:cubicBezTo>
                    <a:pt x="4337" y="77"/>
                    <a:pt x="4272" y="0"/>
                    <a:pt x="4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4197825" y="2028025"/>
              <a:ext cx="115225" cy="76925"/>
            </a:xfrm>
            <a:custGeom>
              <a:avLst/>
              <a:gdLst/>
              <a:ahLst/>
              <a:cxnLst/>
              <a:rect l="l" t="t" r="r" b="b"/>
              <a:pathLst>
                <a:path w="4609" h="3077" extrusionOk="0">
                  <a:moveTo>
                    <a:pt x="4448" y="0"/>
                  </a:moveTo>
                  <a:cubicBezTo>
                    <a:pt x="4402" y="0"/>
                    <a:pt x="4350" y="18"/>
                    <a:pt x="4294" y="55"/>
                  </a:cubicBezTo>
                  <a:lnTo>
                    <a:pt x="314" y="2352"/>
                  </a:lnTo>
                  <a:cubicBezTo>
                    <a:pt x="115" y="2466"/>
                    <a:pt x="15" y="2665"/>
                    <a:pt x="1" y="2865"/>
                  </a:cubicBezTo>
                  <a:cubicBezTo>
                    <a:pt x="1" y="3000"/>
                    <a:pt x="66" y="3076"/>
                    <a:pt x="161" y="3076"/>
                  </a:cubicBezTo>
                  <a:cubicBezTo>
                    <a:pt x="207" y="3076"/>
                    <a:pt x="259" y="3059"/>
                    <a:pt x="314" y="3022"/>
                  </a:cubicBezTo>
                  <a:lnTo>
                    <a:pt x="4294" y="725"/>
                  </a:lnTo>
                  <a:cubicBezTo>
                    <a:pt x="4480" y="625"/>
                    <a:pt x="4594" y="426"/>
                    <a:pt x="4608" y="212"/>
                  </a:cubicBezTo>
                  <a:cubicBezTo>
                    <a:pt x="4608" y="77"/>
                    <a:pt x="4543" y="0"/>
                    <a:pt x="44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4018800" y="2033725"/>
              <a:ext cx="108450" cy="72425"/>
            </a:xfrm>
            <a:custGeom>
              <a:avLst/>
              <a:gdLst/>
              <a:ahLst/>
              <a:cxnLst/>
              <a:rect l="l" t="t" r="r" b="b"/>
              <a:pathLst>
                <a:path w="4338" h="2897" extrusionOk="0">
                  <a:moveTo>
                    <a:pt x="4177" y="1"/>
                  </a:moveTo>
                  <a:cubicBezTo>
                    <a:pt x="4131" y="1"/>
                    <a:pt x="4079" y="18"/>
                    <a:pt x="4023" y="55"/>
                  </a:cubicBezTo>
                  <a:lnTo>
                    <a:pt x="328" y="2181"/>
                  </a:lnTo>
                  <a:cubicBezTo>
                    <a:pt x="143" y="2295"/>
                    <a:pt x="43" y="2480"/>
                    <a:pt x="0" y="2694"/>
                  </a:cubicBezTo>
                  <a:cubicBezTo>
                    <a:pt x="0" y="2823"/>
                    <a:pt x="69" y="2896"/>
                    <a:pt x="172" y="2896"/>
                  </a:cubicBezTo>
                  <a:cubicBezTo>
                    <a:pt x="219" y="2896"/>
                    <a:pt x="271" y="2882"/>
                    <a:pt x="328" y="2851"/>
                  </a:cubicBezTo>
                  <a:lnTo>
                    <a:pt x="4023" y="726"/>
                  </a:lnTo>
                  <a:cubicBezTo>
                    <a:pt x="4209" y="626"/>
                    <a:pt x="4323" y="426"/>
                    <a:pt x="4337" y="212"/>
                  </a:cubicBezTo>
                  <a:cubicBezTo>
                    <a:pt x="4337" y="77"/>
                    <a:pt x="4272" y="1"/>
                    <a:pt x="4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4134350" y="1971325"/>
              <a:ext cx="101300" cy="69075"/>
            </a:xfrm>
            <a:custGeom>
              <a:avLst/>
              <a:gdLst/>
              <a:ahLst/>
              <a:cxnLst/>
              <a:rect l="l" t="t" r="r" b="b"/>
              <a:pathLst>
                <a:path w="4052" h="2763" extrusionOk="0">
                  <a:moveTo>
                    <a:pt x="3887" y="0"/>
                  </a:moveTo>
                  <a:cubicBezTo>
                    <a:pt x="3839" y="0"/>
                    <a:pt x="3784" y="18"/>
                    <a:pt x="3724" y="55"/>
                  </a:cubicBezTo>
                  <a:lnTo>
                    <a:pt x="328" y="2009"/>
                  </a:lnTo>
                  <a:cubicBezTo>
                    <a:pt x="143" y="2137"/>
                    <a:pt x="15" y="2323"/>
                    <a:pt x="0" y="2551"/>
                  </a:cubicBezTo>
                  <a:cubicBezTo>
                    <a:pt x="0" y="2686"/>
                    <a:pt x="66" y="2762"/>
                    <a:pt x="165" y="2762"/>
                  </a:cubicBezTo>
                  <a:cubicBezTo>
                    <a:pt x="213" y="2762"/>
                    <a:pt x="268" y="2745"/>
                    <a:pt x="328" y="2708"/>
                  </a:cubicBezTo>
                  <a:lnTo>
                    <a:pt x="3724" y="725"/>
                  </a:lnTo>
                  <a:cubicBezTo>
                    <a:pt x="3923" y="625"/>
                    <a:pt x="4023" y="426"/>
                    <a:pt x="4052" y="212"/>
                  </a:cubicBezTo>
                  <a:cubicBezTo>
                    <a:pt x="4052" y="77"/>
                    <a:pt x="3987" y="0"/>
                    <a:pt x="3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4243125" y="1924950"/>
              <a:ext cx="72425" cy="52075"/>
            </a:xfrm>
            <a:custGeom>
              <a:avLst/>
              <a:gdLst/>
              <a:ahLst/>
              <a:cxnLst/>
              <a:rect l="l" t="t" r="r" b="b"/>
              <a:pathLst>
                <a:path w="2897" h="2083" extrusionOk="0">
                  <a:moveTo>
                    <a:pt x="2731" y="1"/>
                  </a:moveTo>
                  <a:cubicBezTo>
                    <a:pt x="2684" y="1"/>
                    <a:pt x="2628" y="18"/>
                    <a:pt x="2568" y="55"/>
                  </a:cubicBezTo>
                  <a:lnTo>
                    <a:pt x="328" y="1353"/>
                  </a:lnTo>
                  <a:cubicBezTo>
                    <a:pt x="143" y="1467"/>
                    <a:pt x="15" y="1653"/>
                    <a:pt x="0" y="1867"/>
                  </a:cubicBezTo>
                  <a:cubicBezTo>
                    <a:pt x="0" y="2006"/>
                    <a:pt x="70" y="2083"/>
                    <a:pt x="174" y="2083"/>
                  </a:cubicBezTo>
                  <a:cubicBezTo>
                    <a:pt x="220" y="2083"/>
                    <a:pt x="272" y="2068"/>
                    <a:pt x="328" y="2038"/>
                  </a:cubicBezTo>
                  <a:lnTo>
                    <a:pt x="2568" y="726"/>
                  </a:lnTo>
                  <a:cubicBezTo>
                    <a:pt x="2768" y="626"/>
                    <a:pt x="2868" y="426"/>
                    <a:pt x="2896" y="212"/>
                  </a:cubicBezTo>
                  <a:cubicBezTo>
                    <a:pt x="2896" y="77"/>
                    <a:pt x="2831" y="1"/>
                    <a:pt x="2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4018800" y="2186725"/>
              <a:ext cx="108450" cy="72925"/>
            </a:xfrm>
            <a:custGeom>
              <a:avLst/>
              <a:gdLst/>
              <a:ahLst/>
              <a:cxnLst/>
              <a:rect l="l" t="t" r="r" b="b"/>
              <a:pathLst>
                <a:path w="4338" h="2917" extrusionOk="0">
                  <a:moveTo>
                    <a:pt x="4177" y="0"/>
                  </a:moveTo>
                  <a:cubicBezTo>
                    <a:pt x="4131" y="0"/>
                    <a:pt x="4079" y="18"/>
                    <a:pt x="4023" y="55"/>
                  </a:cubicBezTo>
                  <a:lnTo>
                    <a:pt x="328" y="2166"/>
                  </a:lnTo>
                  <a:cubicBezTo>
                    <a:pt x="143" y="2280"/>
                    <a:pt x="43" y="2480"/>
                    <a:pt x="0" y="2708"/>
                  </a:cubicBezTo>
                  <a:cubicBezTo>
                    <a:pt x="0" y="2836"/>
                    <a:pt x="68" y="2917"/>
                    <a:pt x="171" y="2917"/>
                  </a:cubicBezTo>
                  <a:cubicBezTo>
                    <a:pt x="218" y="2917"/>
                    <a:pt x="271" y="2901"/>
                    <a:pt x="328" y="2865"/>
                  </a:cubicBezTo>
                  <a:lnTo>
                    <a:pt x="4023" y="725"/>
                  </a:lnTo>
                  <a:cubicBezTo>
                    <a:pt x="4209" y="626"/>
                    <a:pt x="4323" y="426"/>
                    <a:pt x="4337" y="212"/>
                  </a:cubicBezTo>
                  <a:cubicBezTo>
                    <a:pt x="4337" y="77"/>
                    <a:pt x="4272" y="0"/>
                    <a:pt x="41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4134350" y="2124200"/>
              <a:ext cx="101300" cy="68475"/>
            </a:xfrm>
            <a:custGeom>
              <a:avLst/>
              <a:gdLst/>
              <a:ahLst/>
              <a:cxnLst/>
              <a:rect l="l" t="t" r="r" b="b"/>
              <a:pathLst>
                <a:path w="4052" h="2739" extrusionOk="0">
                  <a:moveTo>
                    <a:pt x="3878" y="0"/>
                  </a:moveTo>
                  <a:cubicBezTo>
                    <a:pt x="3832" y="0"/>
                    <a:pt x="3780" y="15"/>
                    <a:pt x="3724" y="45"/>
                  </a:cubicBezTo>
                  <a:lnTo>
                    <a:pt x="328" y="2014"/>
                  </a:lnTo>
                  <a:cubicBezTo>
                    <a:pt x="143" y="2128"/>
                    <a:pt x="15" y="2313"/>
                    <a:pt x="0" y="2527"/>
                  </a:cubicBezTo>
                  <a:cubicBezTo>
                    <a:pt x="0" y="2662"/>
                    <a:pt x="66" y="2739"/>
                    <a:pt x="165" y="2739"/>
                  </a:cubicBezTo>
                  <a:cubicBezTo>
                    <a:pt x="213" y="2739"/>
                    <a:pt x="268" y="2721"/>
                    <a:pt x="328" y="2684"/>
                  </a:cubicBezTo>
                  <a:lnTo>
                    <a:pt x="3724" y="730"/>
                  </a:lnTo>
                  <a:cubicBezTo>
                    <a:pt x="3923" y="616"/>
                    <a:pt x="4023" y="430"/>
                    <a:pt x="4052" y="216"/>
                  </a:cubicBezTo>
                  <a:cubicBezTo>
                    <a:pt x="4052" y="77"/>
                    <a:pt x="3982" y="0"/>
                    <a:pt x="38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4243125" y="2077475"/>
              <a:ext cx="72425" cy="51850"/>
            </a:xfrm>
            <a:custGeom>
              <a:avLst/>
              <a:gdLst/>
              <a:ahLst/>
              <a:cxnLst/>
              <a:rect l="l" t="t" r="r" b="b"/>
              <a:pathLst>
                <a:path w="2897" h="2074" extrusionOk="0">
                  <a:moveTo>
                    <a:pt x="2724" y="0"/>
                  </a:moveTo>
                  <a:cubicBezTo>
                    <a:pt x="2678" y="0"/>
                    <a:pt x="2625" y="15"/>
                    <a:pt x="2568" y="45"/>
                  </a:cubicBezTo>
                  <a:lnTo>
                    <a:pt x="328" y="1358"/>
                  </a:lnTo>
                  <a:cubicBezTo>
                    <a:pt x="143" y="1472"/>
                    <a:pt x="15" y="1672"/>
                    <a:pt x="0" y="1871"/>
                  </a:cubicBezTo>
                  <a:cubicBezTo>
                    <a:pt x="0" y="2000"/>
                    <a:pt x="69" y="2074"/>
                    <a:pt x="172" y="2074"/>
                  </a:cubicBezTo>
                  <a:cubicBezTo>
                    <a:pt x="218" y="2074"/>
                    <a:pt x="271" y="2059"/>
                    <a:pt x="328" y="2028"/>
                  </a:cubicBezTo>
                  <a:lnTo>
                    <a:pt x="2568" y="730"/>
                  </a:lnTo>
                  <a:cubicBezTo>
                    <a:pt x="2768" y="616"/>
                    <a:pt x="2868" y="416"/>
                    <a:pt x="2896" y="202"/>
                  </a:cubicBezTo>
                  <a:cubicBezTo>
                    <a:pt x="2896" y="74"/>
                    <a:pt x="2828" y="0"/>
                    <a:pt x="2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4018800" y="2037300"/>
              <a:ext cx="190100" cy="119725"/>
            </a:xfrm>
            <a:custGeom>
              <a:avLst/>
              <a:gdLst/>
              <a:ahLst/>
              <a:cxnLst/>
              <a:rect l="l" t="t" r="r" b="b"/>
              <a:pathLst>
                <a:path w="7604" h="4789" extrusionOk="0">
                  <a:moveTo>
                    <a:pt x="7439" y="0"/>
                  </a:moveTo>
                  <a:cubicBezTo>
                    <a:pt x="7391" y="0"/>
                    <a:pt x="7336" y="18"/>
                    <a:pt x="7276" y="55"/>
                  </a:cubicBezTo>
                  <a:lnTo>
                    <a:pt x="328" y="4063"/>
                  </a:lnTo>
                  <a:cubicBezTo>
                    <a:pt x="143" y="4192"/>
                    <a:pt x="43" y="4391"/>
                    <a:pt x="0" y="4577"/>
                  </a:cubicBezTo>
                  <a:cubicBezTo>
                    <a:pt x="0" y="4712"/>
                    <a:pt x="66" y="4788"/>
                    <a:pt x="165" y="4788"/>
                  </a:cubicBezTo>
                  <a:cubicBezTo>
                    <a:pt x="213" y="4788"/>
                    <a:pt x="268" y="4771"/>
                    <a:pt x="328" y="4734"/>
                  </a:cubicBezTo>
                  <a:lnTo>
                    <a:pt x="7276" y="725"/>
                  </a:lnTo>
                  <a:cubicBezTo>
                    <a:pt x="7475" y="625"/>
                    <a:pt x="7575" y="426"/>
                    <a:pt x="7604" y="212"/>
                  </a:cubicBezTo>
                  <a:cubicBezTo>
                    <a:pt x="7604" y="77"/>
                    <a:pt x="7539" y="0"/>
                    <a:pt x="7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4218150" y="1978100"/>
              <a:ext cx="94550" cy="64450"/>
            </a:xfrm>
            <a:custGeom>
              <a:avLst/>
              <a:gdLst/>
              <a:ahLst/>
              <a:cxnLst/>
              <a:rect l="l" t="t" r="r" b="b"/>
              <a:pathLst>
                <a:path w="3782" h="2578" extrusionOk="0">
                  <a:moveTo>
                    <a:pt x="3621" y="0"/>
                  </a:moveTo>
                  <a:cubicBezTo>
                    <a:pt x="3575" y="0"/>
                    <a:pt x="3523" y="18"/>
                    <a:pt x="3467" y="55"/>
                  </a:cubicBezTo>
                  <a:lnTo>
                    <a:pt x="329" y="1852"/>
                  </a:lnTo>
                  <a:cubicBezTo>
                    <a:pt x="143" y="1952"/>
                    <a:pt x="15" y="2152"/>
                    <a:pt x="1" y="2366"/>
                  </a:cubicBezTo>
                  <a:cubicBezTo>
                    <a:pt x="1" y="2501"/>
                    <a:pt x="66" y="2577"/>
                    <a:pt x="166" y="2577"/>
                  </a:cubicBezTo>
                  <a:cubicBezTo>
                    <a:pt x="213" y="2577"/>
                    <a:pt x="269" y="2560"/>
                    <a:pt x="329" y="2523"/>
                  </a:cubicBezTo>
                  <a:lnTo>
                    <a:pt x="3467" y="725"/>
                  </a:lnTo>
                  <a:cubicBezTo>
                    <a:pt x="3653" y="625"/>
                    <a:pt x="3767" y="426"/>
                    <a:pt x="3781" y="212"/>
                  </a:cubicBezTo>
                  <a:cubicBezTo>
                    <a:pt x="3781" y="77"/>
                    <a:pt x="3716" y="0"/>
                    <a:pt x="3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4595475" y="2019050"/>
              <a:ext cx="50300" cy="49225"/>
            </a:xfrm>
            <a:custGeom>
              <a:avLst/>
              <a:gdLst/>
              <a:ahLst/>
              <a:cxnLst/>
              <a:rect l="l" t="t" r="r" b="b"/>
              <a:pathLst>
                <a:path w="2012" h="1969" extrusionOk="0">
                  <a:moveTo>
                    <a:pt x="1784" y="0"/>
                  </a:moveTo>
                  <a:lnTo>
                    <a:pt x="1" y="999"/>
                  </a:lnTo>
                  <a:lnTo>
                    <a:pt x="1655" y="1940"/>
                  </a:lnTo>
                  <a:cubicBezTo>
                    <a:pt x="1712" y="1969"/>
                    <a:pt x="1741" y="1969"/>
                    <a:pt x="1798" y="1969"/>
                  </a:cubicBezTo>
                  <a:cubicBezTo>
                    <a:pt x="1926" y="1954"/>
                    <a:pt x="2012" y="1855"/>
                    <a:pt x="1998" y="1726"/>
                  </a:cubicBezTo>
                  <a:lnTo>
                    <a:pt x="17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4021650" y="2271675"/>
              <a:ext cx="45325" cy="66575"/>
            </a:xfrm>
            <a:custGeom>
              <a:avLst/>
              <a:gdLst/>
              <a:ahLst/>
              <a:cxnLst/>
              <a:rect l="l" t="t" r="r" b="b"/>
              <a:pathLst>
                <a:path w="1813" h="2663" extrusionOk="0">
                  <a:moveTo>
                    <a:pt x="1583" y="1"/>
                  </a:moveTo>
                  <a:cubicBezTo>
                    <a:pt x="1505" y="1"/>
                    <a:pt x="1426" y="51"/>
                    <a:pt x="1384" y="123"/>
                  </a:cubicBezTo>
                  <a:lnTo>
                    <a:pt x="571" y="2078"/>
                  </a:lnTo>
                  <a:lnTo>
                    <a:pt x="371" y="1878"/>
                  </a:lnTo>
                  <a:cubicBezTo>
                    <a:pt x="332" y="1845"/>
                    <a:pt x="281" y="1828"/>
                    <a:pt x="230" y="1828"/>
                  </a:cubicBezTo>
                  <a:cubicBezTo>
                    <a:pt x="170" y="1828"/>
                    <a:pt x="110" y="1852"/>
                    <a:pt x="72" y="1907"/>
                  </a:cubicBezTo>
                  <a:cubicBezTo>
                    <a:pt x="1" y="2006"/>
                    <a:pt x="1" y="2106"/>
                    <a:pt x="72" y="2192"/>
                  </a:cubicBezTo>
                  <a:lnTo>
                    <a:pt x="500" y="2606"/>
                  </a:lnTo>
                  <a:cubicBezTo>
                    <a:pt x="528" y="2648"/>
                    <a:pt x="585" y="2663"/>
                    <a:pt x="642" y="2663"/>
                  </a:cubicBezTo>
                  <a:lnTo>
                    <a:pt x="671" y="2663"/>
                  </a:lnTo>
                  <a:cubicBezTo>
                    <a:pt x="742" y="2648"/>
                    <a:pt x="799" y="2606"/>
                    <a:pt x="828" y="2534"/>
                  </a:cubicBezTo>
                  <a:lnTo>
                    <a:pt x="1784" y="295"/>
                  </a:lnTo>
                  <a:cubicBezTo>
                    <a:pt x="1812" y="209"/>
                    <a:pt x="1784" y="81"/>
                    <a:pt x="1670" y="24"/>
                  </a:cubicBezTo>
                  <a:cubicBezTo>
                    <a:pt x="1642" y="8"/>
                    <a:pt x="1613" y="1"/>
                    <a:pt x="158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4066950" y="2245300"/>
              <a:ext cx="46375" cy="66325"/>
            </a:xfrm>
            <a:custGeom>
              <a:avLst/>
              <a:gdLst/>
              <a:ahLst/>
              <a:cxnLst/>
              <a:rect l="l" t="t" r="r" b="b"/>
              <a:pathLst>
                <a:path w="1855" h="2653" extrusionOk="0">
                  <a:moveTo>
                    <a:pt x="1613" y="1"/>
                  </a:moveTo>
                  <a:cubicBezTo>
                    <a:pt x="1534" y="1"/>
                    <a:pt x="1454" y="53"/>
                    <a:pt x="1412" y="137"/>
                  </a:cubicBezTo>
                  <a:lnTo>
                    <a:pt x="599" y="2077"/>
                  </a:lnTo>
                  <a:lnTo>
                    <a:pt x="400" y="1877"/>
                  </a:lnTo>
                  <a:cubicBezTo>
                    <a:pt x="347" y="1833"/>
                    <a:pt x="291" y="1811"/>
                    <a:pt x="235" y="1811"/>
                  </a:cubicBezTo>
                  <a:cubicBezTo>
                    <a:pt x="184" y="1811"/>
                    <a:pt x="133" y="1829"/>
                    <a:pt x="86" y="1863"/>
                  </a:cubicBezTo>
                  <a:cubicBezTo>
                    <a:pt x="0" y="1949"/>
                    <a:pt x="0" y="2077"/>
                    <a:pt x="72" y="2163"/>
                  </a:cubicBezTo>
                  <a:lnTo>
                    <a:pt x="86" y="2177"/>
                  </a:lnTo>
                  <a:lnTo>
                    <a:pt x="514" y="2591"/>
                  </a:lnTo>
                  <a:cubicBezTo>
                    <a:pt x="557" y="2634"/>
                    <a:pt x="609" y="2653"/>
                    <a:pt x="663" y="2653"/>
                  </a:cubicBezTo>
                  <a:cubicBezTo>
                    <a:pt x="680" y="2653"/>
                    <a:pt x="697" y="2651"/>
                    <a:pt x="713" y="2648"/>
                  </a:cubicBezTo>
                  <a:cubicBezTo>
                    <a:pt x="785" y="2619"/>
                    <a:pt x="842" y="2576"/>
                    <a:pt x="870" y="2519"/>
                  </a:cubicBezTo>
                  <a:lnTo>
                    <a:pt x="1812" y="308"/>
                  </a:lnTo>
                  <a:cubicBezTo>
                    <a:pt x="1855" y="194"/>
                    <a:pt x="1812" y="66"/>
                    <a:pt x="1698" y="23"/>
                  </a:cubicBezTo>
                  <a:cubicBezTo>
                    <a:pt x="1671" y="8"/>
                    <a:pt x="1642" y="1"/>
                    <a:pt x="161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4357600" y="1762025"/>
              <a:ext cx="263925" cy="340850"/>
            </a:xfrm>
            <a:custGeom>
              <a:avLst/>
              <a:gdLst/>
              <a:ahLst/>
              <a:cxnLst/>
              <a:rect l="l" t="t" r="r" b="b"/>
              <a:pathLst>
                <a:path w="10557" h="13634" extrusionOk="0">
                  <a:moveTo>
                    <a:pt x="7637" y="1"/>
                  </a:moveTo>
                  <a:cubicBezTo>
                    <a:pt x="6927" y="1"/>
                    <a:pt x="6126" y="233"/>
                    <a:pt x="5279" y="723"/>
                  </a:cubicBezTo>
                  <a:cubicBezTo>
                    <a:pt x="2354" y="2421"/>
                    <a:pt x="1" y="6501"/>
                    <a:pt x="1" y="9867"/>
                  </a:cubicBezTo>
                  <a:cubicBezTo>
                    <a:pt x="1" y="12258"/>
                    <a:pt x="1201" y="13634"/>
                    <a:pt x="2934" y="13634"/>
                  </a:cubicBezTo>
                  <a:cubicBezTo>
                    <a:pt x="3642" y="13634"/>
                    <a:pt x="4439" y="13404"/>
                    <a:pt x="5279" y="12920"/>
                  </a:cubicBezTo>
                  <a:cubicBezTo>
                    <a:pt x="8189" y="11237"/>
                    <a:pt x="10557" y="7143"/>
                    <a:pt x="10557" y="3776"/>
                  </a:cubicBezTo>
                  <a:cubicBezTo>
                    <a:pt x="10557" y="1379"/>
                    <a:pt x="9367" y="1"/>
                    <a:pt x="7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4188200" y="1867900"/>
              <a:ext cx="247875" cy="204500"/>
            </a:xfrm>
            <a:custGeom>
              <a:avLst/>
              <a:gdLst/>
              <a:ahLst/>
              <a:cxnLst/>
              <a:rect l="l" t="t" r="r" b="b"/>
              <a:pathLst>
                <a:path w="9915" h="8180" extrusionOk="0">
                  <a:moveTo>
                    <a:pt x="980" y="1"/>
                  </a:moveTo>
                  <a:cubicBezTo>
                    <a:pt x="882" y="1"/>
                    <a:pt x="773" y="39"/>
                    <a:pt x="685" y="83"/>
                  </a:cubicBezTo>
                  <a:cubicBezTo>
                    <a:pt x="600" y="126"/>
                    <a:pt x="528" y="169"/>
                    <a:pt x="457" y="226"/>
                  </a:cubicBezTo>
                  <a:cubicBezTo>
                    <a:pt x="243" y="426"/>
                    <a:pt x="115" y="668"/>
                    <a:pt x="58" y="953"/>
                  </a:cubicBezTo>
                  <a:cubicBezTo>
                    <a:pt x="0" y="1281"/>
                    <a:pt x="29" y="1624"/>
                    <a:pt x="129" y="1923"/>
                  </a:cubicBezTo>
                  <a:cubicBezTo>
                    <a:pt x="257" y="2366"/>
                    <a:pt x="471" y="2779"/>
                    <a:pt x="742" y="3136"/>
                  </a:cubicBezTo>
                  <a:cubicBezTo>
                    <a:pt x="913" y="3436"/>
                    <a:pt x="1142" y="3707"/>
                    <a:pt x="1327" y="4006"/>
                  </a:cubicBezTo>
                  <a:cubicBezTo>
                    <a:pt x="1955" y="5105"/>
                    <a:pt x="2625" y="6175"/>
                    <a:pt x="3381" y="7187"/>
                  </a:cubicBezTo>
                  <a:cubicBezTo>
                    <a:pt x="3553" y="7430"/>
                    <a:pt x="4066" y="8100"/>
                    <a:pt x="4337" y="8157"/>
                  </a:cubicBezTo>
                  <a:cubicBezTo>
                    <a:pt x="4389" y="8172"/>
                    <a:pt x="4439" y="8179"/>
                    <a:pt x="4487" y="8179"/>
                  </a:cubicBezTo>
                  <a:cubicBezTo>
                    <a:pt x="4763" y="8179"/>
                    <a:pt x="4991" y="7967"/>
                    <a:pt x="5136" y="7858"/>
                  </a:cubicBezTo>
                  <a:cubicBezTo>
                    <a:pt x="5749" y="7430"/>
                    <a:pt x="8945" y="4277"/>
                    <a:pt x="8945" y="4277"/>
                  </a:cubicBezTo>
                  <a:cubicBezTo>
                    <a:pt x="9915" y="2908"/>
                    <a:pt x="9672" y="2009"/>
                    <a:pt x="9544" y="2009"/>
                  </a:cubicBezTo>
                  <a:cubicBezTo>
                    <a:pt x="9495" y="2009"/>
                    <a:pt x="9316" y="1971"/>
                    <a:pt x="9065" y="1971"/>
                  </a:cubicBezTo>
                  <a:cubicBezTo>
                    <a:pt x="8661" y="1971"/>
                    <a:pt x="8070" y="2069"/>
                    <a:pt x="7533" y="2580"/>
                  </a:cubicBezTo>
                  <a:cubicBezTo>
                    <a:pt x="6862" y="3222"/>
                    <a:pt x="4622" y="5547"/>
                    <a:pt x="4622" y="5547"/>
                  </a:cubicBezTo>
                  <a:cubicBezTo>
                    <a:pt x="4095" y="4919"/>
                    <a:pt x="3752" y="4620"/>
                    <a:pt x="3210" y="3992"/>
                  </a:cubicBezTo>
                  <a:cubicBezTo>
                    <a:pt x="2968" y="3692"/>
                    <a:pt x="2568" y="3364"/>
                    <a:pt x="2554" y="2936"/>
                  </a:cubicBezTo>
                  <a:cubicBezTo>
                    <a:pt x="2554" y="2751"/>
                    <a:pt x="2568" y="2565"/>
                    <a:pt x="2611" y="2366"/>
                  </a:cubicBezTo>
                  <a:cubicBezTo>
                    <a:pt x="2640" y="1938"/>
                    <a:pt x="2611" y="1495"/>
                    <a:pt x="2525" y="1068"/>
                  </a:cubicBezTo>
                  <a:cubicBezTo>
                    <a:pt x="2525" y="1053"/>
                    <a:pt x="2525" y="1039"/>
                    <a:pt x="2497" y="1010"/>
                  </a:cubicBezTo>
                  <a:lnTo>
                    <a:pt x="2454" y="953"/>
                  </a:lnTo>
                  <a:cubicBezTo>
                    <a:pt x="2434" y="948"/>
                    <a:pt x="2414" y="946"/>
                    <a:pt x="2394" y="946"/>
                  </a:cubicBezTo>
                  <a:cubicBezTo>
                    <a:pt x="2302" y="946"/>
                    <a:pt x="2218" y="997"/>
                    <a:pt x="2183" y="1068"/>
                  </a:cubicBezTo>
                  <a:cubicBezTo>
                    <a:pt x="2126" y="1153"/>
                    <a:pt x="2112" y="1267"/>
                    <a:pt x="2112" y="1353"/>
                  </a:cubicBezTo>
                  <a:cubicBezTo>
                    <a:pt x="2112" y="1453"/>
                    <a:pt x="2097" y="1553"/>
                    <a:pt x="2040" y="1638"/>
                  </a:cubicBezTo>
                  <a:cubicBezTo>
                    <a:pt x="2040" y="1652"/>
                    <a:pt x="2026" y="1667"/>
                    <a:pt x="1998" y="1695"/>
                  </a:cubicBezTo>
                  <a:cubicBezTo>
                    <a:pt x="1983" y="1709"/>
                    <a:pt x="1969" y="1709"/>
                    <a:pt x="1955" y="1709"/>
                  </a:cubicBezTo>
                  <a:cubicBezTo>
                    <a:pt x="1826" y="1709"/>
                    <a:pt x="1769" y="1581"/>
                    <a:pt x="1712" y="1481"/>
                  </a:cubicBezTo>
                  <a:cubicBezTo>
                    <a:pt x="1612" y="1239"/>
                    <a:pt x="1527" y="1010"/>
                    <a:pt x="1470" y="782"/>
                  </a:cubicBezTo>
                  <a:cubicBezTo>
                    <a:pt x="1427" y="625"/>
                    <a:pt x="1341" y="454"/>
                    <a:pt x="1284" y="297"/>
                  </a:cubicBezTo>
                  <a:cubicBezTo>
                    <a:pt x="1270" y="212"/>
                    <a:pt x="1213" y="126"/>
                    <a:pt x="1142" y="55"/>
                  </a:cubicBezTo>
                  <a:cubicBezTo>
                    <a:pt x="1098" y="16"/>
                    <a:pt x="1041" y="1"/>
                    <a:pt x="980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4254900" y="1914925"/>
              <a:ext cx="181900" cy="159525"/>
            </a:xfrm>
            <a:custGeom>
              <a:avLst/>
              <a:gdLst/>
              <a:ahLst/>
              <a:cxnLst/>
              <a:rect l="l" t="t" r="r" b="b"/>
              <a:pathLst>
                <a:path w="7276" h="6381" extrusionOk="0">
                  <a:moveTo>
                    <a:pt x="6373" y="1"/>
                  </a:moveTo>
                  <a:cubicBezTo>
                    <a:pt x="6040" y="1"/>
                    <a:pt x="5638" y="71"/>
                    <a:pt x="5250" y="313"/>
                  </a:cubicBezTo>
                  <a:cubicBezTo>
                    <a:pt x="4365" y="884"/>
                    <a:pt x="1940" y="3666"/>
                    <a:pt x="1940" y="3666"/>
                  </a:cubicBezTo>
                  <a:lnTo>
                    <a:pt x="1327" y="2981"/>
                  </a:lnTo>
                  <a:cubicBezTo>
                    <a:pt x="1327" y="2981"/>
                    <a:pt x="1013" y="4179"/>
                    <a:pt x="0" y="4294"/>
                  </a:cubicBezTo>
                  <a:cubicBezTo>
                    <a:pt x="0" y="4294"/>
                    <a:pt x="785" y="5592"/>
                    <a:pt x="1227" y="6048"/>
                  </a:cubicBezTo>
                  <a:cubicBezTo>
                    <a:pt x="1437" y="6279"/>
                    <a:pt x="1628" y="6381"/>
                    <a:pt x="1825" y="6381"/>
                  </a:cubicBezTo>
                  <a:cubicBezTo>
                    <a:pt x="2041" y="6381"/>
                    <a:pt x="2263" y="6257"/>
                    <a:pt x="2525" y="6048"/>
                  </a:cubicBezTo>
                  <a:cubicBezTo>
                    <a:pt x="3024" y="5663"/>
                    <a:pt x="5507" y="3381"/>
                    <a:pt x="5507" y="3381"/>
                  </a:cubicBezTo>
                  <a:cubicBezTo>
                    <a:pt x="6648" y="2724"/>
                    <a:pt x="7275" y="1440"/>
                    <a:pt x="7147" y="128"/>
                  </a:cubicBezTo>
                  <a:cubicBezTo>
                    <a:pt x="7147" y="128"/>
                    <a:pt x="6822" y="1"/>
                    <a:pt x="637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4254900" y="1914925"/>
              <a:ext cx="181900" cy="159525"/>
            </a:xfrm>
            <a:custGeom>
              <a:avLst/>
              <a:gdLst/>
              <a:ahLst/>
              <a:cxnLst/>
              <a:rect l="l" t="t" r="r" b="b"/>
              <a:pathLst>
                <a:path w="7276" h="6381" extrusionOk="0">
                  <a:moveTo>
                    <a:pt x="6373" y="1"/>
                  </a:moveTo>
                  <a:cubicBezTo>
                    <a:pt x="6040" y="1"/>
                    <a:pt x="5638" y="71"/>
                    <a:pt x="5250" y="313"/>
                  </a:cubicBezTo>
                  <a:cubicBezTo>
                    <a:pt x="4365" y="884"/>
                    <a:pt x="1940" y="3666"/>
                    <a:pt x="1940" y="3666"/>
                  </a:cubicBezTo>
                  <a:lnTo>
                    <a:pt x="1327" y="2981"/>
                  </a:lnTo>
                  <a:cubicBezTo>
                    <a:pt x="1327" y="2981"/>
                    <a:pt x="1013" y="4179"/>
                    <a:pt x="0" y="4294"/>
                  </a:cubicBezTo>
                  <a:cubicBezTo>
                    <a:pt x="0" y="4294"/>
                    <a:pt x="785" y="5592"/>
                    <a:pt x="1227" y="6048"/>
                  </a:cubicBezTo>
                  <a:cubicBezTo>
                    <a:pt x="1437" y="6279"/>
                    <a:pt x="1628" y="6381"/>
                    <a:pt x="1825" y="6381"/>
                  </a:cubicBezTo>
                  <a:cubicBezTo>
                    <a:pt x="2041" y="6381"/>
                    <a:pt x="2263" y="6257"/>
                    <a:pt x="2525" y="6048"/>
                  </a:cubicBezTo>
                  <a:cubicBezTo>
                    <a:pt x="3024" y="5663"/>
                    <a:pt x="5507" y="3381"/>
                    <a:pt x="5507" y="3381"/>
                  </a:cubicBezTo>
                  <a:cubicBezTo>
                    <a:pt x="6648" y="2724"/>
                    <a:pt x="7275" y="1440"/>
                    <a:pt x="7147" y="128"/>
                  </a:cubicBezTo>
                  <a:cubicBezTo>
                    <a:pt x="7147" y="128"/>
                    <a:pt x="6822" y="1"/>
                    <a:pt x="6373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4386125" y="1918275"/>
              <a:ext cx="173000" cy="184700"/>
            </a:xfrm>
            <a:custGeom>
              <a:avLst/>
              <a:gdLst/>
              <a:ahLst/>
              <a:cxnLst/>
              <a:rect l="l" t="t" r="r" b="b"/>
              <a:pathLst>
                <a:path w="6920" h="7388" extrusionOk="0">
                  <a:moveTo>
                    <a:pt x="1871" y="0"/>
                  </a:moveTo>
                  <a:cubicBezTo>
                    <a:pt x="1715" y="0"/>
                    <a:pt x="1599" y="7"/>
                    <a:pt x="1541" y="23"/>
                  </a:cubicBezTo>
                  <a:cubicBezTo>
                    <a:pt x="757" y="179"/>
                    <a:pt x="243" y="964"/>
                    <a:pt x="101" y="2519"/>
                  </a:cubicBezTo>
                  <a:cubicBezTo>
                    <a:pt x="1" y="3346"/>
                    <a:pt x="1" y="5244"/>
                    <a:pt x="29" y="6756"/>
                  </a:cubicBezTo>
                  <a:cubicBezTo>
                    <a:pt x="500" y="7170"/>
                    <a:pt x="1101" y="7387"/>
                    <a:pt x="1788" y="7387"/>
                  </a:cubicBezTo>
                  <a:cubicBezTo>
                    <a:pt x="2497" y="7387"/>
                    <a:pt x="3297" y="7156"/>
                    <a:pt x="4138" y="6670"/>
                  </a:cubicBezTo>
                  <a:cubicBezTo>
                    <a:pt x="5051" y="6128"/>
                    <a:pt x="5850" y="5443"/>
                    <a:pt x="6534" y="4630"/>
                  </a:cubicBezTo>
                  <a:cubicBezTo>
                    <a:pt x="6663" y="4516"/>
                    <a:pt x="6763" y="4373"/>
                    <a:pt x="6877" y="4231"/>
                  </a:cubicBezTo>
                  <a:lnTo>
                    <a:pt x="6905" y="2975"/>
                  </a:lnTo>
                  <a:cubicBezTo>
                    <a:pt x="6905" y="2448"/>
                    <a:pt x="6919" y="1706"/>
                    <a:pt x="6834" y="1449"/>
                  </a:cubicBezTo>
                  <a:cubicBezTo>
                    <a:pt x="6705" y="1050"/>
                    <a:pt x="6591" y="779"/>
                    <a:pt x="6349" y="636"/>
                  </a:cubicBezTo>
                  <a:cubicBezTo>
                    <a:pt x="6335" y="622"/>
                    <a:pt x="6306" y="607"/>
                    <a:pt x="6263" y="593"/>
                  </a:cubicBezTo>
                  <a:lnTo>
                    <a:pt x="4708" y="194"/>
                  </a:lnTo>
                  <a:cubicBezTo>
                    <a:pt x="4708" y="194"/>
                    <a:pt x="2715" y="0"/>
                    <a:pt x="1871" y="0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4402900" y="1757100"/>
              <a:ext cx="98450" cy="94875"/>
            </a:xfrm>
            <a:custGeom>
              <a:avLst/>
              <a:gdLst/>
              <a:ahLst/>
              <a:cxnLst/>
              <a:rect l="l" t="t" r="r" b="b"/>
              <a:pathLst>
                <a:path w="3938" h="3795" extrusionOk="0">
                  <a:moveTo>
                    <a:pt x="1956" y="1"/>
                  </a:moveTo>
                  <a:cubicBezTo>
                    <a:pt x="981" y="1"/>
                    <a:pt x="154" y="759"/>
                    <a:pt x="86" y="1762"/>
                  </a:cubicBezTo>
                  <a:cubicBezTo>
                    <a:pt x="0" y="2803"/>
                    <a:pt x="785" y="3702"/>
                    <a:pt x="1826" y="3788"/>
                  </a:cubicBezTo>
                  <a:cubicBezTo>
                    <a:pt x="1879" y="3792"/>
                    <a:pt x="1932" y="3794"/>
                    <a:pt x="1984" y="3794"/>
                  </a:cubicBezTo>
                  <a:cubicBezTo>
                    <a:pt x="2971" y="3794"/>
                    <a:pt x="3798" y="3037"/>
                    <a:pt x="3866" y="2047"/>
                  </a:cubicBezTo>
                  <a:cubicBezTo>
                    <a:pt x="3937" y="1006"/>
                    <a:pt x="3167" y="93"/>
                    <a:pt x="2140" y="7"/>
                  </a:cubicBezTo>
                  <a:lnTo>
                    <a:pt x="2111" y="7"/>
                  </a:lnTo>
                  <a:cubicBezTo>
                    <a:pt x="2059" y="3"/>
                    <a:pt x="2008" y="1"/>
                    <a:pt x="1956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4508100" y="1844300"/>
              <a:ext cx="23575" cy="47800"/>
            </a:xfrm>
            <a:custGeom>
              <a:avLst/>
              <a:gdLst/>
              <a:ahLst/>
              <a:cxnLst/>
              <a:rect l="l" t="t" r="r" b="b"/>
              <a:pathLst>
                <a:path w="943" h="1912" extrusionOk="0">
                  <a:moveTo>
                    <a:pt x="942" y="0"/>
                  </a:moveTo>
                  <a:lnTo>
                    <a:pt x="100" y="885"/>
                  </a:lnTo>
                  <a:lnTo>
                    <a:pt x="1" y="1912"/>
                  </a:lnTo>
                  <a:cubicBezTo>
                    <a:pt x="157" y="1869"/>
                    <a:pt x="300" y="1783"/>
                    <a:pt x="386" y="1641"/>
                  </a:cubicBezTo>
                  <a:cubicBezTo>
                    <a:pt x="528" y="1412"/>
                    <a:pt x="942" y="0"/>
                    <a:pt x="94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4516300" y="1786875"/>
              <a:ext cx="33900" cy="58150"/>
            </a:xfrm>
            <a:custGeom>
              <a:avLst/>
              <a:gdLst/>
              <a:ahLst/>
              <a:cxnLst/>
              <a:rect l="l" t="t" r="r" b="b"/>
              <a:pathLst>
                <a:path w="1356" h="2326" extrusionOk="0">
                  <a:moveTo>
                    <a:pt x="742" y="0"/>
                  </a:moveTo>
                  <a:cubicBezTo>
                    <a:pt x="685" y="0"/>
                    <a:pt x="614" y="0"/>
                    <a:pt x="557" y="15"/>
                  </a:cubicBezTo>
                  <a:cubicBezTo>
                    <a:pt x="471" y="43"/>
                    <a:pt x="400" y="114"/>
                    <a:pt x="357" y="214"/>
                  </a:cubicBezTo>
                  <a:cubicBezTo>
                    <a:pt x="329" y="328"/>
                    <a:pt x="314" y="471"/>
                    <a:pt x="286" y="614"/>
                  </a:cubicBezTo>
                  <a:cubicBezTo>
                    <a:pt x="272" y="714"/>
                    <a:pt x="257" y="813"/>
                    <a:pt x="243" y="899"/>
                  </a:cubicBezTo>
                  <a:lnTo>
                    <a:pt x="129" y="1541"/>
                  </a:lnTo>
                  <a:cubicBezTo>
                    <a:pt x="100" y="1798"/>
                    <a:pt x="43" y="2069"/>
                    <a:pt x="1" y="2326"/>
                  </a:cubicBezTo>
                  <a:cubicBezTo>
                    <a:pt x="91" y="2316"/>
                    <a:pt x="189" y="2305"/>
                    <a:pt x="284" y="2305"/>
                  </a:cubicBezTo>
                  <a:cubicBezTo>
                    <a:pt x="324" y="2305"/>
                    <a:pt x="362" y="2307"/>
                    <a:pt x="400" y="2311"/>
                  </a:cubicBezTo>
                  <a:cubicBezTo>
                    <a:pt x="571" y="2311"/>
                    <a:pt x="771" y="2226"/>
                    <a:pt x="899" y="2083"/>
                  </a:cubicBezTo>
                  <a:cubicBezTo>
                    <a:pt x="1042" y="1926"/>
                    <a:pt x="1128" y="1741"/>
                    <a:pt x="1199" y="1541"/>
                  </a:cubicBezTo>
                  <a:cubicBezTo>
                    <a:pt x="1313" y="1299"/>
                    <a:pt x="1356" y="1027"/>
                    <a:pt x="1356" y="756"/>
                  </a:cubicBezTo>
                  <a:cubicBezTo>
                    <a:pt x="1342" y="386"/>
                    <a:pt x="1128" y="43"/>
                    <a:pt x="742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4407175" y="1764650"/>
              <a:ext cx="142325" cy="178375"/>
            </a:xfrm>
            <a:custGeom>
              <a:avLst/>
              <a:gdLst/>
              <a:ahLst/>
              <a:cxnLst/>
              <a:rect l="l" t="t" r="r" b="b"/>
              <a:pathLst>
                <a:path w="5693" h="7135" extrusionOk="0">
                  <a:moveTo>
                    <a:pt x="2039" y="0"/>
                  </a:moveTo>
                  <a:cubicBezTo>
                    <a:pt x="1241" y="0"/>
                    <a:pt x="495" y="377"/>
                    <a:pt x="300" y="1360"/>
                  </a:cubicBezTo>
                  <a:cubicBezTo>
                    <a:pt x="0" y="2958"/>
                    <a:pt x="43" y="3614"/>
                    <a:pt x="200" y="4427"/>
                  </a:cubicBezTo>
                  <a:cubicBezTo>
                    <a:pt x="286" y="4955"/>
                    <a:pt x="557" y="5340"/>
                    <a:pt x="1013" y="5454"/>
                  </a:cubicBezTo>
                  <a:cubicBezTo>
                    <a:pt x="1180" y="5471"/>
                    <a:pt x="1348" y="5478"/>
                    <a:pt x="1515" y="5478"/>
                  </a:cubicBezTo>
                  <a:cubicBezTo>
                    <a:pt x="1633" y="5478"/>
                    <a:pt x="1751" y="5474"/>
                    <a:pt x="1869" y="5469"/>
                  </a:cubicBezTo>
                  <a:lnTo>
                    <a:pt x="1869" y="5469"/>
                  </a:lnTo>
                  <a:lnTo>
                    <a:pt x="1798" y="6382"/>
                  </a:lnTo>
                  <a:cubicBezTo>
                    <a:pt x="1284" y="6881"/>
                    <a:pt x="1617" y="7135"/>
                    <a:pt x="2180" y="7135"/>
                  </a:cubicBezTo>
                  <a:cubicBezTo>
                    <a:pt x="2710" y="7135"/>
                    <a:pt x="3444" y="6910"/>
                    <a:pt x="3866" y="6453"/>
                  </a:cubicBezTo>
                  <a:lnTo>
                    <a:pt x="4109" y="4099"/>
                  </a:lnTo>
                  <a:cubicBezTo>
                    <a:pt x="4109" y="4099"/>
                    <a:pt x="4160" y="4387"/>
                    <a:pt x="4568" y="4387"/>
                  </a:cubicBezTo>
                  <a:cubicBezTo>
                    <a:pt x="4641" y="4387"/>
                    <a:pt x="4725" y="4377"/>
                    <a:pt x="4822" y="4356"/>
                  </a:cubicBezTo>
                  <a:cubicBezTo>
                    <a:pt x="5207" y="4270"/>
                    <a:pt x="5692" y="3628"/>
                    <a:pt x="5493" y="3129"/>
                  </a:cubicBezTo>
                  <a:cubicBezTo>
                    <a:pt x="5389" y="2871"/>
                    <a:pt x="5214" y="2788"/>
                    <a:pt x="5044" y="2788"/>
                  </a:cubicBezTo>
                  <a:cubicBezTo>
                    <a:pt x="4886" y="2788"/>
                    <a:pt x="4734" y="2860"/>
                    <a:pt x="4651" y="2929"/>
                  </a:cubicBezTo>
                  <a:cubicBezTo>
                    <a:pt x="4517" y="3051"/>
                    <a:pt x="4372" y="3215"/>
                    <a:pt x="4261" y="3215"/>
                  </a:cubicBezTo>
                  <a:cubicBezTo>
                    <a:pt x="4243" y="3215"/>
                    <a:pt x="4225" y="3211"/>
                    <a:pt x="4209" y="3200"/>
                  </a:cubicBezTo>
                  <a:cubicBezTo>
                    <a:pt x="4209" y="3200"/>
                    <a:pt x="4779" y="1317"/>
                    <a:pt x="3724" y="547"/>
                  </a:cubicBezTo>
                  <a:cubicBezTo>
                    <a:pt x="3275" y="215"/>
                    <a:pt x="2642" y="0"/>
                    <a:pt x="203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4403600" y="1734125"/>
              <a:ext cx="134850" cy="114775"/>
            </a:xfrm>
            <a:custGeom>
              <a:avLst/>
              <a:gdLst/>
              <a:ahLst/>
              <a:cxnLst/>
              <a:rect l="l" t="t" r="r" b="b"/>
              <a:pathLst>
                <a:path w="5394" h="4591" extrusionOk="0">
                  <a:moveTo>
                    <a:pt x="1561" y="1"/>
                  </a:moveTo>
                  <a:cubicBezTo>
                    <a:pt x="1482" y="1"/>
                    <a:pt x="1403" y="19"/>
                    <a:pt x="1327" y="56"/>
                  </a:cubicBezTo>
                  <a:cubicBezTo>
                    <a:pt x="1199" y="127"/>
                    <a:pt x="1128" y="256"/>
                    <a:pt x="1085" y="399"/>
                  </a:cubicBezTo>
                  <a:cubicBezTo>
                    <a:pt x="1071" y="541"/>
                    <a:pt x="1071" y="684"/>
                    <a:pt x="1071" y="826"/>
                  </a:cubicBezTo>
                  <a:cubicBezTo>
                    <a:pt x="942" y="826"/>
                    <a:pt x="828" y="727"/>
                    <a:pt x="685" y="712"/>
                  </a:cubicBezTo>
                  <a:cubicBezTo>
                    <a:pt x="653" y="709"/>
                    <a:pt x="621" y="707"/>
                    <a:pt x="589" y="707"/>
                  </a:cubicBezTo>
                  <a:cubicBezTo>
                    <a:pt x="479" y="707"/>
                    <a:pt x="368" y="728"/>
                    <a:pt x="258" y="784"/>
                  </a:cubicBezTo>
                  <a:cubicBezTo>
                    <a:pt x="158" y="826"/>
                    <a:pt x="86" y="898"/>
                    <a:pt x="44" y="983"/>
                  </a:cubicBezTo>
                  <a:cubicBezTo>
                    <a:pt x="1" y="1055"/>
                    <a:pt x="1" y="1126"/>
                    <a:pt x="1" y="1197"/>
                  </a:cubicBezTo>
                  <a:cubicBezTo>
                    <a:pt x="15" y="1682"/>
                    <a:pt x="272" y="2110"/>
                    <a:pt x="657" y="2367"/>
                  </a:cubicBezTo>
                  <a:cubicBezTo>
                    <a:pt x="800" y="2467"/>
                    <a:pt x="942" y="2538"/>
                    <a:pt x="1085" y="2581"/>
                  </a:cubicBezTo>
                  <a:cubicBezTo>
                    <a:pt x="1342" y="2695"/>
                    <a:pt x="1627" y="2752"/>
                    <a:pt x="1898" y="2752"/>
                  </a:cubicBezTo>
                  <a:cubicBezTo>
                    <a:pt x="2183" y="2752"/>
                    <a:pt x="2440" y="2638"/>
                    <a:pt x="2640" y="2467"/>
                  </a:cubicBezTo>
                  <a:cubicBezTo>
                    <a:pt x="2768" y="2710"/>
                    <a:pt x="2968" y="2923"/>
                    <a:pt x="3210" y="3052"/>
                  </a:cubicBezTo>
                  <a:cubicBezTo>
                    <a:pt x="3342" y="3114"/>
                    <a:pt x="3481" y="3146"/>
                    <a:pt x="3618" y="3146"/>
                  </a:cubicBezTo>
                  <a:cubicBezTo>
                    <a:pt x="3763" y="3146"/>
                    <a:pt x="3906" y="3111"/>
                    <a:pt x="4038" y="3038"/>
                  </a:cubicBezTo>
                  <a:cubicBezTo>
                    <a:pt x="4052" y="3423"/>
                    <a:pt x="4081" y="3794"/>
                    <a:pt x="4123" y="4193"/>
                  </a:cubicBezTo>
                  <a:cubicBezTo>
                    <a:pt x="4123" y="4322"/>
                    <a:pt x="4152" y="4436"/>
                    <a:pt x="4223" y="4535"/>
                  </a:cubicBezTo>
                  <a:cubicBezTo>
                    <a:pt x="4267" y="4574"/>
                    <a:pt x="4309" y="4591"/>
                    <a:pt x="4349" y="4591"/>
                  </a:cubicBezTo>
                  <a:cubicBezTo>
                    <a:pt x="4527" y="4591"/>
                    <a:pt x="4663" y="4261"/>
                    <a:pt x="4780" y="4179"/>
                  </a:cubicBezTo>
                  <a:cubicBezTo>
                    <a:pt x="4851" y="4122"/>
                    <a:pt x="4865" y="3965"/>
                    <a:pt x="4865" y="3865"/>
                  </a:cubicBezTo>
                  <a:cubicBezTo>
                    <a:pt x="4894" y="3779"/>
                    <a:pt x="4894" y="3694"/>
                    <a:pt x="4894" y="3580"/>
                  </a:cubicBezTo>
                  <a:cubicBezTo>
                    <a:pt x="4865" y="3537"/>
                    <a:pt x="4865" y="3466"/>
                    <a:pt x="4865" y="3409"/>
                  </a:cubicBezTo>
                  <a:cubicBezTo>
                    <a:pt x="4937" y="3252"/>
                    <a:pt x="5036" y="3123"/>
                    <a:pt x="5065" y="2981"/>
                  </a:cubicBezTo>
                  <a:cubicBezTo>
                    <a:pt x="5122" y="2824"/>
                    <a:pt x="5022" y="2638"/>
                    <a:pt x="5065" y="2481"/>
                  </a:cubicBezTo>
                  <a:cubicBezTo>
                    <a:pt x="5108" y="2324"/>
                    <a:pt x="5208" y="2253"/>
                    <a:pt x="5279" y="2110"/>
                  </a:cubicBezTo>
                  <a:cubicBezTo>
                    <a:pt x="5393" y="1839"/>
                    <a:pt x="5250" y="1640"/>
                    <a:pt x="5051" y="1468"/>
                  </a:cubicBezTo>
                  <a:cubicBezTo>
                    <a:pt x="4252" y="798"/>
                    <a:pt x="3082" y="755"/>
                    <a:pt x="2183" y="256"/>
                  </a:cubicBezTo>
                  <a:cubicBezTo>
                    <a:pt x="2055" y="156"/>
                    <a:pt x="1912" y="85"/>
                    <a:pt x="1770" y="42"/>
                  </a:cubicBezTo>
                  <a:cubicBezTo>
                    <a:pt x="1702" y="15"/>
                    <a:pt x="1632" y="1"/>
                    <a:pt x="1561" y="1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4533075" y="1776525"/>
              <a:ext cx="20350" cy="14300"/>
            </a:xfrm>
            <a:custGeom>
              <a:avLst/>
              <a:gdLst/>
              <a:ahLst/>
              <a:cxnLst/>
              <a:rect l="l" t="t" r="r" b="b"/>
              <a:pathLst>
                <a:path w="814" h="572" extrusionOk="0">
                  <a:moveTo>
                    <a:pt x="455" y="0"/>
                  </a:moveTo>
                  <a:cubicBezTo>
                    <a:pt x="408" y="0"/>
                    <a:pt x="360" y="9"/>
                    <a:pt x="314" y="29"/>
                  </a:cubicBezTo>
                  <a:lnTo>
                    <a:pt x="300" y="29"/>
                  </a:lnTo>
                  <a:cubicBezTo>
                    <a:pt x="86" y="129"/>
                    <a:pt x="0" y="357"/>
                    <a:pt x="86" y="571"/>
                  </a:cubicBezTo>
                  <a:lnTo>
                    <a:pt x="813" y="243"/>
                  </a:lnTo>
                  <a:cubicBezTo>
                    <a:pt x="758" y="101"/>
                    <a:pt x="611" y="0"/>
                    <a:pt x="455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4453525" y="1882450"/>
              <a:ext cx="49975" cy="26050"/>
            </a:xfrm>
            <a:custGeom>
              <a:avLst/>
              <a:gdLst/>
              <a:ahLst/>
              <a:cxnLst/>
              <a:rect l="l" t="t" r="r" b="b"/>
              <a:pathLst>
                <a:path w="1999" h="1042" extrusionOk="0">
                  <a:moveTo>
                    <a:pt x="1998" y="0"/>
                  </a:moveTo>
                  <a:cubicBezTo>
                    <a:pt x="1870" y="214"/>
                    <a:pt x="1684" y="386"/>
                    <a:pt x="1470" y="471"/>
                  </a:cubicBezTo>
                  <a:cubicBezTo>
                    <a:pt x="1085" y="628"/>
                    <a:pt x="44" y="757"/>
                    <a:pt x="44" y="757"/>
                  </a:cubicBezTo>
                  <a:lnTo>
                    <a:pt x="1" y="1042"/>
                  </a:lnTo>
                  <a:cubicBezTo>
                    <a:pt x="1" y="1042"/>
                    <a:pt x="1370" y="899"/>
                    <a:pt x="1656" y="571"/>
                  </a:cubicBezTo>
                  <a:cubicBezTo>
                    <a:pt x="1827" y="400"/>
                    <a:pt x="1927" y="214"/>
                    <a:pt x="199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4460675" y="1829550"/>
              <a:ext cx="10350" cy="10125"/>
            </a:xfrm>
            <a:custGeom>
              <a:avLst/>
              <a:gdLst/>
              <a:ahLst/>
              <a:cxnLst/>
              <a:rect l="l" t="t" r="r" b="b"/>
              <a:pathLst>
                <a:path w="414" h="405" extrusionOk="0">
                  <a:moveTo>
                    <a:pt x="179" y="0"/>
                  </a:moveTo>
                  <a:cubicBezTo>
                    <a:pt x="92" y="0"/>
                    <a:pt x="13" y="90"/>
                    <a:pt x="0" y="191"/>
                  </a:cubicBezTo>
                  <a:cubicBezTo>
                    <a:pt x="0" y="305"/>
                    <a:pt x="86" y="405"/>
                    <a:pt x="200" y="405"/>
                  </a:cubicBezTo>
                  <a:cubicBezTo>
                    <a:pt x="300" y="405"/>
                    <a:pt x="414" y="319"/>
                    <a:pt x="414" y="219"/>
                  </a:cubicBezTo>
                  <a:cubicBezTo>
                    <a:pt x="414" y="105"/>
                    <a:pt x="328" y="5"/>
                    <a:pt x="214" y="5"/>
                  </a:cubicBezTo>
                  <a:cubicBezTo>
                    <a:pt x="202" y="2"/>
                    <a:pt x="191" y="0"/>
                    <a:pt x="17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4467800" y="1812250"/>
              <a:ext cx="12500" cy="10300"/>
            </a:xfrm>
            <a:custGeom>
              <a:avLst/>
              <a:gdLst/>
              <a:ahLst/>
              <a:cxnLst/>
              <a:rect l="l" t="t" r="r" b="b"/>
              <a:pathLst>
                <a:path w="500" h="412" extrusionOk="0">
                  <a:moveTo>
                    <a:pt x="209" y="0"/>
                  </a:moveTo>
                  <a:cubicBezTo>
                    <a:pt x="129" y="0"/>
                    <a:pt x="54" y="47"/>
                    <a:pt x="1" y="127"/>
                  </a:cubicBezTo>
                  <a:lnTo>
                    <a:pt x="428" y="412"/>
                  </a:lnTo>
                  <a:cubicBezTo>
                    <a:pt x="500" y="284"/>
                    <a:pt x="471" y="127"/>
                    <a:pt x="357" y="55"/>
                  </a:cubicBezTo>
                  <a:cubicBezTo>
                    <a:pt x="309" y="17"/>
                    <a:pt x="258" y="0"/>
                    <a:pt x="209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4446400" y="1868175"/>
              <a:ext cx="16075" cy="10600"/>
            </a:xfrm>
            <a:custGeom>
              <a:avLst/>
              <a:gdLst/>
              <a:ahLst/>
              <a:cxnLst/>
              <a:rect l="l" t="t" r="r" b="b"/>
              <a:pathLst>
                <a:path w="643" h="424" extrusionOk="0">
                  <a:moveTo>
                    <a:pt x="585" y="1"/>
                  </a:moveTo>
                  <a:lnTo>
                    <a:pt x="1" y="186"/>
                  </a:lnTo>
                  <a:cubicBezTo>
                    <a:pt x="37" y="321"/>
                    <a:pt x="168" y="424"/>
                    <a:pt x="303" y="424"/>
                  </a:cubicBezTo>
                  <a:cubicBezTo>
                    <a:pt x="326" y="424"/>
                    <a:pt x="349" y="421"/>
                    <a:pt x="371" y="415"/>
                  </a:cubicBezTo>
                  <a:cubicBezTo>
                    <a:pt x="543" y="343"/>
                    <a:pt x="643" y="172"/>
                    <a:pt x="585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4415375" y="1804925"/>
              <a:ext cx="12500" cy="10500"/>
            </a:xfrm>
            <a:custGeom>
              <a:avLst/>
              <a:gdLst/>
              <a:ahLst/>
              <a:cxnLst/>
              <a:rect l="l" t="t" r="r" b="b"/>
              <a:pathLst>
                <a:path w="500" h="420" extrusionOk="0">
                  <a:moveTo>
                    <a:pt x="278" y="0"/>
                  </a:moveTo>
                  <a:cubicBezTo>
                    <a:pt x="236" y="0"/>
                    <a:pt x="195" y="11"/>
                    <a:pt x="157" y="34"/>
                  </a:cubicBezTo>
                  <a:lnTo>
                    <a:pt x="143" y="34"/>
                  </a:lnTo>
                  <a:cubicBezTo>
                    <a:pt x="29" y="149"/>
                    <a:pt x="1" y="291"/>
                    <a:pt x="72" y="420"/>
                  </a:cubicBezTo>
                  <a:lnTo>
                    <a:pt x="500" y="134"/>
                  </a:lnTo>
                  <a:cubicBezTo>
                    <a:pt x="452" y="48"/>
                    <a:pt x="365" y="0"/>
                    <a:pt x="278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4419300" y="1824675"/>
              <a:ext cx="10375" cy="10375"/>
            </a:xfrm>
            <a:custGeom>
              <a:avLst/>
              <a:gdLst/>
              <a:ahLst/>
              <a:cxnLst/>
              <a:rect l="l" t="t" r="r" b="b"/>
              <a:pathLst>
                <a:path w="415" h="415" extrusionOk="0">
                  <a:moveTo>
                    <a:pt x="214" y="0"/>
                  </a:moveTo>
                  <a:cubicBezTo>
                    <a:pt x="100" y="0"/>
                    <a:pt x="0" y="86"/>
                    <a:pt x="0" y="200"/>
                  </a:cubicBezTo>
                  <a:cubicBezTo>
                    <a:pt x="0" y="300"/>
                    <a:pt x="86" y="414"/>
                    <a:pt x="200" y="414"/>
                  </a:cubicBezTo>
                  <a:cubicBezTo>
                    <a:pt x="300" y="414"/>
                    <a:pt x="414" y="314"/>
                    <a:pt x="414" y="214"/>
                  </a:cubicBezTo>
                  <a:cubicBezTo>
                    <a:pt x="414" y="100"/>
                    <a:pt x="314" y="0"/>
                    <a:pt x="214" y="0"/>
                  </a:cubicBezTo>
                  <a:close/>
                </a:path>
              </a:pathLst>
            </a:custGeom>
            <a:solidFill>
              <a:srgbClr val="002D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4423575" y="1826825"/>
              <a:ext cx="20350" cy="31400"/>
            </a:xfrm>
            <a:custGeom>
              <a:avLst/>
              <a:gdLst/>
              <a:ahLst/>
              <a:cxnLst/>
              <a:rect l="l" t="t" r="r" b="b"/>
              <a:pathLst>
                <a:path w="814" h="1256" extrusionOk="0">
                  <a:moveTo>
                    <a:pt x="814" y="0"/>
                  </a:moveTo>
                  <a:lnTo>
                    <a:pt x="1" y="970"/>
                  </a:lnTo>
                  <a:lnTo>
                    <a:pt x="643" y="1255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4526300" y="1931300"/>
              <a:ext cx="67775" cy="102750"/>
            </a:xfrm>
            <a:custGeom>
              <a:avLst/>
              <a:gdLst/>
              <a:ahLst/>
              <a:cxnLst/>
              <a:rect l="l" t="t" r="r" b="b"/>
              <a:pathLst>
                <a:path w="2711" h="4110" extrusionOk="0">
                  <a:moveTo>
                    <a:pt x="385" y="1"/>
                  </a:moveTo>
                  <a:lnTo>
                    <a:pt x="385" y="1"/>
                  </a:lnTo>
                  <a:cubicBezTo>
                    <a:pt x="0" y="643"/>
                    <a:pt x="171" y="2811"/>
                    <a:pt x="913" y="4109"/>
                  </a:cubicBezTo>
                  <a:cubicBezTo>
                    <a:pt x="1027" y="3995"/>
                    <a:pt x="1141" y="3852"/>
                    <a:pt x="1241" y="3710"/>
                  </a:cubicBezTo>
                  <a:cubicBezTo>
                    <a:pt x="1812" y="2968"/>
                    <a:pt x="2297" y="2183"/>
                    <a:pt x="2710" y="1356"/>
                  </a:cubicBezTo>
                  <a:cubicBezTo>
                    <a:pt x="2311" y="643"/>
                    <a:pt x="1626" y="158"/>
                    <a:pt x="799" y="44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4526300" y="1931300"/>
              <a:ext cx="67775" cy="102750"/>
            </a:xfrm>
            <a:custGeom>
              <a:avLst/>
              <a:gdLst/>
              <a:ahLst/>
              <a:cxnLst/>
              <a:rect l="l" t="t" r="r" b="b"/>
              <a:pathLst>
                <a:path w="2711" h="4110" extrusionOk="0">
                  <a:moveTo>
                    <a:pt x="385" y="1"/>
                  </a:moveTo>
                  <a:lnTo>
                    <a:pt x="385" y="1"/>
                  </a:lnTo>
                  <a:cubicBezTo>
                    <a:pt x="0" y="643"/>
                    <a:pt x="171" y="2811"/>
                    <a:pt x="913" y="4109"/>
                  </a:cubicBezTo>
                  <a:cubicBezTo>
                    <a:pt x="1027" y="3995"/>
                    <a:pt x="1141" y="3852"/>
                    <a:pt x="1241" y="3710"/>
                  </a:cubicBezTo>
                  <a:cubicBezTo>
                    <a:pt x="1812" y="2968"/>
                    <a:pt x="2297" y="2183"/>
                    <a:pt x="2710" y="1356"/>
                  </a:cubicBezTo>
                  <a:cubicBezTo>
                    <a:pt x="2311" y="643"/>
                    <a:pt x="1626" y="158"/>
                    <a:pt x="799" y="44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1282</Words>
  <Application>Microsoft Office PowerPoint</Application>
  <PresentationFormat>On-screen Show (16:9)</PresentationFormat>
  <Paragraphs>209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Nunito Black</vt:lpstr>
      <vt:lpstr>Nunito</vt:lpstr>
      <vt:lpstr>Arial</vt:lpstr>
      <vt:lpstr>Simple Light</vt:lpstr>
      <vt:lpstr>CLASSROOM RULES  Be on time Be interactive 100% or Nothing Do all Daily Challenges </vt:lpstr>
      <vt:lpstr>REVIEW</vt:lpstr>
      <vt:lpstr>PowerPoint Presentation</vt:lpstr>
      <vt:lpstr>Lesson 6: Nouns</vt:lpstr>
      <vt:lpstr>OBJECTIVES </vt:lpstr>
      <vt:lpstr>Common nouns and proper nouns</vt:lpstr>
      <vt:lpstr>Common nouns are words for people, animals, places, or things.</vt:lpstr>
      <vt:lpstr>VOCABULARY RACE</vt:lpstr>
      <vt:lpstr>Proper nouns are names for particular people, animals, places, or things.</vt:lpstr>
      <vt:lpstr>VOCABULARY RACE</vt:lpstr>
      <vt:lpstr>PowerPoint Presentation</vt:lpstr>
      <vt:lpstr>SINGULAR OR PLURAL NOUNS</vt:lpstr>
      <vt:lpstr>When you are talking about ONE person, animal, place, or thing, use a singular</vt:lpstr>
      <vt:lpstr>Phát âm đuôi “s, es”</vt:lpstr>
      <vt:lpstr>When you are talking about TWO OR MORE people, animals, places, or things, use plural nouns.</vt:lpstr>
      <vt:lpstr>How to pluralise nouns</vt:lpstr>
      <vt:lpstr>SINGULAR AND PLURAL FORM</vt:lpstr>
      <vt:lpstr>PowerPoint Presentation</vt:lpstr>
      <vt:lpstr>O, S, SS, CH, X, SH, Z   + “ES”</vt:lpstr>
      <vt:lpstr> 1 person – 2 people  1 child – 2 children  1 man – 2 men 1 woman – 2 women  1 tooth – 2 teeth 1 foot – 2 feet 1 mouse – 2 mice  1 sheep – 2 sheep  1 deer – 2 deer </vt:lpstr>
      <vt:lpstr>Some nouns are always plural</vt:lpstr>
      <vt:lpstr>PowerPoint Presentation</vt:lpstr>
      <vt:lpstr>How to talk about jobs: </vt:lpstr>
      <vt:lpstr>GOODBYE SEE YOU LATER!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2026-06-20T09:31:34Z</dcterms:modified>
</cp:coreProperties>
</file>