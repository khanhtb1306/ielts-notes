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embeddedFontLst>
    <p:embeddedFont>
      <p:font typeface="Abril Fatface" panose="02000503000000020003" pitchFamily="2" charset="0"/>
      <p:regular r:id="rId29"/>
    </p:embeddedFont>
    <p:embeddedFont>
      <p:font typeface="Barlow Semi Condensed" panose="00000506000000000000" pitchFamily="2" charset="0"/>
      <p:regular r:id="rId30"/>
      <p:bold r:id="rId31"/>
      <p:italic r:id="rId32"/>
      <p:boldItalic r:id="rId33"/>
    </p:embeddedFont>
    <p:embeddedFont>
      <p:font typeface="Bebas Neue" panose="020B0606020202050201" pitchFamily="34" charset="0"/>
      <p:regular r:id="rId34"/>
    </p:embeddedFont>
    <p:embeddedFont>
      <p:font typeface="Palanquin" panose="020B0004020203020204" pitchFamily="3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jQsmax9Q1kU20gqyvq0D/LKZvy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F4140C-F35E-4C9B-80FA-E082464485FF}">
  <a:tblStyle styleId="{C5F4140C-F35E-4C9B-80FA-E082464485F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amboozle.com/game/13081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9" name="Google Shape;3039;g10edeaf46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0" name="Google Shape;3040;g10edeaf46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Google Shape;30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6" name="Google Shape;30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g108581e12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2" name="Google Shape;3052;g108581e12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g1094af9372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7" name="Google Shape;3057;g1094af9372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0" name="Google Shape;3070;g108581e12e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1" name="Google Shape;3071;g108581e12e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Google Shape;307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7" name="Google Shape;30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Google Shape;30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6" name="Google Shape;308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Google Shape;30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0" name="Google Shape;3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dirty="0"/>
              <a:t>Look, smell, taste, sound</a:t>
            </a:r>
            <a:endParaRPr dirty="0"/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 dirty="0" err="1"/>
              <a:t>Tiếp</a:t>
            </a:r>
            <a:r>
              <a:rPr lang="en-GB" sz="2300" dirty="0"/>
              <a:t> </a:t>
            </a:r>
            <a:r>
              <a:rPr lang="en-GB" sz="2300" dirty="0" err="1"/>
              <a:t>theo</a:t>
            </a:r>
            <a:r>
              <a:rPr lang="en-GB" sz="2300" dirty="0"/>
              <a:t> </a:t>
            </a:r>
            <a:r>
              <a:rPr lang="en-GB" sz="2300" dirty="0" err="1"/>
              <a:t>chúng</a:t>
            </a:r>
            <a:r>
              <a:rPr lang="en-GB" sz="2300" dirty="0"/>
              <a:t> </a:t>
            </a:r>
            <a:r>
              <a:rPr lang="en-GB" sz="2300" dirty="0" err="1"/>
              <a:t>mình</a:t>
            </a:r>
            <a:r>
              <a:rPr lang="en-GB" sz="2300" dirty="0"/>
              <a:t> </a:t>
            </a:r>
            <a:r>
              <a:rPr lang="en-GB" sz="2300" dirty="0" err="1"/>
              <a:t>sẽ</a:t>
            </a:r>
            <a:r>
              <a:rPr lang="en-GB" sz="2300" dirty="0"/>
              <a:t> </a:t>
            </a:r>
            <a:r>
              <a:rPr lang="en-GB" sz="2300" dirty="0" err="1"/>
              <a:t>đến</a:t>
            </a:r>
            <a:r>
              <a:rPr lang="en-GB" sz="2300" dirty="0"/>
              <a:t> </a:t>
            </a:r>
            <a:r>
              <a:rPr lang="en-GB" sz="2300" dirty="0" err="1"/>
              <a:t>với</a:t>
            </a:r>
            <a:r>
              <a:rPr lang="en-GB" sz="2300" dirty="0"/>
              <a:t> </a:t>
            </a:r>
            <a:r>
              <a:rPr lang="en-GB" sz="2300" dirty="0" err="1"/>
              <a:t>vị</a:t>
            </a:r>
            <a:r>
              <a:rPr lang="en-GB" sz="2300" dirty="0"/>
              <a:t> </a:t>
            </a:r>
            <a:r>
              <a:rPr lang="en-GB" sz="2300" dirty="0" err="1"/>
              <a:t>trí</a:t>
            </a:r>
            <a:r>
              <a:rPr lang="en-GB" sz="2300" dirty="0"/>
              <a:t> </a:t>
            </a:r>
            <a:r>
              <a:rPr lang="en-GB" sz="2300" dirty="0" err="1"/>
              <a:t>của</a:t>
            </a:r>
            <a:r>
              <a:rPr lang="en-GB" sz="2300" dirty="0"/>
              <a:t> </a:t>
            </a:r>
            <a:r>
              <a:rPr lang="en-GB" sz="2300" dirty="0" err="1"/>
              <a:t>tính</a:t>
            </a:r>
            <a:r>
              <a:rPr lang="en-GB" sz="2300" dirty="0"/>
              <a:t> </a:t>
            </a:r>
            <a:r>
              <a:rPr lang="en-GB" sz="2300" dirty="0" err="1"/>
              <a:t>từ</a:t>
            </a:r>
            <a:r>
              <a:rPr lang="en-GB" sz="2300" dirty="0"/>
              <a:t> </a:t>
            </a:r>
            <a:endParaRPr sz="2300" dirty="0"/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 dirty="0" err="1"/>
              <a:t>Mình</a:t>
            </a:r>
            <a:r>
              <a:rPr lang="en-GB" sz="2300" dirty="0"/>
              <a:t> </a:t>
            </a:r>
            <a:r>
              <a:rPr lang="en-GB" sz="2300" dirty="0" err="1"/>
              <a:t>sẽ</a:t>
            </a:r>
            <a:r>
              <a:rPr lang="en-GB" sz="2300" dirty="0"/>
              <a:t> </a:t>
            </a:r>
            <a:r>
              <a:rPr lang="en-GB" sz="2300" dirty="0" err="1"/>
              <a:t>có</a:t>
            </a:r>
            <a:r>
              <a:rPr lang="en-GB" sz="2300" dirty="0"/>
              <a:t> </a:t>
            </a:r>
            <a:r>
              <a:rPr lang="en-GB" sz="2300" dirty="0" err="1"/>
              <a:t>ví</a:t>
            </a:r>
            <a:r>
              <a:rPr lang="en-GB" sz="2300" dirty="0"/>
              <a:t> </a:t>
            </a:r>
            <a:r>
              <a:rPr lang="en-GB" sz="2300" dirty="0" err="1"/>
              <a:t>dụ</a:t>
            </a:r>
            <a:r>
              <a:rPr lang="en-GB" sz="2300" dirty="0"/>
              <a:t> </a:t>
            </a:r>
            <a:r>
              <a:rPr lang="en-GB" sz="2300" dirty="0" err="1"/>
              <a:t>sau</a:t>
            </a:r>
            <a:r>
              <a:rPr lang="en-GB" sz="2300" dirty="0"/>
              <a:t> </a:t>
            </a:r>
            <a:r>
              <a:rPr lang="en-GB" sz="2300" dirty="0" err="1"/>
              <a:t>đây</a:t>
            </a:r>
            <a:r>
              <a:rPr lang="en-GB" sz="2300" dirty="0"/>
              <a:t>: “She is an impatient person” (</a:t>
            </a:r>
            <a:r>
              <a:rPr lang="en-GB" sz="2300" dirty="0" err="1"/>
              <a:t>Cô</a:t>
            </a:r>
            <a:r>
              <a:rPr lang="en-GB" sz="2300" dirty="0"/>
              <a:t> </a:t>
            </a:r>
            <a:r>
              <a:rPr lang="en-GB" sz="2300" dirty="0" err="1"/>
              <a:t>ấy</a:t>
            </a:r>
            <a:r>
              <a:rPr lang="en-GB" sz="2300" dirty="0"/>
              <a:t> </a:t>
            </a:r>
            <a:r>
              <a:rPr lang="en-GB" sz="2300" dirty="0" err="1"/>
              <a:t>là</a:t>
            </a:r>
            <a:r>
              <a:rPr lang="en-GB" sz="2300" dirty="0"/>
              <a:t> </a:t>
            </a:r>
            <a:r>
              <a:rPr lang="en-GB" sz="2300" dirty="0" err="1"/>
              <a:t>một</a:t>
            </a:r>
            <a:r>
              <a:rPr lang="en-GB" sz="2300" dirty="0"/>
              <a:t> </a:t>
            </a:r>
            <a:r>
              <a:rPr lang="en-GB" sz="2300" dirty="0" err="1"/>
              <a:t>người</a:t>
            </a:r>
            <a:r>
              <a:rPr lang="en-GB" sz="2300" dirty="0"/>
              <a:t> ko </a:t>
            </a:r>
            <a:r>
              <a:rPr lang="en-GB" sz="2300" dirty="0" err="1"/>
              <a:t>kiên</a:t>
            </a:r>
            <a:r>
              <a:rPr lang="en-GB" sz="2300" dirty="0"/>
              <a:t> </a:t>
            </a:r>
            <a:r>
              <a:rPr lang="en-GB" sz="2300" dirty="0" err="1"/>
              <a:t>nhẫn</a:t>
            </a:r>
            <a:r>
              <a:rPr lang="en-GB" sz="2300" dirty="0"/>
              <a:t>)</a:t>
            </a:r>
            <a:endParaRPr sz="2300" dirty="0"/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 dirty="0" err="1"/>
              <a:t>Rồi</a:t>
            </a:r>
            <a:r>
              <a:rPr lang="en-GB" sz="2300" dirty="0"/>
              <a:t>, X </a:t>
            </a:r>
            <a:r>
              <a:rPr lang="en-GB" sz="2300" dirty="0" err="1"/>
              <a:t>nào</a:t>
            </a:r>
            <a:r>
              <a:rPr lang="en-GB" sz="2300" dirty="0"/>
              <a:t>, </a:t>
            </a:r>
            <a:r>
              <a:rPr lang="en-GB" sz="2300" dirty="0" err="1"/>
              <a:t>cho</a:t>
            </a:r>
            <a:r>
              <a:rPr lang="en-GB" sz="2300" dirty="0"/>
              <a:t> </a:t>
            </a:r>
            <a:r>
              <a:rPr lang="en-GB" sz="2300" dirty="0" err="1"/>
              <a:t>cô</a:t>
            </a:r>
            <a:r>
              <a:rPr lang="en-GB" sz="2300" dirty="0"/>
              <a:t> </a:t>
            </a:r>
            <a:r>
              <a:rPr lang="en-GB" sz="2300" dirty="0" err="1"/>
              <a:t>hỏi</a:t>
            </a:r>
            <a:r>
              <a:rPr lang="en-GB" sz="2300" dirty="0"/>
              <a:t> </a:t>
            </a:r>
            <a:r>
              <a:rPr lang="en-GB" sz="2300" dirty="0" err="1"/>
              <a:t>trong</a:t>
            </a:r>
            <a:r>
              <a:rPr lang="en-GB" sz="2300" dirty="0"/>
              <a:t> </a:t>
            </a:r>
            <a:r>
              <a:rPr lang="en-GB" sz="2300" dirty="0" err="1"/>
              <a:t>trường</a:t>
            </a:r>
            <a:r>
              <a:rPr lang="en-GB" sz="2300" dirty="0"/>
              <a:t> </a:t>
            </a:r>
            <a:r>
              <a:rPr lang="en-GB" sz="2300" dirty="0" err="1"/>
              <a:t>hợp</a:t>
            </a:r>
            <a:r>
              <a:rPr lang="en-GB" sz="2300" dirty="0"/>
              <a:t> </a:t>
            </a:r>
            <a:r>
              <a:rPr lang="en-GB" sz="2300" dirty="0" err="1"/>
              <a:t>này</a:t>
            </a:r>
            <a:r>
              <a:rPr lang="en-GB" sz="2300" dirty="0"/>
              <a:t> </a:t>
            </a:r>
            <a:r>
              <a:rPr lang="en-GB" sz="2300" dirty="0" err="1"/>
              <a:t>thì</a:t>
            </a:r>
            <a:r>
              <a:rPr lang="en-GB" sz="2300" dirty="0"/>
              <a:t> </a:t>
            </a:r>
            <a:r>
              <a:rPr lang="en-GB" sz="2300" dirty="0" err="1"/>
              <a:t>tính</a:t>
            </a:r>
            <a:r>
              <a:rPr lang="en-GB" sz="2300" dirty="0"/>
              <a:t> </a:t>
            </a:r>
            <a:r>
              <a:rPr lang="en-GB" sz="2300" dirty="0" err="1"/>
              <a:t>từ</a:t>
            </a:r>
            <a:r>
              <a:rPr lang="en-GB" sz="2300" dirty="0"/>
              <a:t> </a:t>
            </a:r>
            <a:r>
              <a:rPr lang="en-GB" sz="2300" dirty="0" err="1"/>
              <a:t>đang</a:t>
            </a:r>
            <a:r>
              <a:rPr lang="en-GB" sz="2300" dirty="0"/>
              <a:t> </a:t>
            </a:r>
            <a:r>
              <a:rPr lang="en-GB" sz="2300" dirty="0" err="1"/>
              <a:t>đứng</a:t>
            </a:r>
            <a:r>
              <a:rPr lang="en-GB" sz="2300" dirty="0"/>
              <a:t> </a:t>
            </a:r>
            <a:r>
              <a:rPr lang="en-GB" sz="2300" dirty="0" err="1"/>
              <a:t>trước</a:t>
            </a:r>
            <a:r>
              <a:rPr lang="en-GB" sz="2300" dirty="0"/>
              <a:t> hay </a:t>
            </a:r>
            <a:r>
              <a:rPr lang="en-GB" sz="2300" dirty="0" err="1"/>
              <a:t>đứng</a:t>
            </a:r>
            <a:r>
              <a:rPr lang="en-GB" sz="2300" dirty="0"/>
              <a:t> </a:t>
            </a:r>
            <a:r>
              <a:rPr lang="en-GB" sz="2300" dirty="0" err="1"/>
              <a:t>sau</a:t>
            </a:r>
            <a:r>
              <a:rPr lang="en-GB" sz="2300" dirty="0"/>
              <a:t> </a:t>
            </a:r>
            <a:r>
              <a:rPr lang="en-GB" sz="2300" dirty="0" err="1"/>
              <a:t>danh</a:t>
            </a:r>
            <a:r>
              <a:rPr lang="en-GB" sz="2300" dirty="0"/>
              <a:t> </a:t>
            </a:r>
            <a:r>
              <a:rPr lang="en-GB" sz="2300" dirty="0" err="1"/>
              <a:t>từ</a:t>
            </a:r>
            <a:r>
              <a:rPr lang="en-GB" sz="2300" dirty="0"/>
              <a:t> </a:t>
            </a:r>
            <a:r>
              <a:rPr lang="en-GB" sz="2300" dirty="0" err="1"/>
              <a:t>nhỉ</a:t>
            </a:r>
            <a:r>
              <a:rPr lang="en-GB" sz="2300" dirty="0"/>
              <a:t>? (ĐỨNG TRƯỚC DANH TỪ) → Good job</a:t>
            </a:r>
            <a:endParaRPr sz="2300" dirty="0"/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 dirty="0" err="1"/>
              <a:t>Tiếp</a:t>
            </a:r>
            <a:r>
              <a:rPr lang="en-GB" sz="2300" dirty="0"/>
              <a:t> </a:t>
            </a:r>
            <a:r>
              <a:rPr lang="en-GB" sz="2300" dirty="0" err="1"/>
              <a:t>theo</a:t>
            </a:r>
            <a:r>
              <a:rPr lang="en-GB" sz="2300" dirty="0"/>
              <a:t> </a:t>
            </a:r>
            <a:r>
              <a:rPr lang="en-GB" sz="2300" dirty="0" err="1"/>
              <a:t>chúng</a:t>
            </a:r>
            <a:r>
              <a:rPr lang="en-GB" sz="2300" dirty="0"/>
              <a:t> </a:t>
            </a:r>
            <a:r>
              <a:rPr lang="en-GB" sz="2300" dirty="0" err="1"/>
              <a:t>mình</a:t>
            </a:r>
            <a:r>
              <a:rPr lang="en-GB" sz="2300" dirty="0"/>
              <a:t> today is wonderful → Y </a:t>
            </a:r>
            <a:r>
              <a:rPr lang="en-GB" sz="2300" dirty="0" err="1"/>
              <a:t>nào</a:t>
            </a:r>
            <a:r>
              <a:rPr lang="en-GB" sz="2300" dirty="0"/>
              <a:t>, </a:t>
            </a:r>
            <a:r>
              <a:rPr lang="en-GB" sz="2300" dirty="0" err="1"/>
              <a:t>trong</a:t>
            </a:r>
            <a:r>
              <a:rPr lang="en-GB" sz="2300" dirty="0"/>
              <a:t> </a:t>
            </a:r>
            <a:r>
              <a:rPr lang="en-GB" sz="2300" dirty="0" err="1"/>
              <a:t>trường</a:t>
            </a:r>
            <a:r>
              <a:rPr lang="en-GB" sz="2300" dirty="0"/>
              <a:t> </a:t>
            </a:r>
            <a:r>
              <a:rPr lang="en-GB" sz="2300" dirty="0" err="1"/>
              <a:t>hợp</a:t>
            </a:r>
            <a:r>
              <a:rPr lang="en-GB" sz="2300" dirty="0"/>
              <a:t> </a:t>
            </a:r>
            <a:r>
              <a:rPr lang="en-GB" sz="2300" dirty="0" err="1"/>
              <a:t>này</a:t>
            </a:r>
            <a:r>
              <a:rPr lang="en-GB" sz="2300" dirty="0"/>
              <a:t> </a:t>
            </a:r>
            <a:r>
              <a:rPr lang="en-GB" sz="2300" dirty="0" err="1"/>
              <a:t>thì</a:t>
            </a:r>
            <a:r>
              <a:rPr lang="en-GB" sz="2300" dirty="0"/>
              <a:t> </a:t>
            </a:r>
            <a:r>
              <a:rPr lang="en-GB" sz="2300" dirty="0" err="1"/>
              <a:t>tính</a:t>
            </a:r>
            <a:r>
              <a:rPr lang="en-GB" sz="2300" dirty="0"/>
              <a:t> </a:t>
            </a:r>
            <a:r>
              <a:rPr lang="en-GB" sz="2300" dirty="0" err="1"/>
              <a:t>từ</a:t>
            </a:r>
            <a:r>
              <a:rPr lang="en-GB" sz="2300" dirty="0"/>
              <a:t> </a:t>
            </a:r>
            <a:r>
              <a:rPr lang="en-GB" sz="2300" dirty="0" err="1"/>
              <a:t>sẽ</a:t>
            </a:r>
            <a:r>
              <a:rPr lang="en-GB" sz="2300" dirty="0"/>
              <a:t> </a:t>
            </a:r>
            <a:r>
              <a:rPr lang="en-GB" sz="2300" dirty="0" err="1"/>
              <a:t>đứng</a:t>
            </a:r>
            <a:r>
              <a:rPr lang="en-GB" sz="2300" dirty="0"/>
              <a:t> </a:t>
            </a:r>
            <a:r>
              <a:rPr lang="en-GB" sz="2300" dirty="0" err="1"/>
              <a:t>như</a:t>
            </a:r>
            <a:r>
              <a:rPr lang="en-GB" sz="2300" dirty="0"/>
              <a:t> </a:t>
            </a:r>
            <a:r>
              <a:rPr lang="en-GB" sz="2300" dirty="0" err="1"/>
              <a:t>thế</a:t>
            </a:r>
            <a:r>
              <a:rPr lang="en-GB" sz="2300" dirty="0"/>
              <a:t> </a:t>
            </a:r>
            <a:r>
              <a:rPr lang="en-GB" sz="2300" dirty="0" err="1"/>
              <a:t>nào</a:t>
            </a:r>
            <a:r>
              <a:rPr lang="en-GB" sz="2300" dirty="0"/>
              <a:t> so </a:t>
            </a:r>
            <a:r>
              <a:rPr lang="en-GB" sz="2300" dirty="0" err="1"/>
              <a:t>với</a:t>
            </a:r>
            <a:r>
              <a:rPr lang="en-GB" sz="2300" dirty="0"/>
              <a:t> </a:t>
            </a:r>
            <a:r>
              <a:rPr lang="en-GB" sz="2300" dirty="0" err="1"/>
              <a:t>động</a:t>
            </a:r>
            <a:r>
              <a:rPr lang="en-GB" sz="2300" dirty="0"/>
              <a:t> </a:t>
            </a:r>
            <a:r>
              <a:rPr lang="en-GB" sz="2300" dirty="0" err="1"/>
              <a:t>từ</a:t>
            </a:r>
            <a:r>
              <a:rPr lang="en-GB" sz="2300" dirty="0"/>
              <a:t> to be </a:t>
            </a:r>
            <a:r>
              <a:rPr lang="en-GB" sz="2300" dirty="0" err="1"/>
              <a:t>nhỉ</a:t>
            </a:r>
            <a:r>
              <a:rPr lang="en-GB" sz="2300" dirty="0"/>
              <a:t>? (ĐỨNG SAU ĐỘNG TỪ TO BE), Yes → correct</a:t>
            </a:r>
            <a:endParaRPr sz="2300" dirty="0"/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 dirty="0" err="1"/>
              <a:t>Cuối</a:t>
            </a:r>
            <a:r>
              <a:rPr lang="en-GB" sz="2300" dirty="0"/>
              <a:t> </a:t>
            </a:r>
            <a:r>
              <a:rPr lang="en-GB" sz="2300" dirty="0" err="1"/>
              <a:t>cùng</a:t>
            </a:r>
            <a:r>
              <a:rPr lang="en-GB" sz="2300" dirty="0"/>
              <a:t>, </a:t>
            </a:r>
            <a:r>
              <a:rPr lang="en-GB" sz="2300" dirty="0" err="1"/>
              <a:t>mình</a:t>
            </a:r>
            <a:r>
              <a:rPr lang="en-GB" sz="2300" dirty="0"/>
              <a:t> </a:t>
            </a:r>
            <a:r>
              <a:rPr lang="en-GB" sz="2300" dirty="0" err="1"/>
              <a:t>sẽ</a:t>
            </a:r>
            <a:r>
              <a:rPr lang="en-GB" sz="2300" dirty="0"/>
              <a:t> </a:t>
            </a:r>
            <a:r>
              <a:rPr lang="en-GB" sz="2300" dirty="0" err="1"/>
              <a:t>có</a:t>
            </a:r>
            <a:r>
              <a:rPr lang="en-GB" sz="2300" dirty="0"/>
              <a:t> </a:t>
            </a:r>
            <a:r>
              <a:rPr lang="en-GB" sz="2300" dirty="0" err="1"/>
              <a:t>ví</a:t>
            </a:r>
            <a:r>
              <a:rPr lang="en-GB" sz="2300" dirty="0"/>
              <a:t> </a:t>
            </a:r>
            <a:r>
              <a:rPr lang="en-GB" sz="2300" dirty="0" err="1"/>
              <a:t>dụ</a:t>
            </a:r>
            <a:r>
              <a:rPr lang="en-GB" sz="2300" dirty="0"/>
              <a:t> “The food smells great today” → Z </a:t>
            </a:r>
            <a:r>
              <a:rPr lang="en-GB" sz="2300" dirty="0" err="1"/>
              <a:t>nào</a:t>
            </a:r>
            <a:r>
              <a:rPr lang="en-GB" sz="2300" dirty="0"/>
              <a:t>, </a:t>
            </a:r>
            <a:r>
              <a:rPr lang="en-GB" sz="2300" dirty="0" err="1"/>
              <a:t>em</a:t>
            </a:r>
            <a:r>
              <a:rPr lang="en-GB" sz="2300" dirty="0"/>
              <a:t> </a:t>
            </a:r>
            <a:r>
              <a:rPr lang="en-GB" sz="2300" dirty="0" err="1"/>
              <a:t>dịch</a:t>
            </a:r>
            <a:r>
              <a:rPr lang="en-GB" sz="2300" dirty="0"/>
              <a:t> </a:t>
            </a:r>
            <a:r>
              <a:rPr lang="en-GB" sz="2300" dirty="0" err="1"/>
              <a:t>cụm</a:t>
            </a:r>
            <a:r>
              <a:rPr lang="en-GB" sz="2300" dirty="0"/>
              <a:t> </a:t>
            </a:r>
            <a:r>
              <a:rPr lang="en-GB" sz="2300" dirty="0" err="1"/>
              <a:t>này</a:t>
            </a:r>
            <a:r>
              <a:rPr lang="en-GB" sz="2300" dirty="0"/>
              <a:t> </a:t>
            </a:r>
            <a:r>
              <a:rPr lang="en-GB" sz="2300" dirty="0" err="1"/>
              <a:t>như</a:t>
            </a:r>
            <a:r>
              <a:rPr lang="en-GB" sz="2300" dirty="0"/>
              <a:t> </a:t>
            </a:r>
            <a:r>
              <a:rPr lang="en-GB" sz="2300" dirty="0" err="1"/>
              <a:t>thế</a:t>
            </a:r>
            <a:r>
              <a:rPr lang="en-GB" sz="2300" dirty="0"/>
              <a:t> </a:t>
            </a:r>
            <a:r>
              <a:rPr lang="en-GB" sz="2300" dirty="0" err="1"/>
              <a:t>nào</a:t>
            </a:r>
            <a:r>
              <a:rPr lang="en-GB" sz="2300" dirty="0"/>
              <a:t> </a:t>
            </a:r>
            <a:r>
              <a:rPr lang="en-GB" sz="2300" dirty="0" err="1"/>
              <a:t>nhỉ</a:t>
            </a:r>
            <a:r>
              <a:rPr lang="en-GB" sz="2300" dirty="0"/>
              <a:t>? (HÔM NAY ĐỒ ĂN NGỬI MÙI RẤT THƠM)</a:t>
            </a:r>
            <a:endParaRPr sz="2300" dirty="0"/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 dirty="0" err="1"/>
              <a:t>Chính</a:t>
            </a:r>
            <a:r>
              <a:rPr lang="en-GB" sz="2300" dirty="0"/>
              <a:t> </a:t>
            </a:r>
            <a:r>
              <a:rPr lang="en-GB" sz="2300" dirty="0" err="1"/>
              <a:t>xác</a:t>
            </a:r>
            <a:r>
              <a:rPr lang="en-GB" sz="2300" dirty="0"/>
              <a:t>, </a:t>
            </a:r>
            <a:r>
              <a:rPr lang="en-GB" sz="2300" dirty="0" err="1"/>
              <a:t>vậy</a:t>
            </a:r>
            <a:r>
              <a:rPr lang="en-GB" sz="2300" dirty="0"/>
              <a:t> </a:t>
            </a:r>
            <a:r>
              <a:rPr lang="en-GB" sz="2300" dirty="0" err="1"/>
              <a:t>động</a:t>
            </a:r>
            <a:r>
              <a:rPr lang="en-GB" sz="2300" dirty="0"/>
              <a:t> </a:t>
            </a:r>
            <a:r>
              <a:rPr lang="en-GB" sz="2300" dirty="0" err="1"/>
              <a:t>từ</a:t>
            </a:r>
            <a:r>
              <a:rPr lang="en-GB" sz="2300" dirty="0"/>
              <a:t> SMELL </a:t>
            </a:r>
            <a:r>
              <a:rPr lang="en-GB" sz="2300" dirty="0" err="1"/>
              <a:t>này</a:t>
            </a:r>
            <a:r>
              <a:rPr lang="en-GB" sz="2300" dirty="0"/>
              <a:t> </a:t>
            </a:r>
            <a:r>
              <a:rPr lang="en-GB" sz="2300" dirty="0" err="1"/>
              <a:t>thì</a:t>
            </a:r>
            <a:r>
              <a:rPr lang="en-GB" sz="2300" dirty="0"/>
              <a:t> </a:t>
            </a:r>
            <a:r>
              <a:rPr lang="en-GB" sz="2300" dirty="0" err="1"/>
              <a:t>em</a:t>
            </a:r>
            <a:r>
              <a:rPr lang="en-GB" sz="2300" dirty="0"/>
              <a:t> </a:t>
            </a:r>
            <a:r>
              <a:rPr lang="en-GB" sz="2300" dirty="0" err="1"/>
              <a:t>thấy</a:t>
            </a:r>
            <a:r>
              <a:rPr lang="en-GB" sz="2300" dirty="0"/>
              <a:t> </a:t>
            </a:r>
            <a:r>
              <a:rPr lang="en-GB" sz="2300" dirty="0" err="1"/>
              <a:t>nó</a:t>
            </a:r>
            <a:r>
              <a:rPr lang="en-GB" sz="2300" dirty="0"/>
              <a:t> </a:t>
            </a:r>
            <a:r>
              <a:rPr lang="en-GB" sz="2300" dirty="0" err="1"/>
              <a:t>là</a:t>
            </a:r>
            <a:r>
              <a:rPr lang="en-GB" sz="2300" dirty="0"/>
              <a:t> </a:t>
            </a:r>
            <a:r>
              <a:rPr lang="en-GB" sz="2300" dirty="0" err="1"/>
              <a:t>động</a:t>
            </a:r>
            <a:r>
              <a:rPr lang="en-GB" sz="2300" dirty="0"/>
              <a:t> </a:t>
            </a:r>
            <a:r>
              <a:rPr lang="en-GB" sz="2300" dirty="0" err="1"/>
              <a:t>từ</a:t>
            </a:r>
            <a:r>
              <a:rPr lang="en-GB" sz="2300" dirty="0"/>
              <a:t> </a:t>
            </a:r>
            <a:r>
              <a:rPr lang="en-GB" sz="2300" dirty="0" err="1"/>
              <a:t>chỉ</a:t>
            </a:r>
            <a:r>
              <a:rPr lang="en-GB" sz="2300" dirty="0"/>
              <a:t> </a:t>
            </a:r>
            <a:r>
              <a:rPr lang="en-GB" sz="2300" dirty="0" err="1"/>
              <a:t>gì</a:t>
            </a:r>
            <a:r>
              <a:rPr lang="en-GB" sz="2300" dirty="0"/>
              <a:t> </a:t>
            </a:r>
            <a:r>
              <a:rPr lang="en-GB" sz="2300" dirty="0" err="1"/>
              <a:t>của</a:t>
            </a:r>
            <a:r>
              <a:rPr lang="en-GB" sz="2300" dirty="0"/>
              <a:t> con </a:t>
            </a:r>
            <a:r>
              <a:rPr lang="en-GB" sz="2300" dirty="0" err="1"/>
              <a:t>người</a:t>
            </a:r>
            <a:r>
              <a:rPr lang="en-GB" sz="2300" dirty="0"/>
              <a:t> </a:t>
            </a:r>
            <a:r>
              <a:rPr lang="en-GB" sz="2300" dirty="0" err="1"/>
              <a:t>nhỉ</a:t>
            </a:r>
            <a:r>
              <a:rPr lang="en-GB" sz="2300" dirty="0"/>
              <a:t>? (CHỈ GIÁC QUAN/</a:t>
            </a:r>
            <a:r>
              <a:rPr lang="en-GB" sz="2300" dirty="0" err="1"/>
              <a:t>khứu</a:t>
            </a:r>
            <a:r>
              <a:rPr lang="en-GB" sz="2300" dirty="0"/>
              <a:t> </a:t>
            </a:r>
            <a:r>
              <a:rPr lang="en-GB" sz="2300" dirty="0" err="1"/>
              <a:t>giác</a:t>
            </a:r>
            <a:r>
              <a:rPr lang="en-GB" sz="2300" dirty="0"/>
              <a:t>) → Yes, good job</a:t>
            </a:r>
            <a:endParaRPr sz="2300" dirty="0"/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 dirty="0" err="1"/>
              <a:t>Tính</a:t>
            </a:r>
            <a:r>
              <a:rPr lang="en-GB" sz="2300" dirty="0"/>
              <a:t> </a:t>
            </a:r>
            <a:r>
              <a:rPr lang="en-GB" sz="2300" dirty="0" err="1"/>
              <a:t>từ</a:t>
            </a:r>
            <a:r>
              <a:rPr lang="en-GB" sz="2300" dirty="0"/>
              <a:t> </a:t>
            </a:r>
            <a:r>
              <a:rPr lang="en-GB" sz="2300" dirty="0" err="1"/>
              <a:t>còn</a:t>
            </a:r>
            <a:r>
              <a:rPr lang="en-GB" sz="2300" dirty="0"/>
              <a:t> </a:t>
            </a:r>
            <a:r>
              <a:rPr lang="en-GB" sz="2300" dirty="0" err="1"/>
              <a:t>có</a:t>
            </a:r>
            <a:r>
              <a:rPr lang="en-GB" sz="2300" dirty="0"/>
              <a:t> </a:t>
            </a:r>
            <a:r>
              <a:rPr lang="en-GB" sz="2300" dirty="0" err="1"/>
              <a:t>thể</a:t>
            </a:r>
            <a:r>
              <a:rPr lang="en-GB" sz="2300" dirty="0"/>
              <a:t> </a:t>
            </a:r>
            <a:r>
              <a:rPr lang="en-GB" sz="2300" dirty="0" err="1"/>
              <a:t>đứng</a:t>
            </a:r>
            <a:r>
              <a:rPr lang="en-GB" sz="2300" dirty="0"/>
              <a:t> </a:t>
            </a:r>
            <a:r>
              <a:rPr lang="en-GB" sz="2300" dirty="0" err="1"/>
              <a:t>sau</a:t>
            </a:r>
            <a:r>
              <a:rPr lang="en-GB" sz="2300" dirty="0"/>
              <a:t> </a:t>
            </a:r>
            <a:r>
              <a:rPr lang="en-GB" sz="2300" dirty="0" err="1"/>
              <a:t>những</a:t>
            </a:r>
            <a:r>
              <a:rPr lang="en-GB" sz="2300" dirty="0"/>
              <a:t> </a:t>
            </a:r>
            <a:r>
              <a:rPr lang="en-GB" sz="2300" dirty="0" err="1"/>
              <a:t>động</a:t>
            </a:r>
            <a:r>
              <a:rPr lang="en-GB" sz="2300" dirty="0"/>
              <a:t> </a:t>
            </a:r>
            <a:r>
              <a:rPr lang="en-GB" sz="2300" dirty="0" err="1"/>
              <a:t>từ</a:t>
            </a:r>
            <a:r>
              <a:rPr lang="en-GB" sz="2300" dirty="0"/>
              <a:t> </a:t>
            </a:r>
            <a:r>
              <a:rPr lang="en-GB" sz="2300" dirty="0" err="1"/>
              <a:t>chỉ</a:t>
            </a:r>
            <a:r>
              <a:rPr lang="en-GB" sz="2300" dirty="0"/>
              <a:t> </a:t>
            </a:r>
            <a:r>
              <a:rPr lang="en-GB" sz="2300" dirty="0" err="1"/>
              <a:t>giác</a:t>
            </a:r>
            <a:r>
              <a:rPr lang="en-GB" sz="2300" dirty="0"/>
              <a:t> </a:t>
            </a:r>
            <a:r>
              <a:rPr lang="en-GB" sz="2300" dirty="0" err="1"/>
              <a:t>quan</a:t>
            </a:r>
            <a:r>
              <a:rPr lang="en-GB" sz="2300" dirty="0"/>
              <a:t> </a:t>
            </a:r>
            <a:r>
              <a:rPr lang="en-GB" sz="2300" dirty="0" err="1"/>
              <a:t>trong</a:t>
            </a:r>
            <a:r>
              <a:rPr lang="en-GB" sz="2300" dirty="0"/>
              <a:t> </a:t>
            </a:r>
            <a:r>
              <a:rPr lang="en-GB" sz="2300" dirty="0" err="1"/>
              <a:t>tiếng</a:t>
            </a:r>
            <a:r>
              <a:rPr lang="en-GB" sz="2300" dirty="0"/>
              <a:t> </a:t>
            </a:r>
            <a:r>
              <a:rPr lang="en-GB" sz="2300" dirty="0" err="1"/>
              <a:t>anh</a:t>
            </a:r>
            <a:r>
              <a:rPr lang="en-GB" sz="2300" dirty="0"/>
              <a:t> (FEEL - </a:t>
            </a:r>
            <a:r>
              <a:rPr lang="en-GB" sz="2300" dirty="0" err="1"/>
              <a:t>cảm</a:t>
            </a:r>
            <a:r>
              <a:rPr lang="en-GB" sz="2300" dirty="0"/>
              <a:t> </a:t>
            </a:r>
            <a:r>
              <a:rPr lang="en-GB" sz="2300" dirty="0" err="1"/>
              <a:t>thấy</a:t>
            </a:r>
            <a:r>
              <a:rPr lang="en-GB" sz="2300" dirty="0"/>
              <a:t>; LOOK - </a:t>
            </a:r>
            <a:r>
              <a:rPr lang="en-GB" sz="2300" dirty="0" err="1"/>
              <a:t>nhìn</a:t>
            </a:r>
            <a:r>
              <a:rPr lang="en-GB" sz="2300" dirty="0"/>
              <a:t>, </a:t>
            </a:r>
            <a:r>
              <a:rPr lang="en-GB" sz="2300" dirty="0" err="1"/>
              <a:t>trông</a:t>
            </a:r>
            <a:r>
              <a:rPr lang="en-GB" sz="2300" dirty="0"/>
              <a:t> </a:t>
            </a:r>
            <a:r>
              <a:rPr lang="en-GB" sz="2300" dirty="0" err="1"/>
              <a:t>có</a:t>
            </a:r>
            <a:r>
              <a:rPr lang="en-GB" sz="2300" dirty="0"/>
              <a:t> </a:t>
            </a:r>
            <a:r>
              <a:rPr lang="en-GB" sz="2300" dirty="0" err="1"/>
              <a:t>vẻ</a:t>
            </a:r>
            <a:r>
              <a:rPr lang="en-GB" sz="2300" dirty="0"/>
              <a:t>; SOUND/HEAR - </a:t>
            </a:r>
            <a:r>
              <a:rPr lang="en-GB" sz="2300" dirty="0" err="1"/>
              <a:t>nghe</a:t>
            </a:r>
            <a:r>
              <a:rPr lang="en-GB" sz="2300" dirty="0"/>
              <a:t> </a:t>
            </a:r>
            <a:r>
              <a:rPr lang="en-GB" sz="2300" dirty="0" err="1"/>
              <a:t>có</a:t>
            </a:r>
            <a:r>
              <a:rPr lang="en-GB" sz="2300" dirty="0"/>
              <a:t> </a:t>
            </a:r>
            <a:r>
              <a:rPr lang="en-GB" sz="2300" dirty="0" err="1"/>
              <a:t>vẻ</a:t>
            </a:r>
            <a:r>
              <a:rPr lang="en-GB" sz="2300" dirty="0"/>
              <a:t>)</a:t>
            </a:r>
            <a:endParaRPr sz="2300" dirty="0"/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 dirty="0"/>
              <a:t>I </a:t>
            </a:r>
            <a:r>
              <a:rPr lang="en-GB" sz="2300" b="1" dirty="0"/>
              <a:t>feel tired </a:t>
            </a:r>
            <a:r>
              <a:rPr lang="en-GB" sz="2300" dirty="0"/>
              <a:t>after studying all day/ She</a:t>
            </a:r>
            <a:r>
              <a:rPr lang="en-GB" sz="2300" b="1" dirty="0"/>
              <a:t> felt cold</a:t>
            </a:r>
            <a:r>
              <a:rPr lang="en-GB" sz="2300" dirty="0"/>
              <a:t>, so she put on a jacket.</a:t>
            </a:r>
            <a:br>
              <a:rPr lang="en-GB" sz="2300" dirty="0"/>
            </a:br>
            <a:r>
              <a:rPr lang="en-GB" sz="2300" dirty="0"/>
              <a:t>You </a:t>
            </a:r>
            <a:r>
              <a:rPr lang="en-GB" sz="2300" b="1" dirty="0"/>
              <a:t>look beautiful</a:t>
            </a:r>
            <a:r>
              <a:rPr lang="en-GB" sz="2300" dirty="0"/>
              <a:t> in that dress</a:t>
            </a:r>
            <a:endParaRPr sz="2300" dirty="0"/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-GB" sz="2300" dirty="0"/>
              <a:t>That idea </a:t>
            </a:r>
            <a:r>
              <a:rPr lang="en-GB" sz="2300" b="1" dirty="0"/>
              <a:t>sounds great</a:t>
            </a:r>
            <a:r>
              <a:rPr lang="en-GB" sz="2300" dirty="0"/>
              <a:t> / Her voice </a:t>
            </a:r>
            <a:r>
              <a:rPr lang="en-GB" sz="2300" b="1" dirty="0"/>
              <a:t>sounds sweet</a:t>
            </a:r>
            <a:r>
              <a:rPr lang="en-GB" sz="2300" dirty="0"/>
              <a:t>. </a:t>
            </a:r>
            <a:endParaRPr sz="23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5" name="Google Shape;3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6" name="Google Shape;3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Google Shape;3132;g370d5b8649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3" name="Google Shape;3133;g370d5b8649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g26c7be5eca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0" name="Google Shape;3160;g26c7be5eca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2" name="Google Shape;3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3" name="Google Shape;3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5" name="Google Shape;3185;g373014492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6" name="Google Shape;3186;g373014492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Google Shape;3198;g36d8d8f795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9" name="Google Shape;3199;g36d8d8f795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Google Shape;3213;g36f7d9706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4" name="Google Shape;3214;g36f7d9706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9" name="Google Shape;32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5" name="Google Shape;325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6" name="Google Shape;325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https://www.baamboozle.com/game/13081</a:t>
            </a:r>
            <a:r>
              <a:rPr lang="en-GB" dirty="0"/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2" name="Google Shape;326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7" name="Google Shape;32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8" name="Google Shape;326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3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6" name="Google Shape;327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" name="Google Shape;328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5" name="Google Shape;328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5" name="Google Shape;32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6" name="Google Shape;329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4" name="Google Shape;33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5" name="Google Shape;330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5" name="Google Shape;3315;g36d8d8f795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6" name="Google Shape;3316;g36d8d8f795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g370d5b8649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7" name="Google Shape;3337;g370d5b8649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2" name="Google Shape;334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3" name="Google Shape;33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32"/>
          <p:cNvGrpSpPr/>
          <p:nvPr/>
        </p:nvGrpSpPr>
        <p:grpSpPr>
          <a:xfrm>
            <a:off x="0" y="-1"/>
            <a:ext cx="9195469" cy="5143462"/>
            <a:chOff x="0" y="-1"/>
            <a:chExt cx="9195469" cy="5143462"/>
          </a:xfrm>
        </p:grpSpPr>
        <p:sp>
          <p:nvSpPr>
            <p:cNvPr id="12" name="Google Shape;12;p32"/>
            <p:cNvSpPr/>
            <p:nvPr/>
          </p:nvSpPr>
          <p:spPr>
            <a:xfrm>
              <a:off x="0" y="4270146"/>
              <a:ext cx="1633436" cy="873316"/>
            </a:xfrm>
            <a:custGeom>
              <a:avLst/>
              <a:gdLst/>
              <a:ahLst/>
              <a:cxnLst/>
              <a:rect l="l" t="t" r="r" b="b"/>
              <a:pathLst>
                <a:path w="36725" h="19635" extrusionOk="0">
                  <a:moveTo>
                    <a:pt x="16954" y="1"/>
                  </a:moveTo>
                  <a:cubicBezTo>
                    <a:pt x="16286" y="1"/>
                    <a:pt x="15614" y="74"/>
                    <a:pt x="14952" y="171"/>
                  </a:cubicBezTo>
                  <a:cubicBezTo>
                    <a:pt x="12377" y="548"/>
                    <a:pt x="9854" y="1265"/>
                    <a:pt x="7265" y="1521"/>
                  </a:cubicBezTo>
                  <a:cubicBezTo>
                    <a:pt x="6695" y="1577"/>
                    <a:pt x="6117" y="1609"/>
                    <a:pt x="5539" y="1609"/>
                  </a:cubicBezTo>
                  <a:cubicBezTo>
                    <a:pt x="3597" y="1609"/>
                    <a:pt x="1654" y="1252"/>
                    <a:pt x="1" y="281"/>
                  </a:cubicBezTo>
                  <a:lnTo>
                    <a:pt x="1" y="19635"/>
                  </a:lnTo>
                  <a:lnTo>
                    <a:pt x="36475" y="19631"/>
                  </a:lnTo>
                  <a:cubicBezTo>
                    <a:pt x="36475" y="19632"/>
                    <a:pt x="36475" y="19633"/>
                    <a:pt x="36475" y="19633"/>
                  </a:cubicBezTo>
                  <a:cubicBezTo>
                    <a:pt x="36487" y="19633"/>
                    <a:pt x="36711" y="18885"/>
                    <a:pt x="36714" y="18403"/>
                  </a:cubicBezTo>
                  <a:cubicBezTo>
                    <a:pt x="36724" y="16226"/>
                    <a:pt x="35596" y="14139"/>
                    <a:pt x="33976" y="12689"/>
                  </a:cubicBezTo>
                  <a:cubicBezTo>
                    <a:pt x="32353" y="11239"/>
                    <a:pt x="30277" y="10373"/>
                    <a:pt x="28159" y="9882"/>
                  </a:cubicBezTo>
                  <a:cubicBezTo>
                    <a:pt x="26487" y="9495"/>
                    <a:pt x="24618" y="9245"/>
                    <a:pt x="23486" y="7958"/>
                  </a:cubicBezTo>
                  <a:cubicBezTo>
                    <a:pt x="21967" y="6231"/>
                    <a:pt x="22458" y="3375"/>
                    <a:pt x="20995" y="1597"/>
                  </a:cubicBezTo>
                  <a:cubicBezTo>
                    <a:pt x="20309" y="759"/>
                    <a:pt x="19257" y="278"/>
                    <a:pt x="18188" y="98"/>
                  </a:cubicBezTo>
                  <a:cubicBezTo>
                    <a:pt x="17780" y="29"/>
                    <a:pt x="17367" y="1"/>
                    <a:pt x="169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2"/>
            <p:cNvSpPr/>
            <p:nvPr/>
          </p:nvSpPr>
          <p:spPr>
            <a:xfrm rot="5400000">
              <a:off x="8712919" y="-50321"/>
              <a:ext cx="380758" cy="481399"/>
            </a:xfrm>
            <a:custGeom>
              <a:avLst/>
              <a:gdLst/>
              <a:ahLst/>
              <a:cxnLst/>
              <a:rect l="l" t="t" r="r" b="b"/>
              <a:pathLst>
                <a:path w="4540" h="5740" extrusionOk="0">
                  <a:moveTo>
                    <a:pt x="4217" y="0"/>
                  </a:moveTo>
                  <a:cubicBezTo>
                    <a:pt x="4454" y="1466"/>
                    <a:pt x="4405" y="3034"/>
                    <a:pt x="3377" y="4181"/>
                  </a:cubicBezTo>
                  <a:cubicBezTo>
                    <a:pt x="2821" y="4794"/>
                    <a:pt x="2054" y="5140"/>
                    <a:pt x="1266" y="5348"/>
                  </a:cubicBezTo>
                  <a:cubicBezTo>
                    <a:pt x="850" y="5459"/>
                    <a:pt x="424" y="5520"/>
                    <a:pt x="0" y="5581"/>
                  </a:cubicBezTo>
                  <a:lnTo>
                    <a:pt x="0" y="5740"/>
                  </a:lnTo>
                  <a:cubicBezTo>
                    <a:pt x="62" y="5732"/>
                    <a:pt x="119" y="5724"/>
                    <a:pt x="176" y="5715"/>
                  </a:cubicBezTo>
                  <a:cubicBezTo>
                    <a:pt x="584" y="5655"/>
                    <a:pt x="988" y="5577"/>
                    <a:pt x="1385" y="5471"/>
                  </a:cubicBezTo>
                  <a:cubicBezTo>
                    <a:pt x="2148" y="5259"/>
                    <a:pt x="2891" y="4916"/>
                    <a:pt x="3437" y="4328"/>
                  </a:cubicBezTo>
                  <a:cubicBezTo>
                    <a:pt x="4006" y="3724"/>
                    <a:pt x="4324" y="2923"/>
                    <a:pt x="4438" y="2111"/>
                  </a:cubicBezTo>
                  <a:cubicBezTo>
                    <a:pt x="4540" y="1408"/>
                    <a:pt x="4491" y="698"/>
                    <a:pt x="43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2"/>
            <p:cNvSpPr/>
            <p:nvPr/>
          </p:nvSpPr>
          <p:spPr>
            <a:xfrm rot="5400000">
              <a:off x="8428861" y="-43611"/>
              <a:ext cx="671527" cy="758749"/>
            </a:xfrm>
            <a:custGeom>
              <a:avLst/>
              <a:gdLst/>
              <a:ahLst/>
              <a:cxnLst/>
              <a:rect l="l" t="t" r="r" b="b"/>
              <a:pathLst>
                <a:path w="8007" h="9047" extrusionOk="0">
                  <a:moveTo>
                    <a:pt x="7467" y="0"/>
                  </a:moveTo>
                  <a:cubicBezTo>
                    <a:pt x="7712" y="865"/>
                    <a:pt x="7822" y="1768"/>
                    <a:pt x="7782" y="2666"/>
                  </a:cubicBezTo>
                  <a:cubicBezTo>
                    <a:pt x="7724" y="3842"/>
                    <a:pt x="7394" y="5026"/>
                    <a:pt x="6695" y="5989"/>
                  </a:cubicBezTo>
                  <a:cubicBezTo>
                    <a:pt x="5896" y="7091"/>
                    <a:pt x="4679" y="7716"/>
                    <a:pt x="3401" y="8100"/>
                  </a:cubicBezTo>
                  <a:cubicBezTo>
                    <a:pt x="2286" y="8434"/>
                    <a:pt x="1127" y="8606"/>
                    <a:pt x="0" y="8892"/>
                  </a:cubicBezTo>
                  <a:lnTo>
                    <a:pt x="0" y="9047"/>
                  </a:lnTo>
                  <a:cubicBezTo>
                    <a:pt x="1082" y="8770"/>
                    <a:pt x="2193" y="8598"/>
                    <a:pt x="3266" y="8291"/>
                  </a:cubicBezTo>
                  <a:cubicBezTo>
                    <a:pt x="4540" y="7933"/>
                    <a:pt x="5781" y="7353"/>
                    <a:pt x="6634" y="6307"/>
                  </a:cubicBezTo>
                  <a:cubicBezTo>
                    <a:pt x="7381" y="5397"/>
                    <a:pt x="7782" y="4250"/>
                    <a:pt x="7900" y="3087"/>
                  </a:cubicBezTo>
                  <a:cubicBezTo>
                    <a:pt x="8006" y="2054"/>
                    <a:pt x="7900" y="1001"/>
                    <a:pt x="7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2"/>
            <p:cNvSpPr/>
            <p:nvPr/>
          </p:nvSpPr>
          <p:spPr>
            <a:xfrm rot="5400000">
              <a:off x="8107187" y="-69149"/>
              <a:ext cx="967663" cy="1105961"/>
            </a:xfrm>
            <a:custGeom>
              <a:avLst/>
              <a:gdLst/>
              <a:ahLst/>
              <a:cxnLst/>
              <a:rect l="l" t="t" r="r" b="b"/>
              <a:pathLst>
                <a:path w="11538" h="13187" extrusionOk="0">
                  <a:moveTo>
                    <a:pt x="10565" y="0"/>
                  </a:moveTo>
                  <a:cubicBezTo>
                    <a:pt x="11129" y="1061"/>
                    <a:pt x="11349" y="2303"/>
                    <a:pt x="11256" y="3503"/>
                  </a:cubicBezTo>
                  <a:cubicBezTo>
                    <a:pt x="11117" y="5259"/>
                    <a:pt x="10284" y="6879"/>
                    <a:pt x="9125" y="8182"/>
                  </a:cubicBezTo>
                  <a:cubicBezTo>
                    <a:pt x="7871" y="9586"/>
                    <a:pt x="6271" y="10611"/>
                    <a:pt x="4573" y="11390"/>
                  </a:cubicBezTo>
                  <a:cubicBezTo>
                    <a:pt x="3642" y="11815"/>
                    <a:pt x="2678" y="12170"/>
                    <a:pt x="1707" y="12497"/>
                  </a:cubicBezTo>
                  <a:cubicBezTo>
                    <a:pt x="1144" y="12685"/>
                    <a:pt x="571" y="12852"/>
                    <a:pt x="0" y="13032"/>
                  </a:cubicBezTo>
                  <a:lnTo>
                    <a:pt x="0" y="13186"/>
                  </a:lnTo>
                  <a:cubicBezTo>
                    <a:pt x="539" y="13019"/>
                    <a:pt x="1082" y="12856"/>
                    <a:pt x="1621" y="12681"/>
                  </a:cubicBezTo>
                  <a:cubicBezTo>
                    <a:pt x="2576" y="12366"/>
                    <a:pt x="3524" y="12023"/>
                    <a:pt x="4442" y="11611"/>
                  </a:cubicBezTo>
                  <a:cubicBezTo>
                    <a:pt x="6156" y="10848"/>
                    <a:pt x="7782" y="9843"/>
                    <a:pt x="9071" y="8459"/>
                  </a:cubicBezTo>
                  <a:cubicBezTo>
                    <a:pt x="10243" y="7202"/>
                    <a:pt x="11125" y="5638"/>
                    <a:pt x="11358" y="3916"/>
                  </a:cubicBezTo>
                  <a:cubicBezTo>
                    <a:pt x="11537" y="2593"/>
                    <a:pt x="11349" y="1193"/>
                    <a:pt x="107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" name="Google Shape;16;p32"/>
            <p:cNvGrpSpPr/>
            <p:nvPr/>
          </p:nvGrpSpPr>
          <p:grpSpPr>
            <a:xfrm>
              <a:off x="7457246" y="1517839"/>
              <a:ext cx="1738223" cy="1315335"/>
              <a:chOff x="365798" y="4214438"/>
              <a:chExt cx="4336884" cy="3281775"/>
            </a:xfrm>
          </p:grpSpPr>
          <p:sp>
            <p:nvSpPr>
              <p:cNvPr id="17" name="Google Shape;17;p32"/>
              <p:cNvSpPr/>
              <p:nvPr/>
            </p:nvSpPr>
            <p:spPr>
              <a:xfrm rot="2700000">
                <a:off x="1094547" y="4463877"/>
                <a:ext cx="1301111" cy="1437882"/>
              </a:xfrm>
              <a:custGeom>
                <a:avLst/>
                <a:gdLst/>
                <a:ahLst/>
                <a:cxnLst/>
                <a:rect l="l" t="t" r="r" b="b"/>
                <a:pathLst>
                  <a:path w="8381" h="9262" extrusionOk="0">
                    <a:moveTo>
                      <a:pt x="4431" y="0"/>
                    </a:moveTo>
                    <a:cubicBezTo>
                      <a:pt x="4060" y="0"/>
                      <a:pt x="3680" y="67"/>
                      <a:pt x="3302" y="203"/>
                    </a:cubicBezTo>
                    <a:cubicBezTo>
                      <a:pt x="2213" y="598"/>
                      <a:pt x="1645" y="1452"/>
                      <a:pt x="1256" y="2468"/>
                    </a:cubicBezTo>
                    <a:cubicBezTo>
                      <a:pt x="1113" y="2843"/>
                      <a:pt x="941" y="3195"/>
                      <a:pt x="705" y="3520"/>
                    </a:cubicBezTo>
                    <a:cubicBezTo>
                      <a:pt x="151" y="4285"/>
                      <a:pt x="1" y="5128"/>
                      <a:pt x="214" y="6044"/>
                    </a:cubicBezTo>
                    <a:cubicBezTo>
                      <a:pt x="609" y="7752"/>
                      <a:pt x="2004" y="8960"/>
                      <a:pt x="3857" y="9219"/>
                    </a:cubicBezTo>
                    <a:cubicBezTo>
                      <a:pt x="4055" y="9247"/>
                      <a:pt x="4251" y="9262"/>
                      <a:pt x="4443" y="9262"/>
                    </a:cubicBezTo>
                    <a:cubicBezTo>
                      <a:pt x="5009" y="9262"/>
                      <a:pt x="5547" y="9133"/>
                      <a:pt x="6065" y="8831"/>
                    </a:cubicBezTo>
                    <a:cubicBezTo>
                      <a:pt x="7675" y="7897"/>
                      <a:pt x="8360" y="6466"/>
                      <a:pt x="8363" y="4909"/>
                    </a:cubicBezTo>
                    <a:cubicBezTo>
                      <a:pt x="8380" y="3919"/>
                      <a:pt x="8253" y="3218"/>
                      <a:pt x="7825" y="2600"/>
                    </a:cubicBezTo>
                    <a:cubicBezTo>
                      <a:pt x="7507" y="2145"/>
                      <a:pt x="7191" y="1691"/>
                      <a:pt x="6859" y="1245"/>
                    </a:cubicBezTo>
                    <a:cubicBezTo>
                      <a:pt x="6249" y="430"/>
                      <a:pt x="5372" y="0"/>
                      <a:pt x="44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" name="Google Shape;18;p32"/>
              <p:cNvGrpSpPr/>
              <p:nvPr/>
            </p:nvGrpSpPr>
            <p:grpSpPr>
              <a:xfrm rot="1513453">
                <a:off x="639076" y="5031221"/>
                <a:ext cx="3882252" cy="1719750"/>
                <a:chOff x="-1207072" y="4254396"/>
                <a:chExt cx="1379987" cy="611303"/>
              </a:xfrm>
            </p:grpSpPr>
            <p:sp>
              <p:nvSpPr>
                <p:cNvPr id="19" name="Google Shape;19;p32"/>
                <p:cNvSpPr/>
                <p:nvPr/>
              </p:nvSpPr>
              <p:spPr>
                <a:xfrm>
                  <a:off x="-160216" y="4791396"/>
                  <a:ext cx="64298" cy="74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6" h="1567" extrusionOk="0">
                      <a:moveTo>
                        <a:pt x="685" y="1"/>
                      </a:moveTo>
                      <a:cubicBezTo>
                        <a:pt x="353" y="1"/>
                        <a:pt x="71" y="270"/>
                        <a:pt x="37" y="635"/>
                      </a:cubicBezTo>
                      <a:cubicBezTo>
                        <a:pt x="0" y="1040"/>
                        <a:pt x="362" y="1542"/>
                        <a:pt x="707" y="1565"/>
                      </a:cubicBezTo>
                      <a:cubicBezTo>
                        <a:pt x="715" y="1566"/>
                        <a:pt x="723" y="1566"/>
                        <a:pt x="731" y="1566"/>
                      </a:cubicBezTo>
                      <a:cubicBezTo>
                        <a:pt x="1017" y="1566"/>
                        <a:pt x="1274" y="1217"/>
                        <a:pt x="1315" y="765"/>
                      </a:cubicBezTo>
                      <a:cubicBezTo>
                        <a:pt x="1355" y="363"/>
                        <a:pt x="1116" y="44"/>
                        <a:pt x="747" y="4"/>
                      </a:cubicBezTo>
                      <a:cubicBezTo>
                        <a:pt x="726" y="2"/>
                        <a:pt x="706" y="1"/>
                        <a:pt x="6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" name="Google Shape;20;p32"/>
                <p:cNvSpPr/>
                <p:nvPr/>
              </p:nvSpPr>
              <p:spPr>
                <a:xfrm>
                  <a:off x="-551519" y="4545246"/>
                  <a:ext cx="46469" cy="59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0" h="1247" extrusionOk="0">
                      <a:moveTo>
                        <a:pt x="543" y="1"/>
                      </a:moveTo>
                      <a:cubicBezTo>
                        <a:pt x="216" y="1"/>
                        <a:pt x="55" y="205"/>
                        <a:pt x="0" y="533"/>
                      </a:cubicBezTo>
                      <a:cubicBezTo>
                        <a:pt x="83" y="809"/>
                        <a:pt x="60" y="1157"/>
                        <a:pt x="446" y="1243"/>
                      </a:cubicBezTo>
                      <a:cubicBezTo>
                        <a:pt x="455" y="1245"/>
                        <a:pt x="465" y="1246"/>
                        <a:pt x="474" y="1246"/>
                      </a:cubicBezTo>
                      <a:cubicBezTo>
                        <a:pt x="683" y="1246"/>
                        <a:pt x="980" y="776"/>
                        <a:pt x="977" y="443"/>
                      </a:cubicBezTo>
                      <a:cubicBezTo>
                        <a:pt x="977" y="180"/>
                        <a:pt x="844" y="15"/>
                        <a:pt x="575" y="1"/>
                      </a:cubicBezTo>
                      <a:cubicBezTo>
                        <a:pt x="564" y="1"/>
                        <a:pt x="553" y="1"/>
                        <a:pt x="5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" name="Google Shape;21;p32"/>
                <p:cNvSpPr/>
                <p:nvPr/>
              </p:nvSpPr>
              <p:spPr>
                <a:xfrm>
                  <a:off x="-1207072" y="4254396"/>
                  <a:ext cx="43387" cy="44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5" h="941" extrusionOk="0">
                      <a:moveTo>
                        <a:pt x="412" y="1"/>
                      </a:moveTo>
                      <a:cubicBezTo>
                        <a:pt x="136" y="1"/>
                        <a:pt x="4" y="186"/>
                        <a:pt x="1" y="489"/>
                      </a:cubicBezTo>
                      <a:cubicBezTo>
                        <a:pt x="17" y="765"/>
                        <a:pt x="174" y="938"/>
                        <a:pt x="476" y="941"/>
                      </a:cubicBezTo>
                      <a:cubicBezTo>
                        <a:pt x="768" y="941"/>
                        <a:pt x="914" y="775"/>
                        <a:pt x="905" y="486"/>
                      </a:cubicBezTo>
                      <a:cubicBezTo>
                        <a:pt x="894" y="187"/>
                        <a:pt x="721" y="7"/>
                        <a:pt x="426" y="1"/>
                      </a:cubicBezTo>
                      <a:cubicBezTo>
                        <a:pt x="422" y="1"/>
                        <a:pt x="417" y="1"/>
                        <a:pt x="41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" name="Google Shape;22;p32"/>
                <p:cNvSpPr/>
                <p:nvPr/>
              </p:nvSpPr>
              <p:spPr>
                <a:xfrm>
                  <a:off x="-595937" y="4647767"/>
                  <a:ext cx="35468" cy="28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8" h="601" extrusionOk="0">
                      <a:moveTo>
                        <a:pt x="305" y="0"/>
                      </a:moveTo>
                      <a:cubicBezTo>
                        <a:pt x="279" y="0"/>
                        <a:pt x="250" y="5"/>
                        <a:pt x="219" y="15"/>
                      </a:cubicBezTo>
                      <a:cubicBezTo>
                        <a:pt x="0" y="84"/>
                        <a:pt x="20" y="263"/>
                        <a:pt x="53" y="496"/>
                      </a:cubicBezTo>
                      <a:cubicBezTo>
                        <a:pt x="73" y="489"/>
                        <a:pt x="94" y="486"/>
                        <a:pt x="114" y="486"/>
                      </a:cubicBezTo>
                      <a:cubicBezTo>
                        <a:pt x="239" y="486"/>
                        <a:pt x="352" y="600"/>
                        <a:pt x="479" y="600"/>
                      </a:cubicBezTo>
                      <a:cubicBezTo>
                        <a:pt x="531" y="600"/>
                        <a:pt x="586" y="581"/>
                        <a:pt x="644" y="526"/>
                      </a:cubicBezTo>
                      <a:cubicBezTo>
                        <a:pt x="747" y="430"/>
                        <a:pt x="647" y="320"/>
                        <a:pt x="591" y="231"/>
                      </a:cubicBezTo>
                      <a:cubicBezTo>
                        <a:pt x="519" y="117"/>
                        <a:pt x="440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" name="Google Shape;23;p32"/>
                <p:cNvSpPr/>
                <p:nvPr/>
              </p:nvSpPr>
              <p:spPr>
                <a:xfrm>
                  <a:off x="148922" y="4571245"/>
                  <a:ext cx="23993" cy="3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" h="663" extrusionOk="0">
                      <a:moveTo>
                        <a:pt x="323" y="0"/>
                      </a:moveTo>
                      <a:cubicBezTo>
                        <a:pt x="283" y="0"/>
                        <a:pt x="241" y="13"/>
                        <a:pt x="207" y="41"/>
                      </a:cubicBezTo>
                      <a:cubicBezTo>
                        <a:pt x="1" y="197"/>
                        <a:pt x="4" y="403"/>
                        <a:pt x="124" y="662"/>
                      </a:cubicBezTo>
                      <a:cubicBezTo>
                        <a:pt x="416" y="549"/>
                        <a:pt x="505" y="353"/>
                        <a:pt x="472" y="124"/>
                      </a:cubicBezTo>
                      <a:cubicBezTo>
                        <a:pt x="462" y="43"/>
                        <a:pt x="395" y="0"/>
                        <a:pt x="3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4" name="Google Shape;24;p32"/>
              <p:cNvSpPr/>
              <p:nvPr/>
            </p:nvSpPr>
            <p:spPr>
              <a:xfrm rot="1513411">
                <a:off x="424199" y="4842248"/>
                <a:ext cx="294118" cy="339893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567" extrusionOk="0">
                    <a:moveTo>
                      <a:pt x="685" y="1"/>
                    </a:moveTo>
                    <a:cubicBezTo>
                      <a:pt x="353" y="1"/>
                      <a:pt x="71" y="270"/>
                      <a:pt x="37" y="635"/>
                    </a:cubicBezTo>
                    <a:cubicBezTo>
                      <a:pt x="0" y="1040"/>
                      <a:pt x="362" y="1542"/>
                      <a:pt x="707" y="1565"/>
                    </a:cubicBezTo>
                    <a:cubicBezTo>
                      <a:pt x="715" y="1566"/>
                      <a:pt x="723" y="1566"/>
                      <a:pt x="731" y="1566"/>
                    </a:cubicBezTo>
                    <a:cubicBezTo>
                      <a:pt x="1017" y="1566"/>
                      <a:pt x="1274" y="1217"/>
                      <a:pt x="1315" y="765"/>
                    </a:cubicBezTo>
                    <a:cubicBezTo>
                      <a:pt x="1355" y="363"/>
                      <a:pt x="1116" y="44"/>
                      <a:pt x="747" y="4"/>
                    </a:cubicBezTo>
                    <a:cubicBezTo>
                      <a:pt x="726" y="2"/>
                      <a:pt x="706" y="1"/>
                      <a:pt x="6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32"/>
              <p:cNvSpPr/>
              <p:nvPr/>
            </p:nvSpPr>
            <p:spPr>
              <a:xfrm rot="1513422">
                <a:off x="789050" y="4813234"/>
                <a:ext cx="99781" cy="80171"/>
              </a:xfrm>
              <a:custGeom>
                <a:avLst/>
                <a:gdLst/>
                <a:ahLst/>
                <a:cxnLst/>
                <a:rect l="l" t="t" r="r" b="b"/>
                <a:pathLst>
                  <a:path w="748" h="601" extrusionOk="0">
                    <a:moveTo>
                      <a:pt x="305" y="0"/>
                    </a:moveTo>
                    <a:cubicBezTo>
                      <a:pt x="279" y="0"/>
                      <a:pt x="250" y="5"/>
                      <a:pt x="219" y="15"/>
                    </a:cubicBezTo>
                    <a:cubicBezTo>
                      <a:pt x="0" y="84"/>
                      <a:pt x="20" y="263"/>
                      <a:pt x="53" y="496"/>
                    </a:cubicBezTo>
                    <a:cubicBezTo>
                      <a:pt x="73" y="489"/>
                      <a:pt x="94" y="486"/>
                      <a:pt x="114" y="486"/>
                    </a:cubicBezTo>
                    <a:cubicBezTo>
                      <a:pt x="239" y="486"/>
                      <a:pt x="352" y="600"/>
                      <a:pt x="479" y="600"/>
                    </a:cubicBezTo>
                    <a:cubicBezTo>
                      <a:pt x="531" y="600"/>
                      <a:pt x="586" y="581"/>
                      <a:pt x="644" y="526"/>
                    </a:cubicBezTo>
                    <a:cubicBezTo>
                      <a:pt x="747" y="430"/>
                      <a:pt x="647" y="320"/>
                      <a:pt x="591" y="231"/>
                    </a:cubicBezTo>
                    <a:cubicBezTo>
                      <a:pt x="519" y="117"/>
                      <a:pt x="440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32"/>
              <p:cNvSpPr/>
              <p:nvPr/>
            </p:nvSpPr>
            <p:spPr>
              <a:xfrm rot="1513411">
                <a:off x="2771898" y="6061002"/>
                <a:ext cx="294118" cy="339893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567" extrusionOk="0">
                    <a:moveTo>
                      <a:pt x="685" y="1"/>
                    </a:moveTo>
                    <a:cubicBezTo>
                      <a:pt x="353" y="1"/>
                      <a:pt x="71" y="270"/>
                      <a:pt x="37" y="635"/>
                    </a:cubicBezTo>
                    <a:cubicBezTo>
                      <a:pt x="0" y="1040"/>
                      <a:pt x="362" y="1542"/>
                      <a:pt x="707" y="1565"/>
                    </a:cubicBezTo>
                    <a:cubicBezTo>
                      <a:pt x="715" y="1566"/>
                      <a:pt x="723" y="1566"/>
                      <a:pt x="731" y="1566"/>
                    </a:cubicBezTo>
                    <a:cubicBezTo>
                      <a:pt x="1017" y="1566"/>
                      <a:pt x="1274" y="1217"/>
                      <a:pt x="1315" y="765"/>
                    </a:cubicBezTo>
                    <a:cubicBezTo>
                      <a:pt x="1355" y="363"/>
                      <a:pt x="1116" y="44"/>
                      <a:pt x="747" y="4"/>
                    </a:cubicBezTo>
                    <a:cubicBezTo>
                      <a:pt x="726" y="2"/>
                      <a:pt x="706" y="1"/>
                      <a:pt x="6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" name="Google Shape;27;p32"/>
          <p:cNvSpPr txBox="1">
            <a:spLocks noGrp="1"/>
          </p:cNvSpPr>
          <p:nvPr>
            <p:ph type="title"/>
          </p:nvPr>
        </p:nvSpPr>
        <p:spPr>
          <a:xfrm>
            <a:off x="4486571" y="3362784"/>
            <a:ext cx="3523500" cy="132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TITLE_1_1">
    <p:bg>
      <p:bgPr>
        <a:solidFill>
          <a:schemeClr val="accen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1">
    <p:bg>
      <p:bgPr>
        <a:solidFill>
          <a:schemeClr val="accent2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TITLE_1_1_1">
    <p:bg>
      <p:bgPr>
        <a:solidFill>
          <a:schemeClr val="accent3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24"/>
          <p:cNvGrpSpPr/>
          <p:nvPr/>
        </p:nvGrpSpPr>
        <p:grpSpPr>
          <a:xfrm rot="10800000" flipH="1">
            <a:off x="-422123" y="111669"/>
            <a:ext cx="2695310" cy="5063728"/>
            <a:chOff x="-420050" y="-204200"/>
            <a:chExt cx="2695310" cy="5063728"/>
          </a:xfrm>
        </p:grpSpPr>
        <p:sp>
          <p:nvSpPr>
            <p:cNvPr id="33" name="Google Shape;33;p24"/>
            <p:cNvSpPr/>
            <p:nvPr/>
          </p:nvSpPr>
          <p:spPr>
            <a:xfrm>
              <a:off x="0" y="3811717"/>
              <a:ext cx="614907" cy="1047811"/>
            </a:xfrm>
            <a:custGeom>
              <a:avLst/>
              <a:gdLst/>
              <a:ahLst/>
              <a:cxnLst/>
              <a:rect l="l" t="t" r="r" b="b"/>
              <a:pathLst>
                <a:path w="20839" h="35510" extrusionOk="0">
                  <a:moveTo>
                    <a:pt x="1" y="1"/>
                  </a:moveTo>
                  <a:lnTo>
                    <a:pt x="1" y="35510"/>
                  </a:lnTo>
                  <a:cubicBezTo>
                    <a:pt x="405" y="33962"/>
                    <a:pt x="1953" y="32416"/>
                    <a:pt x="2970" y="31699"/>
                  </a:cubicBezTo>
                  <a:cubicBezTo>
                    <a:pt x="5126" y="30183"/>
                    <a:pt x="7328" y="28954"/>
                    <a:pt x="9733" y="27857"/>
                  </a:cubicBezTo>
                  <a:cubicBezTo>
                    <a:pt x="12107" y="26774"/>
                    <a:pt x="14522" y="25697"/>
                    <a:pt x="16572" y="24078"/>
                  </a:cubicBezTo>
                  <a:cubicBezTo>
                    <a:pt x="19081" y="22095"/>
                    <a:pt x="20838" y="19156"/>
                    <a:pt x="20797" y="15889"/>
                  </a:cubicBezTo>
                  <a:cubicBezTo>
                    <a:pt x="20773" y="13947"/>
                    <a:pt x="20064" y="12000"/>
                    <a:pt x="18735" y="10588"/>
                  </a:cubicBezTo>
                  <a:cubicBezTo>
                    <a:pt x="16768" y="8504"/>
                    <a:pt x="14076" y="8061"/>
                    <a:pt x="11457" y="7303"/>
                  </a:cubicBezTo>
                  <a:cubicBezTo>
                    <a:pt x="8618" y="6483"/>
                    <a:pt x="5694" y="5548"/>
                    <a:pt x="3101" y="4091"/>
                  </a:cubicBezTo>
                  <a:cubicBezTo>
                    <a:pt x="1651" y="3278"/>
                    <a:pt x="610" y="166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" name="Google Shape;34;p24"/>
            <p:cNvGrpSpPr/>
            <p:nvPr/>
          </p:nvGrpSpPr>
          <p:grpSpPr>
            <a:xfrm>
              <a:off x="-420050" y="-204200"/>
              <a:ext cx="2280100" cy="1827450"/>
              <a:chOff x="-420050" y="-204200"/>
              <a:chExt cx="2280100" cy="1827450"/>
            </a:xfrm>
          </p:grpSpPr>
          <p:sp>
            <p:nvSpPr>
              <p:cNvPr id="35" name="Google Shape;35;p24"/>
              <p:cNvSpPr/>
              <p:nvPr/>
            </p:nvSpPr>
            <p:spPr>
              <a:xfrm>
                <a:off x="-420050" y="-204200"/>
                <a:ext cx="2280100" cy="1716775"/>
              </a:xfrm>
              <a:custGeom>
                <a:avLst/>
                <a:gdLst/>
                <a:ahLst/>
                <a:cxnLst/>
                <a:rect l="l" t="t" r="r" b="b"/>
                <a:pathLst>
                  <a:path w="91204" h="68671" extrusionOk="0">
                    <a:moveTo>
                      <a:pt x="56246" y="0"/>
                    </a:moveTo>
                    <a:cubicBezTo>
                      <a:pt x="46995" y="0"/>
                      <a:pt x="37746" y="803"/>
                      <a:pt x="28633" y="2401"/>
                    </a:cubicBezTo>
                    <a:cubicBezTo>
                      <a:pt x="21361" y="3677"/>
                      <a:pt x="13674" y="5750"/>
                      <a:pt x="8867" y="11358"/>
                    </a:cubicBezTo>
                    <a:cubicBezTo>
                      <a:pt x="5768" y="14973"/>
                      <a:pt x="4241" y="19657"/>
                      <a:pt x="3113" y="24285"/>
                    </a:cubicBezTo>
                    <a:cubicBezTo>
                      <a:pt x="2016" y="28780"/>
                      <a:pt x="1229" y="33352"/>
                      <a:pt x="755" y="37953"/>
                    </a:cubicBezTo>
                    <a:cubicBezTo>
                      <a:pt x="1" y="45270"/>
                      <a:pt x="1016" y="51523"/>
                      <a:pt x="5237" y="57599"/>
                    </a:cubicBezTo>
                    <a:cubicBezTo>
                      <a:pt x="9588" y="63865"/>
                      <a:pt x="17019" y="68447"/>
                      <a:pt x="24726" y="68664"/>
                    </a:cubicBezTo>
                    <a:cubicBezTo>
                      <a:pt x="24894" y="68668"/>
                      <a:pt x="25062" y="68671"/>
                      <a:pt x="25231" y="68671"/>
                    </a:cubicBezTo>
                    <a:cubicBezTo>
                      <a:pt x="30937" y="68671"/>
                      <a:pt x="36669" y="66004"/>
                      <a:pt x="40303" y="61708"/>
                    </a:cubicBezTo>
                    <a:cubicBezTo>
                      <a:pt x="41924" y="59788"/>
                      <a:pt x="43128" y="57543"/>
                      <a:pt x="43727" y="55066"/>
                    </a:cubicBezTo>
                    <a:cubicBezTo>
                      <a:pt x="44361" y="52438"/>
                      <a:pt x="44332" y="49702"/>
                      <a:pt x="44354" y="46997"/>
                    </a:cubicBezTo>
                    <a:cubicBezTo>
                      <a:pt x="44393" y="41853"/>
                      <a:pt x="44992" y="35973"/>
                      <a:pt x="49154" y="32948"/>
                    </a:cubicBezTo>
                    <a:cubicBezTo>
                      <a:pt x="52116" y="30793"/>
                      <a:pt x="56593" y="30355"/>
                      <a:pt x="58196" y="27062"/>
                    </a:cubicBezTo>
                    <a:cubicBezTo>
                      <a:pt x="59303" y="24788"/>
                      <a:pt x="59697" y="22486"/>
                      <a:pt x="62467" y="21600"/>
                    </a:cubicBezTo>
                    <a:cubicBezTo>
                      <a:pt x="63291" y="21337"/>
                      <a:pt x="64180" y="21254"/>
                      <a:pt x="65096" y="21254"/>
                    </a:cubicBezTo>
                    <a:cubicBezTo>
                      <a:pt x="66680" y="21254"/>
                      <a:pt x="68346" y="21503"/>
                      <a:pt x="69893" y="21503"/>
                    </a:cubicBezTo>
                    <a:cubicBezTo>
                      <a:pt x="70242" y="21503"/>
                      <a:pt x="70585" y="21490"/>
                      <a:pt x="70919" y="21459"/>
                    </a:cubicBezTo>
                    <a:cubicBezTo>
                      <a:pt x="77125" y="20888"/>
                      <a:pt x="83114" y="18092"/>
                      <a:pt x="87503" y="13664"/>
                    </a:cubicBezTo>
                    <a:cubicBezTo>
                      <a:pt x="88933" y="12224"/>
                      <a:pt x="90229" y="10552"/>
                      <a:pt x="90717" y="8583"/>
                    </a:cubicBezTo>
                    <a:cubicBezTo>
                      <a:pt x="91203" y="6615"/>
                      <a:pt x="90710" y="4299"/>
                      <a:pt x="89095" y="3069"/>
                    </a:cubicBezTo>
                    <a:cubicBezTo>
                      <a:pt x="88252" y="2425"/>
                      <a:pt x="87200" y="2133"/>
                      <a:pt x="86170" y="1887"/>
                    </a:cubicBezTo>
                    <a:cubicBezTo>
                      <a:pt x="80745" y="599"/>
                      <a:pt x="74761" y="978"/>
                      <a:pt x="69177" y="525"/>
                    </a:cubicBezTo>
                    <a:cubicBezTo>
                      <a:pt x="64876" y="175"/>
                      <a:pt x="60561" y="0"/>
                      <a:pt x="562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4"/>
              <p:cNvSpPr/>
              <p:nvPr/>
            </p:nvSpPr>
            <p:spPr>
              <a:xfrm>
                <a:off x="1105900" y="478550"/>
                <a:ext cx="174700" cy="108100"/>
              </a:xfrm>
              <a:custGeom>
                <a:avLst/>
                <a:gdLst/>
                <a:ahLst/>
                <a:cxnLst/>
                <a:rect l="l" t="t" r="r" b="b"/>
                <a:pathLst>
                  <a:path w="6988" h="4324" extrusionOk="0">
                    <a:moveTo>
                      <a:pt x="2923" y="0"/>
                    </a:moveTo>
                    <a:cubicBezTo>
                      <a:pt x="2038" y="0"/>
                      <a:pt x="1395" y="587"/>
                      <a:pt x="1037" y="1342"/>
                    </a:cubicBezTo>
                    <a:cubicBezTo>
                      <a:pt x="0" y="3529"/>
                      <a:pt x="840" y="4324"/>
                      <a:pt x="2058" y="4324"/>
                    </a:cubicBezTo>
                    <a:cubicBezTo>
                      <a:pt x="4028" y="4324"/>
                      <a:pt x="6988" y="2248"/>
                      <a:pt x="4619" y="619"/>
                    </a:cubicBezTo>
                    <a:cubicBezTo>
                      <a:pt x="3984" y="183"/>
                      <a:pt x="3416" y="0"/>
                      <a:pt x="29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4"/>
              <p:cNvSpPr/>
              <p:nvPr/>
            </p:nvSpPr>
            <p:spPr>
              <a:xfrm>
                <a:off x="651050" y="1472550"/>
                <a:ext cx="234000" cy="150700"/>
              </a:xfrm>
              <a:custGeom>
                <a:avLst/>
                <a:gdLst/>
                <a:ahLst/>
                <a:cxnLst/>
                <a:rect l="l" t="t" r="r" b="b"/>
                <a:pathLst>
                  <a:path w="9360" h="6028" extrusionOk="0">
                    <a:moveTo>
                      <a:pt x="3928" y="0"/>
                    </a:moveTo>
                    <a:cubicBezTo>
                      <a:pt x="2889" y="0"/>
                      <a:pt x="1876" y="522"/>
                      <a:pt x="1241" y="1859"/>
                    </a:cubicBezTo>
                    <a:cubicBezTo>
                      <a:pt x="1" y="4475"/>
                      <a:pt x="1885" y="6028"/>
                      <a:pt x="4041" y="6028"/>
                    </a:cubicBezTo>
                    <a:cubicBezTo>
                      <a:pt x="4897" y="6028"/>
                      <a:pt x="5796" y="5783"/>
                      <a:pt x="6559" y="5263"/>
                    </a:cubicBezTo>
                    <a:cubicBezTo>
                      <a:pt x="9360" y="3352"/>
                      <a:pt x="6562" y="0"/>
                      <a:pt x="39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24"/>
              <p:cNvSpPr/>
              <p:nvPr/>
            </p:nvSpPr>
            <p:spPr>
              <a:xfrm>
                <a:off x="1035300" y="523475"/>
                <a:ext cx="64825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2593" h="2471" extrusionOk="0">
                    <a:moveTo>
                      <a:pt x="1319" y="1"/>
                    </a:moveTo>
                    <a:cubicBezTo>
                      <a:pt x="988" y="1"/>
                      <a:pt x="665" y="111"/>
                      <a:pt x="424" y="311"/>
                    </a:cubicBezTo>
                    <a:cubicBezTo>
                      <a:pt x="191" y="503"/>
                      <a:pt x="35" y="780"/>
                      <a:pt x="21" y="1126"/>
                    </a:cubicBezTo>
                    <a:cubicBezTo>
                      <a:pt x="0" y="1575"/>
                      <a:pt x="48" y="2102"/>
                      <a:pt x="426" y="2350"/>
                    </a:cubicBezTo>
                    <a:cubicBezTo>
                      <a:pt x="552" y="2433"/>
                      <a:pt x="691" y="2470"/>
                      <a:pt x="835" y="2470"/>
                    </a:cubicBezTo>
                    <a:cubicBezTo>
                      <a:pt x="1632" y="2470"/>
                      <a:pt x="2592" y="1351"/>
                      <a:pt x="2428" y="651"/>
                    </a:cubicBezTo>
                    <a:cubicBezTo>
                      <a:pt x="2373" y="414"/>
                      <a:pt x="2164" y="244"/>
                      <a:pt x="1944" y="141"/>
                    </a:cubicBezTo>
                    <a:cubicBezTo>
                      <a:pt x="1745" y="46"/>
                      <a:pt x="1530" y="1"/>
                      <a:pt x="131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" name="Google Shape;39;p24"/>
            <p:cNvSpPr/>
            <p:nvPr/>
          </p:nvSpPr>
          <p:spPr>
            <a:xfrm>
              <a:off x="-68050" y="-51900"/>
              <a:ext cx="2343310" cy="2051185"/>
            </a:xfrm>
            <a:custGeom>
              <a:avLst/>
              <a:gdLst/>
              <a:ahLst/>
              <a:cxnLst/>
              <a:rect l="l" t="t" r="r" b="b"/>
              <a:pathLst>
                <a:path w="69960" h="71265" extrusionOk="0">
                  <a:moveTo>
                    <a:pt x="69719" y="0"/>
                  </a:moveTo>
                  <a:cubicBezTo>
                    <a:pt x="68440" y="4497"/>
                    <a:pt x="67114" y="9148"/>
                    <a:pt x="64603" y="13195"/>
                  </a:cubicBezTo>
                  <a:cubicBezTo>
                    <a:pt x="61822" y="17675"/>
                    <a:pt x="57828" y="20684"/>
                    <a:pt x="53642" y="21451"/>
                  </a:cubicBezTo>
                  <a:cubicBezTo>
                    <a:pt x="52117" y="21733"/>
                    <a:pt x="50466" y="21761"/>
                    <a:pt x="48844" y="21761"/>
                  </a:cubicBezTo>
                  <a:cubicBezTo>
                    <a:pt x="48639" y="21761"/>
                    <a:pt x="48434" y="21760"/>
                    <a:pt x="48230" y="21760"/>
                  </a:cubicBezTo>
                  <a:cubicBezTo>
                    <a:pt x="48017" y="21759"/>
                    <a:pt x="47805" y="21759"/>
                    <a:pt x="47592" y="21759"/>
                  </a:cubicBezTo>
                  <a:cubicBezTo>
                    <a:pt x="44134" y="21759"/>
                    <a:pt x="40640" y="21899"/>
                    <a:pt x="38369" y="24424"/>
                  </a:cubicBezTo>
                  <a:cubicBezTo>
                    <a:pt x="35565" y="27544"/>
                    <a:pt x="36547" y="32218"/>
                    <a:pt x="37416" y="36341"/>
                  </a:cubicBezTo>
                  <a:cubicBezTo>
                    <a:pt x="37557" y="37011"/>
                    <a:pt x="37692" y="37647"/>
                    <a:pt x="37812" y="38281"/>
                  </a:cubicBezTo>
                  <a:cubicBezTo>
                    <a:pt x="39735" y="48405"/>
                    <a:pt x="35935" y="59353"/>
                    <a:pt x="28356" y="65521"/>
                  </a:cubicBezTo>
                  <a:cubicBezTo>
                    <a:pt x="23874" y="69170"/>
                    <a:pt x="18203" y="71038"/>
                    <a:pt x="12621" y="71038"/>
                  </a:cubicBezTo>
                  <a:cubicBezTo>
                    <a:pt x="8190" y="71038"/>
                    <a:pt x="3816" y="69861"/>
                    <a:pt x="138" y="67463"/>
                  </a:cubicBezTo>
                  <a:lnTo>
                    <a:pt x="1" y="67672"/>
                  </a:lnTo>
                  <a:cubicBezTo>
                    <a:pt x="3595" y="70014"/>
                    <a:pt x="8007" y="71264"/>
                    <a:pt x="12593" y="71264"/>
                  </a:cubicBezTo>
                  <a:cubicBezTo>
                    <a:pt x="13223" y="71264"/>
                    <a:pt x="13859" y="71238"/>
                    <a:pt x="14503" y="71192"/>
                  </a:cubicBezTo>
                  <a:cubicBezTo>
                    <a:pt x="19680" y="70804"/>
                    <a:pt x="24656" y="68859"/>
                    <a:pt x="28519" y="65715"/>
                  </a:cubicBezTo>
                  <a:cubicBezTo>
                    <a:pt x="32346" y="62600"/>
                    <a:pt x="35268" y="58310"/>
                    <a:pt x="36963" y="53312"/>
                  </a:cubicBezTo>
                  <a:cubicBezTo>
                    <a:pt x="38626" y="48419"/>
                    <a:pt x="39005" y="43205"/>
                    <a:pt x="38060" y="38233"/>
                  </a:cubicBezTo>
                  <a:cubicBezTo>
                    <a:pt x="37940" y="37599"/>
                    <a:pt x="37801" y="36933"/>
                    <a:pt x="37664" y="36290"/>
                  </a:cubicBezTo>
                  <a:cubicBezTo>
                    <a:pt x="36765" y="32026"/>
                    <a:pt x="35837" y="27616"/>
                    <a:pt x="38555" y="24591"/>
                  </a:cubicBezTo>
                  <a:cubicBezTo>
                    <a:pt x="40780" y="22116"/>
                    <a:pt x="44121" y="22007"/>
                    <a:pt x="47693" y="22007"/>
                  </a:cubicBezTo>
                  <a:cubicBezTo>
                    <a:pt x="47871" y="22007"/>
                    <a:pt x="48050" y="22007"/>
                    <a:pt x="48230" y="22008"/>
                  </a:cubicBezTo>
                  <a:cubicBezTo>
                    <a:pt x="48460" y="22008"/>
                    <a:pt x="48691" y="22009"/>
                    <a:pt x="48923" y="22009"/>
                  </a:cubicBezTo>
                  <a:cubicBezTo>
                    <a:pt x="50531" y="22009"/>
                    <a:pt x="52167" y="21977"/>
                    <a:pt x="53688" y="21699"/>
                  </a:cubicBezTo>
                  <a:cubicBezTo>
                    <a:pt x="57941" y="20917"/>
                    <a:pt x="61998" y="17866"/>
                    <a:pt x="64816" y="13326"/>
                  </a:cubicBezTo>
                  <a:cubicBezTo>
                    <a:pt x="67345" y="9251"/>
                    <a:pt x="68675" y="4584"/>
                    <a:pt x="69960" y="69"/>
                  </a:cubicBezTo>
                  <a:lnTo>
                    <a:pt x="697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" name="Google Shape;40;p24"/>
          <p:cNvSpPr txBox="1">
            <a:spLocks noGrp="1"/>
          </p:cNvSpPr>
          <p:nvPr>
            <p:ph type="title"/>
          </p:nvPr>
        </p:nvSpPr>
        <p:spPr>
          <a:xfrm>
            <a:off x="2026200" y="540000"/>
            <a:ext cx="50916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subTitle" idx="1"/>
          </p:nvPr>
        </p:nvSpPr>
        <p:spPr>
          <a:xfrm>
            <a:off x="2026200" y="1312000"/>
            <a:ext cx="5091600" cy="37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title" idx="2"/>
          </p:nvPr>
        </p:nvSpPr>
        <p:spPr>
          <a:xfrm>
            <a:off x="2026200" y="1996138"/>
            <a:ext cx="50916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subTitle" idx="3"/>
          </p:nvPr>
        </p:nvSpPr>
        <p:spPr>
          <a:xfrm>
            <a:off x="2026200" y="2768149"/>
            <a:ext cx="5091600" cy="37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title" idx="4"/>
          </p:nvPr>
        </p:nvSpPr>
        <p:spPr>
          <a:xfrm>
            <a:off x="2026200" y="3452289"/>
            <a:ext cx="50916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subTitle" idx="5"/>
          </p:nvPr>
        </p:nvSpPr>
        <p:spPr>
          <a:xfrm>
            <a:off x="2026200" y="4224300"/>
            <a:ext cx="5091600" cy="37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5"/>
          <p:cNvSpPr txBox="1">
            <a:spLocks noGrp="1"/>
          </p:cNvSpPr>
          <p:nvPr>
            <p:ph type="title"/>
          </p:nvPr>
        </p:nvSpPr>
        <p:spPr>
          <a:xfrm>
            <a:off x="720000" y="1237075"/>
            <a:ext cx="2480400" cy="527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ubTitle" idx="1"/>
          </p:nvPr>
        </p:nvSpPr>
        <p:spPr>
          <a:xfrm>
            <a:off x="720000" y="1758125"/>
            <a:ext cx="2480400" cy="108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title" idx="2"/>
          </p:nvPr>
        </p:nvSpPr>
        <p:spPr>
          <a:xfrm>
            <a:off x="3326700" y="1237075"/>
            <a:ext cx="2480400" cy="527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subTitle" idx="3"/>
          </p:nvPr>
        </p:nvSpPr>
        <p:spPr>
          <a:xfrm>
            <a:off x="3326700" y="1758125"/>
            <a:ext cx="2480400" cy="108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title" idx="4"/>
          </p:nvPr>
        </p:nvSpPr>
        <p:spPr>
          <a:xfrm>
            <a:off x="5933400" y="1237075"/>
            <a:ext cx="2490600" cy="527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subTitle" idx="5"/>
          </p:nvPr>
        </p:nvSpPr>
        <p:spPr>
          <a:xfrm>
            <a:off x="5933400" y="1758125"/>
            <a:ext cx="2490600" cy="108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title" idx="6"/>
          </p:nvPr>
        </p:nvSpPr>
        <p:spPr>
          <a:xfrm>
            <a:off x="2028450" y="2969225"/>
            <a:ext cx="2480400" cy="527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subTitle" idx="7"/>
          </p:nvPr>
        </p:nvSpPr>
        <p:spPr>
          <a:xfrm>
            <a:off x="2028450" y="3490275"/>
            <a:ext cx="2480400" cy="111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title" idx="8"/>
          </p:nvPr>
        </p:nvSpPr>
        <p:spPr>
          <a:xfrm>
            <a:off x="4635150" y="2969225"/>
            <a:ext cx="2480400" cy="527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subTitle" idx="9"/>
          </p:nvPr>
        </p:nvSpPr>
        <p:spPr>
          <a:xfrm>
            <a:off x="4635150" y="3490275"/>
            <a:ext cx="2480400" cy="111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title" idx="13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title" idx="2"/>
          </p:nvPr>
        </p:nvSpPr>
        <p:spPr>
          <a:xfrm>
            <a:off x="720000" y="1237050"/>
            <a:ext cx="4156800" cy="527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subTitle" idx="1"/>
          </p:nvPr>
        </p:nvSpPr>
        <p:spPr>
          <a:xfrm>
            <a:off x="720000" y="1757349"/>
            <a:ext cx="4156800" cy="1092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title" idx="3"/>
          </p:nvPr>
        </p:nvSpPr>
        <p:spPr>
          <a:xfrm>
            <a:off x="720000" y="2988243"/>
            <a:ext cx="4156800" cy="527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subTitle" idx="4"/>
          </p:nvPr>
        </p:nvSpPr>
        <p:spPr>
          <a:xfrm>
            <a:off x="720000" y="3508550"/>
            <a:ext cx="4156800" cy="1092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title" idx="5"/>
          </p:nvPr>
        </p:nvSpPr>
        <p:spPr>
          <a:xfrm>
            <a:off x="5000225" y="1237050"/>
            <a:ext cx="3423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subTitle" idx="6"/>
          </p:nvPr>
        </p:nvSpPr>
        <p:spPr>
          <a:xfrm>
            <a:off x="5525025" y="2496509"/>
            <a:ext cx="2814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subTitle" idx="7"/>
          </p:nvPr>
        </p:nvSpPr>
        <p:spPr>
          <a:xfrm>
            <a:off x="5525025" y="2900009"/>
            <a:ext cx="2814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ubTitle" idx="8"/>
          </p:nvPr>
        </p:nvSpPr>
        <p:spPr>
          <a:xfrm>
            <a:off x="5525025" y="2093009"/>
            <a:ext cx="2814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subTitle" idx="9"/>
          </p:nvPr>
        </p:nvSpPr>
        <p:spPr>
          <a:xfrm>
            <a:off x="5525025" y="3303509"/>
            <a:ext cx="2814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subTitle" idx="13"/>
          </p:nvPr>
        </p:nvSpPr>
        <p:spPr>
          <a:xfrm>
            <a:off x="5525025" y="3707009"/>
            <a:ext cx="2814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subTitle" idx="14"/>
          </p:nvPr>
        </p:nvSpPr>
        <p:spPr>
          <a:xfrm>
            <a:off x="5525025" y="4110509"/>
            <a:ext cx="2814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ubTitle" idx="15"/>
          </p:nvPr>
        </p:nvSpPr>
        <p:spPr>
          <a:xfrm>
            <a:off x="5525025" y="1689509"/>
            <a:ext cx="2814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26"/>
          <p:cNvGrpSpPr/>
          <p:nvPr/>
        </p:nvGrpSpPr>
        <p:grpSpPr>
          <a:xfrm>
            <a:off x="-664950" y="-350812"/>
            <a:ext cx="9855811" cy="6188786"/>
            <a:chOff x="-664950" y="-350812"/>
            <a:chExt cx="9855811" cy="6188786"/>
          </a:xfrm>
        </p:grpSpPr>
        <p:sp>
          <p:nvSpPr>
            <p:cNvPr id="73" name="Google Shape;73;p26"/>
            <p:cNvSpPr/>
            <p:nvPr/>
          </p:nvSpPr>
          <p:spPr>
            <a:xfrm rot="5400000">
              <a:off x="-32194" y="32189"/>
              <a:ext cx="656726" cy="592350"/>
            </a:xfrm>
            <a:custGeom>
              <a:avLst/>
              <a:gdLst/>
              <a:ahLst/>
              <a:cxnLst/>
              <a:rect l="l" t="t" r="r" b="b"/>
              <a:pathLst>
                <a:path w="10334" h="9321" extrusionOk="0">
                  <a:moveTo>
                    <a:pt x="421" y="1"/>
                  </a:moveTo>
                  <a:cubicBezTo>
                    <a:pt x="278" y="1"/>
                    <a:pt x="139" y="8"/>
                    <a:pt x="0" y="25"/>
                  </a:cubicBezTo>
                  <a:lnTo>
                    <a:pt x="0" y="9320"/>
                  </a:lnTo>
                  <a:lnTo>
                    <a:pt x="10325" y="9320"/>
                  </a:lnTo>
                  <a:cubicBezTo>
                    <a:pt x="10333" y="7928"/>
                    <a:pt x="10035" y="6573"/>
                    <a:pt x="9182" y="5393"/>
                  </a:cubicBezTo>
                  <a:cubicBezTo>
                    <a:pt x="8219" y="4058"/>
                    <a:pt x="6781" y="3217"/>
                    <a:pt x="5410" y="2364"/>
                  </a:cubicBezTo>
                  <a:cubicBezTo>
                    <a:pt x="4128" y="1563"/>
                    <a:pt x="2727" y="384"/>
                    <a:pt x="1213" y="82"/>
                  </a:cubicBezTo>
                  <a:cubicBezTo>
                    <a:pt x="939" y="25"/>
                    <a:pt x="674" y="1"/>
                    <a:pt x="4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4" name="Google Shape;74;p26"/>
            <p:cNvGrpSpPr/>
            <p:nvPr/>
          </p:nvGrpSpPr>
          <p:grpSpPr>
            <a:xfrm>
              <a:off x="-226979" y="4522639"/>
              <a:ext cx="1738223" cy="1315335"/>
              <a:chOff x="365798" y="4214438"/>
              <a:chExt cx="4336884" cy="3281775"/>
            </a:xfrm>
          </p:grpSpPr>
          <p:sp>
            <p:nvSpPr>
              <p:cNvPr id="75" name="Google Shape;75;p26"/>
              <p:cNvSpPr/>
              <p:nvPr/>
            </p:nvSpPr>
            <p:spPr>
              <a:xfrm rot="2700000">
                <a:off x="1094547" y="4463877"/>
                <a:ext cx="1301111" cy="1437882"/>
              </a:xfrm>
              <a:custGeom>
                <a:avLst/>
                <a:gdLst/>
                <a:ahLst/>
                <a:cxnLst/>
                <a:rect l="l" t="t" r="r" b="b"/>
                <a:pathLst>
                  <a:path w="8381" h="9262" extrusionOk="0">
                    <a:moveTo>
                      <a:pt x="4431" y="0"/>
                    </a:moveTo>
                    <a:cubicBezTo>
                      <a:pt x="4060" y="0"/>
                      <a:pt x="3680" y="67"/>
                      <a:pt x="3302" y="203"/>
                    </a:cubicBezTo>
                    <a:cubicBezTo>
                      <a:pt x="2213" y="598"/>
                      <a:pt x="1645" y="1452"/>
                      <a:pt x="1256" y="2468"/>
                    </a:cubicBezTo>
                    <a:cubicBezTo>
                      <a:pt x="1113" y="2843"/>
                      <a:pt x="941" y="3195"/>
                      <a:pt x="705" y="3520"/>
                    </a:cubicBezTo>
                    <a:cubicBezTo>
                      <a:pt x="151" y="4285"/>
                      <a:pt x="1" y="5128"/>
                      <a:pt x="214" y="6044"/>
                    </a:cubicBezTo>
                    <a:cubicBezTo>
                      <a:pt x="609" y="7752"/>
                      <a:pt x="2004" y="8960"/>
                      <a:pt x="3857" y="9219"/>
                    </a:cubicBezTo>
                    <a:cubicBezTo>
                      <a:pt x="4055" y="9247"/>
                      <a:pt x="4251" y="9262"/>
                      <a:pt x="4443" y="9262"/>
                    </a:cubicBezTo>
                    <a:cubicBezTo>
                      <a:pt x="5009" y="9262"/>
                      <a:pt x="5547" y="9133"/>
                      <a:pt x="6065" y="8831"/>
                    </a:cubicBezTo>
                    <a:cubicBezTo>
                      <a:pt x="7675" y="7897"/>
                      <a:pt x="8360" y="6466"/>
                      <a:pt x="8363" y="4909"/>
                    </a:cubicBezTo>
                    <a:cubicBezTo>
                      <a:pt x="8380" y="3919"/>
                      <a:pt x="8253" y="3218"/>
                      <a:pt x="7825" y="2600"/>
                    </a:cubicBezTo>
                    <a:cubicBezTo>
                      <a:pt x="7507" y="2145"/>
                      <a:pt x="7191" y="1691"/>
                      <a:pt x="6859" y="1245"/>
                    </a:cubicBezTo>
                    <a:cubicBezTo>
                      <a:pt x="6249" y="430"/>
                      <a:pt x="5372" y="0"/>
                      <a:pt x="44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" name="Google Shape;76;p26"/>
              <p:cNvGrpSpPr/>
              <p:nvPr/>
            </p:nvGrpSpPr>
            <p:grpSpPr>
              <a:xfrm rot="1513453">
                <a:off x="639076" y="5031221"/>
                <a:ext cx="3882252" cy="1719750"/>
                <a:chOff x="-1207072" y="4254396"/>
                <a:chExt cx="1379987" cy="611303"/>
              </a:xfrm>
            </p:grpSpPr>
            <p:sp>
              <p:nvSpPr>
                <p:cNvPr id="77" name="Google Shape;77;p26"/>
                <p:cNvSpPr/>
                <p:nvPr/>
              </p:nvSpPr>
              <p:spPr>
                <a:xfrm>
                  <a:off x="-160216" y="4791396"/>
                  <a:ext cx="64298" cy="74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6" h="1567" extrusionOk="0">
                      <a:moveTo>
                        <a:pt x="685" y="1"/>
                      </a:moveTo>
                      <a:cubicBezTo>
                        <a:pt x="353" y="1"/>
                        <a:pt x="71" y="270"/>
                        <a:pt x="37" y="635"/>
                      </a:cubicBezTo>
                      <a:cubicBezTo>
                        <a:pt x="0" y="1040"/>
                        <a:pt x="362" y="1542"/>
                        <a:pt x="707" y="1565"/>
                      </a:cubicBezTo>
                      <a:cubicBezTo>
                        <a:pt x="715" y="1566"/>
                        <a:pt x="723" y="1566"/>
                        <a:pt x="731" y="1566"/>
                      </a:cubicBezTo>
                      <a:cubicBezTo>
                        <a:pt x="1017" y="1566"/>
                        <a:pt x="1274" y="1217"/>
                        <a:pt x="1315" y="765"/>
                      </a:cubicBezTo>
                      <a:cubicBezTo>
                        <a:pt x="1355" y="363"/>
                        <a:pt x="1116" y="44"/>
                        <a:pt x="747" y="4"/>
                      </a:cubicBezTo>
                      <a:cubicBezTo>
                        <a:pt x="726" y="2"/>
                        <a:pt x="706" y="1"/>
                        <a:pt x="68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" name="Google Shape;78;p26"/>
                <p:cNvSpPr/>
                <p:nvPr/>
              </p:nvSpPr>
              <p:spPr>
                <a:xfrm>
                  <a:off x="-551519" y="4545246"/>
                  <a:ext cx="46469" cy="59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0" h="1247" extrusionOk="0">
                      <a:moveTo>
                        <a:pt x="543" y="1"/>
                      </a:moveTo>
                      <a:cubicBezTo>
                        <a:pt x="216" y="1"/>
                        <a:pt x="55" y="205"/>
                        <a:pt x="0" y="533"/>
                      </a:cubicBezTo>
                      <a:cubicBezTo>
                        <a:pt x="83" y="809"/>
                        <a:pt x="60" y="1157"/>
                        <a:pt x="446" y="1243"/>
                      </a:cubicBezTo>
                      <a:cubicBezTo>
                        <a:pt x="455" y="1245"/>
                        <a:pt x="465" y="1246"/>
                        <a:pt x="474" y="1246"/>
                      </a:cubicBezTo>
                      <a:cubicBezTo>
                        <a:pt x="683" y="1246"/>
                        <a:pt x="980" y="776"/>
                        <a:pt x="977" y="443"/>
                      </a:cubicBezTo>
                      <a:cubicBezTo>
                        <a:pt x="977" y="180"/>
                        <a:pt x="844" y="15"/>
                        <a:pt x="575" y="1"/>
                      </a:cubicBezTo>
                      <a:cubicBezTo>
                        <a:pt x="564" y="1"/>
                        <a:pt x="553" y="1"/>
                        <a:pt x="54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" name="Google Shape;79;p26"/>
                <p:cNvSpPr/>
                <p:nvPr/>
              </p:nvSpPr>
              <p:spPr>
                <a:xfrm>
                  <a:off x="-1207072" y="4254396"/>
                  <a:ext cx="43387" cy="44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5" h="941" extrusionOk="0">
                      <a:moveTo>
                        <a:pt x="412" y="1"/>
                      </a:moveTo>
                      <a:cubicBezTo>
                        <a:pt x="136" y="1"/>
                        <a:pt x="4" y="186"/>
                        <a:pt x="1" y="489"/>
                      </a:cubicBezTo>
                      <a:cubicBezTo>
                        <a:pt x="17" y="765"/>
                        <a:pt x="174" y="938"/>
                        <a:pt x="476" y="941"/>
                      </a:cubicBezTo>
                      <a:cubicBezTo>
                        <a:pt x="768" y="941"/>
                        <a:pt x="914" y="775"/>
                        <a:pt x="905" y="486"/>
                      </a:cubicBezTo>
                      <a:cubicBezTo>
                        <a:pt x="894" y="187"/>
                        <a:pt x="721" y="7"/>
                        <a:pt x="426" y="1"/>
                      </a:cubicBezTo>
                      <a:cubicBezTo>
                        <a:pt x="422" y="1"/>
                        <a:pt x="417" y="1"/>
                        <a:pt x="41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" name="Google Shape;80;p26"/>
                <p:cNvSpPr/>
                <p:nvPr/>
              </p:nvSpPr>
              <p:spPr>
                <a:xfrm>
                  <a:off x="-595937" y="4647767"/>
                  <a:ext cx="35468" cy="28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8" h="601" extrusionOk="0">
                      <a:moveTo>
                        <a:pt x="305" y="0"/>
                      </a:moveTo>
                      <a:cubicBezTo>
                        <a:pt x="279" y="0"/>
                        <a:pt x="250" y="5"/>
                        <a:pt x="219" y="15"/>
                      </a:cubicBezTo>
                      <a:cubicBezTo>
                        <a:pt x="0" y="84"/>
                        <a:pt x="20" y="263"/>
                        <a:pt x="53" y="496"/>
                      </a:cubicBezTo>
                      <a:cubicBezTo>
                        <a:pt x="73" y="489"/>
                        <a:pt x="94" y="486"/>
                        <a:pt x="114" y="486"/>
                      </a:cubicBezTo>
                      <a:cubicBezTo>
                        <a:pt x="239" y="486"/>
                        <a:pt x="352" y="600"/>
                        <a:pt x="479" y="600"/>
                      </a:cubicBezTo>
                      <a:cubicBezTo>
                        <a:pt x="531" y="600"/>
                        <a:pt x="586" y="581"/>
                        <a:pt x="644" y="526"/>
                      </a:cubicBezTo>
                      <a:cubicBezTo>
                        <a:pt x="747" y="430"/>
                        <a:pt x="647" y="320"/>
                        <a:pt x="591" y="231"/>
                      </a:cubicBezTo>
                      <a:cubicBezTo>
                        <a:pt x="519" y="117"/>
                        <a:pt x="440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" name="Google Shape;81;p26"/>
                <p:cNvSpPr/>
                <p:nvPr/>
              </p:nvSpPr>
              <p:spPr>
                <a:xfrm>
                  <a:off x="148922" y="4571245"/>
                  <a:ext cx="23993" cy="3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" h="663" extrusionOk="0">
                      <a:moveTo>
                        <a:pt x="323" y="0"/>
                      </a:moveTo>
                      <a:cubicBezTo>
                        <a:pt x="283" y="0"/>
                        <a:pt x="241" y="13"/>
                        <a:pt x="207" y="41"/>
                      </a:cubicBezTo>
                      <a:cubicBezTo>
                        <a:pt x="1" y="197"/>
                        <a:pt x="4" y="403"/>
                        <a:pt x="124" y="662"/>
                      </a:cubicBezTo>
                      <a:cubicBezTo>
                        <a:pt x="416" y="549"/>
                        <a:pt x="505" y="353"/>
                        <a:pt x="472" y="124"/>
                      </a:cubicBezTo>
                      <a:cubicBezTo>
                        <a:pt x="462" y="43"/>
                        <a:pt x="395" y="0"/>
                        <a:pt x="3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2" name="Google Shape;82;p26"/>
              <p:cNvSpPr/>
              <p:nvPr/>
            </p:nvSpPr>
            <p:spPr>
              <a:xfrm rot="1513411">
                <a:off x="424199" y="4842248"/>
                <a:ext cx="294118" cy="339893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567" extrusionOk="0">
                    <a:moveTo>
                      <a:pt x="685" y="1"/>
                    </a:moveTo>
                    <a:cubicBezTo>
                      <a:pt x="353" y="1"/>
                      <a:pt x="71" y="270"/>
                      <a:pt x="37" y="635"/>
                    </a:cubicBezTo>
                    <a:cubicBezTo>
                      <a:pt x="0" y="1040"/>
                      <a:pt x="362" y="1542"/>
                      <a:pt x="707" y="1565"/>
                    </a:cubicBezTo>
                    <a:cubicBezTo>
                      <a:pt x="715" y="1566"/>
                      <a:pt x="723" y="1566"/>
                      <a:pt x="731" y="1566"/>
                    </a:cubicBezTo>
                    <a:cubicBezTo>
                      <a:pt x="1017" y="1566"/>
                      <a:pt x="1274" y="1217"/>
                      <a:pt x="1315" y="765"/>
                    </a:cubicBezTo>
                    <a:cubicBezTo>
                      <a:pt x="1355" y="363"/>
                      <a:pt x="1116" y="44"/>
                      <a:pt x="747" y="4"/>
                    </a:cubicBezTo>
                    <a:cubicBezTo>
                      <a:pt x="726" y="2"/>
                      <a:pt x="706" y="1"/>
                      <a:pt x="6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26"/>
              <p:cNvSpPr/>
              <p:nvPr/>
            </p:nvSpPr>
            <p:spPr>
              <a:xfrm rot="1513422">
                <a:off x="789050" y="4813234"/>
                <a:ext cx="99781" cy="80171"/>
              </a:xfrm>
              <a:custGeom>
                <a:avLst/>
                <a:gdLst/>
                <a:ahLst/>
                <a:cxnLst/>
                <a:rect l="l" t="t" r="r" b="b"/>
                <a:pathLst>
                  <a:path w="748" h="601" extrusionOk="0">
                    <a:moveTo>
                      <a:pt x="305" y="0"/>
                    </a:moveTo>
                    <a:cubicBezTo>
                      <a:pt x="279" y="0"/>
                      <a:pt x="250" y="5"/>
                      <a:pt x="219" y="15"/>
                    </a:cubicBezTo>
                    <a:cubicBezTo>
                      <a:pt x="0" y="84"/>
                      <a:pt x="20" y="263"/>
                      <a:pt x="53" y="496"/>
                    </a:cubicBezTo>
                    <a:cubicBezTo>
                      <a:pt x="73" y="489"/>
                      <a:pt x="94" y="486"/>
                      <a:pt x="114" y="486"/>
                    </a:cubicBezTo>
                    <a:cubicBezTo>
                      <a:pt x="239" y="486"/>
                      <a:pt x="352" y="600"/>
                      <a:pt x="479" y="600"/>
                    </a:cubicBezTo>
                    <a:cubicBezTo>
                      <a:pt x="531" y="600"/>
                      <a:pt x="586" y="581"/>
                      <a:pt x="644" y="526"/>
                    </a:cubicBezTo>
                    <a:cubicBezTo>
                      <a:pt x="747" y="430"/>
                      <a:pt x="647" y="320"/>
                      <a:pt x="591" y="231"/>
                    </a:cubicBezTo>
                    <a:cubicBezTo>
                      <a:pt x="519" y="117"/>
                      <a:pt x="440" y="0"/>
                      <a:pt x="3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26"/>
              <p:cNvSpPr/>
              <p:nvPr/>
            </p:nvSpPr>
            <p:spPr>
              <a:xfrm rot="1513411">
                <a:off x="2771898" y="6061002"/>
                <a:ext cx="294118" cy="339893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567" extrusionOk="0">
                    <a:moveTo>
                      <a:pt x="685" y="1"/>
                    </a:moveTo>
                    <a:cubicBezTo>
                      <a:pt x="353" y="1"/>
                      <a:pt x="71" y="270"/>
                      <a:pt x="37" y="635"/>
                    </a:cubicBezTo>
                    <a:cubicBezTo>
                      <a:pt x="0" y="1040"/>
                      <a:pt x="362" y="1542"/>
                      <a:pt x="707" y="1565"/>
                    </a:cubicBezTo>
                    <a:cubicBezTo>
                      <a:pt x="715" y="1566"/>
                      <a:pt x="723" y="1566"/>
                      <a:pt x="731" y="1566"/>
                    </a:cubicBezTo>
                    <a:cubicBezTo>
                      <a:pt x="1017" y="1566"/>
                      <a:pt x="1274" y="1217"/>
                      <a:pt x="1315" y="765"/>
                    </a:cubicBezTo>
                    <a:cubicBezTo>
                      <a:pt x="1355" y="363"/>
                      <a:pt x="1116" y="44"/>
                      <a:pt x="747" y="4"/>
                    </a:cubicBezTo>
                    <a:cubicBezTo>
                      <a:pt x="726" y="2"/>
                      <a:pt x="706" y="1"/>
                      <a:pt x="6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" name="Google Shape;85;p26"/>
            <p:cNvSpPr/>
            <p:nvPr/>
          </p:nvSpPr>
          <p:spPr>
            <a:xfrm>
              <a:off x="-664950" y="-350812"/>
              <a:ext cx="1749000" cy="1781625"/>
            </a:xfrm>
            <a:custGeom>
              <a:avLst/>
              <a:gdLst/>
              <a:ahLst/>
              <a:cxnLst/>
              <a:rect l="l" t="t" r="r" b="b"/>
              <a:pathLst>
                <a:path w="69960" h="71265" extrusionOk="0">
                  <a:moveTo>
                    <a:pt x="69719" y="0"/>
                  </a:moveTo>
                  <a:cubicBezTo>
                    <a:pt x="68440" y="4497"/>
                    <a:pt x="67114" y="9148"/>
                    <a:pt x="64603" y="13195"/>
                  </a:cubicBezTo>
                  <a:cubicBezTo>
                    <a:pt x="61822" y="17675"/>
                    <a:pt x="57828" y="20684"/>
                    <a:pt x="53642" y="21451"/>
                  </a:cubicBezTo>
                  <a:cubicBezTo>
                    <a:pt x="52117" y="21733"/>
                    <a:pt x="50466" y="21761"/>
                    <a:pt x="48844" y="21761"/>
                  </a:cubicBezTo>
                  <a:cubicBezTo>
                    <a:pt x="48639" y="21761"/>
                    <a:pt x="48434" y="21760"/>
                    <a:pt x="48230" y="21760"/>
                  </a:cubicBezTo>
                  <a:cubicBezTo>
                    <a:pt x="48017" y="21759"/>
                    <a:pt x="47805" y="21759"/>
                    <a:pt x="47592" y="21759"/>
                  </a:cubicBezTo>
                  <a:cubicBezTo>
                    <a:pt x="44134" y="21759"/>
                    <a:pt x="40640" y="21899"/>
                    <a:pt x="38369" y="24424"/>
                  </a:cubicBezTo>
                  <a:cubicBezTo>
                    <a:pt x="35565" y="27544"/>
                    <a:pt x="36547" y="32218"/>
                    <a:pt x="37416" y="36341"/>
                  </a:cubicBezTo>
                  <a:cubicBezTo>
                    <a:pt x="37557" y="37011"/>
                    <a:pt x="37692" y="37647"/>
                    <a:pt x="37812" y="38281"/>
                  </a:cubicBezTo>
                  <a:cubicBezTo>
                    <a:pt x="39735" y="48405"/>
                    <a:pt x="35935" y="59353"/>
                    <a:pt x="28356" y="65521"/>
                  </a:cubicBezTo>
                  <a:cubicBezTo>
                    <a:pt x="23874" y="69170"/>
                    <a:pt x="18203" y="71038"/>
                    <a:pt x="12621" y="71038"/>
                  </a:cubicBezTo>
                  <a:cubicBezTo>
                    <a:pt x="8190" y="71038"/>
                    <a:pt x="3816" y="69861"/>
                    <a:pt x="138" y="67463"/>
                  </a:cubicBezTo>
                  <a:lnTo>
                    <a:pt x="1" y="67672"/>
                  </a:lnTo>
                  <a:cubicBezTo>
                    <a:pt x="3595" y="70014"/>
                    <a:pt x="8007" y="71264"/>
                    <a:pt x="12593" y="71264"/>
                  </a:cubicBezTo>
                  <a:cubicBezTo>
                    <a:pt x="13223" y="71264"/>
                    <a:pt x="13859" y="71238"/>
                    <a:pt x="14503" y="71192"/>
                  </a:cubicBezTo>
                  <a:cubicBezTo>
                    <a:pt x="19680" y="70804"/>
                    <a:pt x="24656" y="68859"/>
                    <a:pt x="28519" y="65715"/>
                  </a:cubicBezTo>
                  <a:cubicBezTo>
                    <a:pt x="32346" y="62600"/>
                    <a:pt x="35268" y="58310"/>
                    <a:pt x="36963" y="53312"/>
                  </a:cubicBezTo>
                  <a:cubicBezTo>
                    <a:pt x="38626" y="48419"/>
                    <a:pt x="39005" y="43205"/>
                    <a:pt x="38060" y="38233"/>
                  </a:cubicBezTo>
                  <a:cubicBezTo>
                    <a:pt x="37940" y="37599"/>
                    <a:pt x="37801" y="36933"/>
                    <a:pt x="37664" y="36290"/>
                  </a:cubicBezTo>
                  <a:cubicBezTo>
                    <a:pt x="36765" y="32026"/>
                    <a:pt x="35837" y="27616"/>
                    <a:pt x="38555" y="24591"/>
                  </a:cubicBezTo>
                  <a:cubicBezTo>
                    <a:pt x="40780" y="22116"/>
                    <a:pt x="44121" y="22007"/>
                    <a:pt x="47693" y="22007"/>
                  </a:cubicBezTo>
                  <a:cubicBezTo>
                    <a:pt x="47871" y="22007"/>
                    <a:pt x="48050" y="22007"/>
                    <a:pt x="48230" y="22008"/>
                  </a:cubicBezTo>
                  <a:cubicBezTo>
                    <a:pt x="48460" y="22008"/>
                    <a:pt x="48691" y="22009"/>
                    <a:pt x="48923" y="22009"/>
                  </a:cubicBezTo>
                  <a:cubicBezTo>
                    <a:pt x="50531" y="22009"/>
                    <a:pt x="52167" y="21977"/>
                    <a:pt x="53688" y="21699"/>
                  </a:cubicBezTo>
                  <a:cubicBezTo>
                    <a:pt x="57941" y="20917"/>
                    <a:pt x="61998" y="17866"/>
                    <a:pt x="64816" y="13326"/>
                  </a:cubicBezTo>
                  <a:cubicBezTo>
                    <a:pt x="67345" y="9251"/>
                    <a:pt x="68675" y="4584"/>
                    <a:pt x="69960" y="69"/>
                  </a:cubicBezTo>
                  <a:lnTo>
                    <a:pt x="697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6"/>
            <p:cNvSpPr/>
            <p:nvPr/>
          </p:nvSpPr>
          <p:spPr>
            <a:xfrm rot="5400000" flipH="1">
              <a:off x="8344115" y="284181"/>
              <a:ext cx="1181851" cy="511642"/>
            </a:xfrm>
            <a:custGeom>
              <a:avLst/>
              <a:gdLst/>
              <a:ahLst/>
              <a:cxnLst/>
              <a:rect l="l" t="t" r="r" b="b"/>
              <a:pathLst>
                <a:path w="15816" h="6847" extrusionOk="0">
                  <a:moveTo>
                    <a:pt x="0" y="0"/>
                  </a:moveTo>
                  <a:cubicBezTo>
                    <a:pt x="1127" y="3927"/>
                    <a:pt x="5286" y="6846"/>
                    <a:pt x="10251" y="6846"/>
                  </a:cubicBezTo>
                  <a:cubicBezTo>
                    <a:pt x="12292" y="6846"/>
                    <a:pt x="14199" y="6352"/>
                    <a:pt x="15815" y="5495"/>
                  </a:cubicBezTo>
                  <a:lnTo>
                    <a:pt x="158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7"/>
          <p:cNvGrpSpPr/>
          <p:nvPr/>
        </p:nvGrpSpPr>
        <p:grpSpPr>
          <a:xfrm>
            <a:off x="-221600" y="-210475"/>
            <a:ext cx="9660145" cy="6787812"/>
            <a:chOff x="-221600" y="-210475"/>
            <a:chExt cx="9660145" cy="6787812"/>
          </a:xfrm>
        </p:grpSpPr>
        <p:sp>
          <p:nvSpPr>
            <p:cNvPr id="89" name="Google Shape;89;p27"/>
            <p:cNvSpPr/>
            <p:nvPr/>
          </p:nvSpPr>
          <p:spPr>
            <a:xfrm rot="10800000">
              <a:off x="2" y="3719602"/>
              <a:ext cx="1617153" cy="1423903"/>
            </a:xfrm>
            <a:custGeom>
              <a:avLst/>
              <a:gdLst/>
              <a:ahLst/>
              <a:cxnLst/>
              <a:rect l="l" t="t" r="r" b="b"/>
              <a:pathLst>
                <a:path w="33364" h="29377" extrusionOk="0">
                  <a:moveTo>
                    <a:pt x="445" y="1"/>
                  </a:moveTo>
                  <a:cubicBezTo>
                    <a:pt x="302" y="1"/>
                    <a:pt x="151" y="22"/>
                    <a:pt x="0" y="45"/>
                  </a:cubicBezTo>
                  <a:cubicBezTo>
                    <a:pt x="20" y="45"/>
                    <a:pt x="40" y="45"/>
                    <a:pt x="59" y="45"/>
                  </a:cubicBezTo>
                  <a:cubicBezTo>
                    <a:pt x="1683" y="45"/>
                    <a:pt x="3286" y="753"/>
                    <a:pt x="4752" y="1516"/>
                  </a:cubicBezTo>
                  <a:cubicBezTo>
                    <a:pt x="6898" y="2634"/>
                    <a:pt x="8961" y="4198"/>
                    <a:pt x="9958" y="6476"/>
                  </a:cubicBezTo>
                  <a:cubicBezTo>
                    <a:pt x="11006" y="8877"/>
                    <a:pt x="10827" y="11635"/>
                    <a:pt x="10366" y="14155"/>
                  </a:cubicBezTo>
                  <a:cubicBezTo>
                    <a:pt x="9736" y="17630"/>
                    <a:pt x="8407" y="21398"/>
                    <a:pt x="9345" y="24936"/>
                  </a:cubicBezTo>
                  <a:cubicBezTo>
                    <a:pt x="10154" y="27972"/>
                    <a:pt x="12727" y="29102"/>
                    <a:pt x="15471" y="29102"/>
                  </a:cubicBezTo>
                  <a:cubicBezTo>
                    <a:pt x="16424" y="29102"/>
                    <a:pt x="17398" y="28965"/>
                    <a:pt x="18326" y="28725"/>
                  </a:cubicBezTo>
                  <a:cubicBezTo>
                    <a:pt x="21248" y="27969"/>
                    <a:pt x="24215" y="26353"/>
                    <a:pt x="27227" y="26353"/>
                  </a:cubicBezTo>
                  <a:cubicBezTo>
                    <a:pt x="28335" y="26353"/>
                    <a:pt x="29450" y="26572"/>
                    <a:pt x="30570" y="27134"/>
                  </a:cubicBezTo>
                  <a:cubicBezTo>
                    <a:pt x="31647" y="27674"/>
                    <a:pt x="32599" y="28449"/>
                    <a:pt x="33364" y="29377"/>
                  </a:cubicBezTo>
                  <a:lnTo>
                    <a:pt x="33364" y="10"/>
                  </a:lnTo>
                  <a:lnTo>
                    <a:pt x="596" y="10"/>
                  </a:lnTo>
                  <a:cubicBezTo>
                    <a:pt x="547" y="4"/>
                    <a:pt x="496" y="1"/>
                    <a:pt x="4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7"/>
            <p:cNvSpPr/>
            <p:nvPr/>
          </p:nvSpPr>
          <p:spPr>
            <a:xfrm rot="5400000">
              <a:off x="-69181" y="69183"/>
              <a:ext cx="1411547" cy="1273179"/>
            </a:xfrm>
            <a:custGeom>
              <a:avLst/>
              <a:gdLst/>
              <a:ahLst/>
              <a:cxnLst/>
              <a:rect l="l" t="t" r="r" b="b"/>
              <a:pathLst>
                <a:path w="10334" h="9321" extrusionOk="0">
                  <a:moveTo>
                    <a:pt x="421" y="1"/>
                  </a:moveTo>
                  <a:cubicBezTo>
                    <a:pt x="278" y="1"/>
                    <a:pt x="139" y="8"/>
                    <a:pt x="0" y="25"/>
                  </a:cubicBezTo>
                  <a:lnTo>
                    <a:pt x="0" y="9320"/>
                  </a:lnTo>
                  <a:lnTo>
                    <a:pt x="10325" y="9320"/>
                  </a:lnTo>
                  <a:cubicBezTo>
                    <a:pt x="10333" y="7928"/>
                    <a:pt x="10035" y="6573"/>
                    <a:pt x="9182" y="5393"/>
                  </a:cubicBezTo>
                  <a:cubicBezTo>
                    <a:pt x="8219" y="4058"/>
                    <a:pt x="6781" y="3217"/>
                    <a:pt x="5410" y="2364"/>
                  </a:cubicBezTo>
                  <a:cubicBezTo>
                    <a:pt x="4128" y="1563"/>
                    <a:pt x="2727" y="384"/>
                    <a:pt x="1213" y="82"/>
                  </a:cubicBezTo>
                  <a:cubicBezTo>
                    <a:pt x="939" y="25"/>
                    <a:pt x="674" y="1"/>
                    <a:pt x="4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" name="Google Shape;91;p27"/>
            <p:cNvGrpSpPr/>
            <p:nvPr/>
          </p:nvGrpSpPr>
          <p:grpSpPr>
            <a:xfrm rot="10800000" flipH="1">
              <a:off x="8265290" y="-4132"/>
              <a:ext cx="878458" cy="750441"/>
              <a:chOff x="4137500" y="3664900"/>
              <a:chExt cx="1361950" cy="1163475"/>
            </a:xfrm>
          </p:grpSpPr>
          <p:sp>
            <p:nvSpPr>
              <p:cNvPr id="92" name="Google Shape;92;p27"/>
              <p:cNvSpPr/>
              <p:nvPr/>
            </p:nvSpPr>
            <p:spPr>
              <a:xfrm>
                <a:off x="5122425" y="4051825"/>
                <a:ext cx="376950" cy="776550"/>
              </a:xfrm>
              <a:custGeom>
                <a:avLst/>
                <a:gdLst/>
                <a:ahLst/>
                <a:cxnLst/>
                <a:rect l="l" t="t" r="r" b="b"/>
                <a:pathLst>
                  <a:path w="15078" h="31062" extrusionOk="0">
                    <a:moveTo>
                      <a:pt x="15077" y="1"/>
                    </a:moveTo>
                    <a:cubicBezTo>
                      <a:pt x="12971" y="1679"/>
                      <a:pt x="11020" y="3553"/>
                      <a:pt x="9286" y="5625"/>
                    </a:cubicBezTo>
                    <a:cubicBezTo>
                      <a:pt x="4726" y="11072"/>
                      <a:pt x="1700" y="17704"/>
                      <a:pt x="541" y="24709"/>
                    </a:cubicBezTo>
                    <a:cubicBezTo>
                      <a:pt x="192" y="26814"/>
                      <a:pt x="16" y="28937"/>
                      <a:pt x="1" y="31061"/>
                    </a:cubicBezTo>
                    <a:lnTo>
                      <a:pt x="711" y="31061"/>
                    </a:lnTo>
                    <a:cubicBezTo>
                      <a:pt x="748" y="25780"/>
                      <a:pt x="1836" y="20510"/>
                      <a:pt x="3921" y="15656"/>
                    </a:cubicBezTo>
                    <a:cubicBezTo>
                      <a:pt x="6388" y="9928"/>
                      <a:pt x="10267" y="4868"/>
                      <a:pt x="15077" y="912"/>
                    </a:cubicBezTo>
                    <a:lnTo>
                      <a:pt x="150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7"/>
              <p:cNvSpPr/>
              <p:nvPr/>
            </p:nvSpPr>
            <p:spPr>
              <a:xfrm>
                <a:off x="5299775" y="4281625"/>
                <a:ext cx="199600" cy="546700"/>
              </a:xfrm>
              <a:custGeom>
                <a:avLst/>
                <a:gdLst/>
                <a:ahLst/>
                <a:cxnLst/>
                <a:rect l="l" t="t" r="r" b="b"/>
                <a:pathLst>
                  <a:path w="7984" h="21868" extrusionOk="0">
                    <a:moveTo>
                      <a:pt x="7983" y="0"/>
                    </a:moveTo>
                    <a:cubicBezTo>
                      <a:pt x="4455" y="4017"/>
                      <a:pt x="1840" y="8778"/>
                      <a:pt x="705" y="14179"/>
                    </a:cubicBezTo>
                    <a:cubicBezTo>
                      <a:pt x="174" y="16711"/>
                      <a:pt x="0" y="19298"/>
                      <a:pt x="201" y="21868"/>
                    </a:cubicBezTo>
                    <a:lnTo>
                      <a:pt x="914" y="21868"/>
                    </a:lnTo>
                    <a:cubicBezTo>
                      <a:pt x="506" y="16781"/>
                      <a:pt x="1660" y="11623"/>
                      <a:pt x="3965" y="7081"/>
                    </a:cubicBezTo>
                    <a:cubicBezTo>
                      <a:pt x="5062" y="4914"/>
                      <a:pt x="6430" y="2902"/>
                      <a:pt x="7983" y="1041"/>
                    </a:cubicBezTo>
                    <a:lnTo>
                      <a:pt x="79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27"/>
              <p:cNvSpPr/>
              <p:nvPr/>
            </p:nvSpPr>
            <p:spPr>
              <a:xfrm>
                <a:off x="4734475" y="4719850"/>
                <a:ext cx="187625" cy="108525"/>
              </a:xfrm>
              <a:custGeom>
                <a:avLst/>
                <a:gdLst/>
                <a:ahLst/>
                <a:cxnLst/>
                <a:rect l="l" t="t" r="r" b="b"/>
                <a:pathLst>
                  <a:path w="7505" h="4341" extrusionOk="0">
                    <a:moveTo>
                      <a:pt x="5541" y="0"/>
                    </a:moveTo>
                    <a:cubicBezTo>
                      <a:pt x="4913" y="0"/>
                      <a:pt x="4340" y="387"/>
                      <a:pt x="3828" y="718"/>
                    </a:cubicBezTo>
                    <a:cubicBezTo>
                      <a:pt x="3198" y="1125"/>
                      <a:pt x="2601" y="1583"/>
                      <a:pt x="2042" y="2080"/>
                    </a:cubicBezTo>
                    <a:cubicBezTo>
                      <a:pt x="1280" y="2755"/>
                      <a:pt x="604" y="3521"/>
                      <a:pt x="1" y="4340"/>
                    </a:cubicBezTo>
                    <a:lnTo>
                      <a:pt x="884" y="4340"/>
                    </a:lnTo>
                    <a:cubicBezTo>
                      <a:pt x="1443" y="3637"/>
                      <a:pt x="2068" y="2984"/>
                      <a:pt x="2757" y="2396"/>
                    </a:cubicBezTo>
                    <a:cubicBezTo>
                      <a:pt x="3427" y="1823"/>
                      <a:pt x="4188" y="1225"/>
                      <a:pt x="4994" y="855"/>
                    </a:cubicBezTo>
                    <a:cubicBezTo>
                      <a:pt x="5186" y="766"/>
                      <a:pt x="5361" y="727"/>
                      <a:pt x="5520" y="727"/>
                    </a:cubicBezTo>
                    <a:cubicBezTo>
                      <a:pt x="6330" y="727"/>
                      <a:pt x="6717" y="1748"/>
                      <a:pt x="6612" y="2557"/>
                    </a:cubicBezTo>
                    <a:cubicBezTo>
                      <a:pt x="6532" y="3163"/>
                      <a:pt x="6327" y="3751"/>
                      <a:pt x="6129" y="4339"/>
                    </a:cubicBezTo>
                    <a:lnTo>
                      <a:pt x="6868" y="4339"/>
                    </a:lnTo>
                    <a:cubicBezTo>
                      <a:pt x="6999" y="3938"/>
                      <a:pt x="7130" y="3536"/>
                      <a:pt x="7227" y="3127"/>
                    </a:cubicBezTo>
                    <a:cubicBezTo>
                      <a:pt x="7505" y="1944"/>
                      <a:pt x="7204" y="191"/>
                      <a:pt x="5722" y="11"/>
                    </a:cubicBezTo>
                    <a:cubicBezTo>
                      <a:pt x="5661" y="4"/>
                      <a:pt x="5601" y="0"/>
                      <a:pt x="55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27"/>
              <p:cNvSpPr/>
              <p:nvPr/>
            </p:nvSpPr>
            <p:spPr>
              <a:xfrm>
                <a:off x="4137500" y="3664900"/>
                <a:ext cx="1361950" cy="1163475"/>
              </a:xfrm>
              <a:custGeom>
                <a:avLst/>
                <a:gdLst/>
                <a:ahLst/>
                <a:cxnLst/>
                <a:rect l="l" t="t" r="r" b="b"/>
                <a:pathLst>
                  <a:path w="54478" h="46539" extrusionOk="0">
                    <a:moveTo>
                      <a:pt x="54478" y="0"/>
                    </a:moveTo>
                    <a:cubicBezTo>
                      <a:pt x="54411" y="54"/>
                      <a:pt x="54339" y="103"/>
                      <a:pt x="54270" y="159"/>
                    </a:cubicBezTo>
                    <a:cubicBezTo>
                      <a:pt x="51579" y="2339"/>
                      <a:pt x="49252" y="4866"/>
                      <a:pt x="47234" y="7678"/>
                    </a:cubicBezTo>
                    <a:cubicBezTo>
                      <a:pt x="43443" y="12957"/>
                      <a:pt x="40731" y="18897"/>
                      <a:pt x="37437" y="24480"/>
                    </a:cubicBezTo>
                    <a:cubicBezTo>
                      <a:pt x="34084" y="30158"/>
                      <a:pt x="30002" y="35430"/>
                      <a:pt x="24066" y="38570"/>
                    </a:cubicBezTo>
                    <a:cubicBezTo>
                      <a:pt x="16966" y="42327"/>
                      <a:pt x="8790" y="43095"/>
                      <a:pt x="1363" y="45974"/>
                    </a:cubicBezTo>
                    <a:cubicBezTo>
                      <a:pt x="908" y="46151"/>
                      <a:pt x="452" y="46340"/>
                      <a:pt x="1" y="46538"/>
                    </a:cubicBezTo>
                    <a:lnTo>
                      <a:pt x="1867" y="46538"/>
                    </a:lnTo>
                    <a:cubicBezTo>
                      <a:pt x="8659" y="43946"/>
                      <a:pt x="16019" y="43063"/>
                      <a:pt x="22669" y="40042"/>
                    </a:cubicBezTo>
                    <a:cubicBezTo>
                      <a:pt x="25793" y="38622"/>
                      <a:pt x="28623" y="36694"/>
                      <a:pt x="31052" y="34270"/>
                    </a:cubicBezTo>
                    <a:cubicBezTo>
                      <a:pt x="33235" y="32088"/>
                      <a:pt x="35082" y="29587"/>
                      <a:pt x="36734" y="26987"/>
                    </a:cubicBezTo>
                    <a:cubicBezTo>
                      <a:pt x="40168" y="21585"/>
                      <a:pt x="42811" y="15720"/>
                      <a:pt x="46282" y="10340"/>
                    </a:cubicBezTo>
                    <a:cubicBezTo>
                      <a:pt x="48052" y="7593"/>
                      <a:pt x="50045" y="4986"/>
                      <a:pt x="52417" y="2727"/>
                    </a:cubicBezTo>
                    <a:cubicBezTo>
                      <a:pt x="53079" y="2094"/>
                      <a:pt x="53773" y="1497"/>
                      <a:pt x="54478" y="915"/>
                    </a:cubicBezTo>
                    <a:lnTo>
                      <a:pt x="544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" name="Google Shape;96;p27"/>
            <p:cNvSpPr/>
            <p:nvPr/>
          </p:nvSpPr>
          <p:spPr>
            <a:xfrm rot="2700000">
              <a:off x="4398837" y="4193574"/>
              <a:ext cx="1999546" cy="1964513"/>
            </a:xfrm>
            <a:custGeom>
              <a:avLst/>
              <a:gdLst/>
              <a:ahLst/>
              <a:cxnLst/>
              <a:rect l="l" t="t" r="r" b="b"/>
              <a:pathLst>
                <a:path w="49385" h="43570" extrusionOk="0">
                  <a:moveTo>
                    <a:pt x="39467" y="1"/>
                  </a:moveTo>
                  <a:cubicBezTo>
                    <a:pt x="37216" y="1"/>
                    <a:pt x="35049" y="462"/>
                    <a:pt x="32886" y="989"/>
                  </a:cubicBezTo>
                  <a:cubicBezTo>
                    <a:pt x="30056" y="1680"/>
                    <a:pt x="27233" y="2367"/>
                    <a:pt x="24304" y="2517"/>
                  </a:cubicBezTo>
                  <a:cubicBezTo>
                    <a:pt x="22006" y="2636"/>
                    <a:pt x="19704" y="2696"/>
                    <a:pt x="17420" y="3038"/>
                  </a:cubicBezTo>
                  <a:cubicBezTo>
                    <a:pt x="10296" y="4107"/>
                    <a:pt x="5152" y="8009"/>
                    <a:pt x="1509" y="14060"/>
                  </a:cubicBezTo>
                  <a:cubicBezTo>
                    <a:pt x="526" y="15694"/>
                    <a:pt x="1" y="17481"/>
                    <a:pt x="300" y="19434"/>
                  </a:cubicBezTo>
                  <a:cubicBezTo>
                    <a:pt x="582" y="21273"/>
                    <a:pt x="559" y="23123"/>
                    <a:pt x="413" y="24966"/>
                  </a:cubicBezTo>
                  <a:cubicBezTo>
                    <a:pt x="270" y="26727"/>
                    <a:pt x="366" y="28453"/>
                    <a:pt x="725" y="30174"/>
                  </a:cubicBezTo>
                  <a:cubicBezTo>
                    <a:pt x="1246" y="32681"/>
                    <a:pt x="2558" y="34809"/>
                    <a:pt x="3873" y="36952"/>
                  </a:cubicBezTo>
                  <a:cubicBezTo>
                    <a:pt x="4976" y="38752"/>
                    <a:pt x="6421" y="40140"/>
                    <a:pt x="8303" y="41096"/>
                  </a:cubicBezTo>
                  <a:cubicBezTo>
                    <a:pt x="11574" y="42760"/>
                    <a:pt x="15028" y="43569"/>
                    <a:pt x="18163" y="43569"/>
                  </a:cubicBezTo>
                  <a:cubicBezTo>
                    <a:pt x="18346" y="43569"/>
                    <a:pt x="18528" y="43566"/>
                    <a:pt x="18708" y="43561"/>
                  </a:cubicBezTo>
                  <a:cubicBezTo>
                    <a:pt x="18874" y="43564"/>
                    <a:pt x="19039" y="43565"/>
                    <a:pt x="19203" y="43565"/>
                  </a:cubicBezTo>
                  <a:cubicBezTo>
                    <a:pt x="23825" y="43565"/>
                    <a:pt x="27699" y="42455"/>
                    <a:pt x="31560" y="41253"/>
                  </a:cubicBezTo>
                  <a:cubicBezTo>
                    <a:pt x="35217" y="40107"/>
                    <a:pt x="38243" y="38037"/>
                    <a:pt x="40703" y="35112"/>
                  </a:cubicBezTo>
                  <a:cubicBezTo>
                    <a:pt x="44147" y="31011"/>
                    <a:pt x="46581" y="26425"/>
                    <a:pt x="47747" y="21151"/>
                  </a:cubicBezTo>
                  <a:cubicBezTo>
                    <a:pt x="48670" y="16983"/>
                    <a:pt x="49384" y="12825"/>
                    <a:pt x="48986" y="8534"/>
                  </a:cubicBezTo>
                  <a:cubicBezTo>
                    <a:pt x="48554" y="3931"/>
                    <a:pt x="44333" y="62"/>
                    <a:pt x="39700" y="3"/>
                  </a:cubicBezTo>
                  <a:cubicBezTo>
                    <a:pt x="39622" y="2"/>
                    <a:pt x="39545" y="1"/>
                    <a:pt x="394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7"/>
            <p:cNvSpPr/>
            <p:nvPr/>
          </p:nvSpPr>
          <p:spPr>
            <a:xfrm rot="-6905291" flipH="1">
              <a:off x="8735154" y="3629620"/>
              <a:ext cx="68470" cy="79124"/>
            </a:xfrm>
            <a:custGeom>
              <a:avLst/>
              <a:gdLst/>
              <a:ahLst/>
              <a:cxnLst/>
              <a:rect l="l" t="t" r="r" b="b"/>
              <a:pathLst>
                <a:path w="1356" h="1567" extrusionOk="0">
                  <a:moveTo>
                    <a:pt x="685" y="1"/>
                  </a:moveTo>
                  <a:cubicBezTo>
                    <a:pt x="353" y="1"/>
                    <a:pt x="71" y="270"/>
                    <a:pt x="37" y="635"/>
                  </a:cubicBezTo>
                  <a:cubicBezTo>
                    <a:pt x="0" y="1040"/>
                    <a:pt x="362" y="1542"/>
                    <a:pt x="707" y="1565"/>
                  </a:cubicBezTo>
                  <a:cubicBezTo>
                    <a:pt x="715" y="1566"/>
                    <a:pt x="723" y="1566"/>
                    <a:pt x="731" y="1566"/>
                  </a:cubicBezTo>
                  <a:cubicBezTo>
                    <a:pt x="1017" y="1566"/>
                    <a:pt x="1274" y="1217"/>
                    <a:pt x="1315" y="765"/>
                  </a:cubicBezTo>
                  <a:cubicBezTo>
                    <a:pt x="1355" y="363"/>
                    <a:pt x="1116" y="44"/>
                    <a:pt x="747" y="4"/>
                  </a:cubicBezTo>
                  <a:cubicBezTo>
                    <a:pt x="726" y="2"/>
                    <a:pt x="706" y="1"/>
                    <a:pt x="6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7"/>
            <p:cNvSpPr/>
            <p:nvPr/>
          </p:nvSpPr>
          <p:spPr>
            <a:xfrm rot="-6905291" flipH="1">
              <a:off x="8722500" y="3904805"/>
              <a:ext cx="49484" cy="62966"/>
            </a:xfrm>
            <a:custGeom>
              <a:avLst/>
              <a:gdLst/>
              <a:ahLst/>
              <a:cxnLst/>
              <a:rect l="l" t="t" r="r" b="b"/>
              <a:pathLst>
                <a:path w="980" h="1247" extrusionOk="0">
                  <a:moveTo>
                    <a:pt x="543" y="1"/>
                  </a:moveTo>
                  <a:cubicBezTo>
                    <a:pt x="216" y="1"/>
                    <a:pt x="55" y="205"/>
                    <a:pt x="0" y="533"/>
                  </a:cubicBezTo>
                  <a:cubicBezTo>
                    <a:pt x="83" y="809"/>
                    <a:pt x="60" y="1157"/>
                    <a:pt x="446" y="1243"/>
                  </a:cubicBezTo>
                  <a:cubicBezTo>
                    <a:pt x="455" y="1245"/>
                    <a:pt x="465" y="1246"/>
                    <a:pt x="474" y="1246"/>
                  </a:cubicBezTo>
                  <a:cubicBezTo>
                    <a:pt x="683" y="1246"/>
                    <a:pt x="980" y="776"/>
                    <a:pt x="977" y="443"/>
                  </a:cubicBezTo>
                  <a:cubicBezTo>
                    <a:pt x="977" y="180"/>
                    <a:pt x="844" y="15"/>
                    <a:pt x="575" y="1"/>
                  </a:cubicBezTo>
                  <a:cubicBezTo>
                    <a:pt x="564" y="1"/>
                    <a:pt x="553" y="1"/>
                    <a:pt x="5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7"/>
            <p:cNvSpPr/>
            <p:nvPr/>
          </p:nvSpPr>
          <p:spPr>
            <a:xfrm rot="-6905291" flipH="1">
              <a:off x="8637768" y="1290383"/>
              <a:ext cx="46202" cy="47515"/>
            </a:xfrm>
            <a:custGeom>
              <a:avLst/>
              <a:gdLst/>
              <a:ahLst/>
              <a:cxnLst/>
              <a:rect l="l" t="t" r="r" b="b"/>
              <a:pathLst>
                <a:path w="915" h="941" extrusionOk="0">
                  <a:moveTo>
                    <a:pt x="412" y="1"/>
                  </a:moveTo>
                  <a:cubicBezTo>
                    <a:pt x="136" y="1"/>
                    <a:pt x="4" y="186"/>
                    <a:pt x="1" y="489"/>
                  </a:cubicBezTo>
                  <a:cubicBezTo>
                    <a:pt x="17" y="765"/>
                    <a:pt x="174" y="938"/>
                    <a:pt x="476" y="941"/>
                  </a:cubicBezTo>
                  <a:cubicBezTo>
                    <a:pt x="768" y="941"/>
                    <a:pt x="914" y="775"/>
                    <a:pt x="905" y="486"/>
                  </a:cubicBezTo>
                  <a:cubicBezTo>
                    <a:pt x="894" y="187"/>
                    <a:pt x="721" y="7"/>
                    <a:pt x="426" y="1"/>
                  </a:cubicBezTo>
                  <a:cubicBezTo>
                    <a:pt x="422" y="1"/>
                    <a:pt x="417" y="1"/>
                    <a:pt x="4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7"/>
            <p:cNvSpPr/>
            <p:nvPr/>
          </p:nvSpPr>
          <p:spPr>
            <a:xfrm rot="-6905291" flipH="1">
              <a:off x="8789920" y="3833600"/>
              <a:ext cx="37769" cy="30347"/>
            </a:xfrm>
            <a:custGeom>
              <a:avLst/>
              <a:gdLst/>
              <a:ahLst/>
              <a:cxnLst/>
              <a:rect l="l" t="t" r="r" b="b"/>
              <a:pathLst>
                <a:path w="748" h="601" extrusionOk="0">
                  <a:moveTo>
                    <a:pt x="305" y="0"/>
                  </a:moveTo>
                  <a:cubicBezTo>
                    <a:pt x="279" y="0"/>
                    <a:pt x="250" y="5"/>
                    <a:pt x="219" y="15"/>
                  </a:cubicBezTo>
                  <a:cubicBezTo>
                    <a:pt x="0" y="84"/>
                    <a:pt x="20" y="263"/>
                    <a:pt x="53" y="496"/>
                  </a:cubicBezTo>
                  <a:cubicBezTo>
                    <a:pt x="73" y="489"/>
                    <a:pt x="94" y="486"/>
                    <a:pt x="114" y="486"/>
                  </a:cubicBezTo>
                  <a:cubicBezTo>
                    <a:pt x="239" y="486"/>
                    <a:pt x="352" y="600"/>
                    <a:pt x="479" y="600"/>
                  </a:cubicBezTo>
                  <a:cubicBezTo>
                    <a:pt x="531" y="600"/>
                    <a:pt x="586" y="581"/>
                    <a:pt x="644" y="526"/>
                  </a:cubicBezTo>
                  <a:cubicBezTo>
                    <a:pt x="747" y="430"/>
                    <a:pt x="647" y="320"/>
                    <a:pt x="591" y="231"/>
                  </a:cubicBezTo>
                  <a:cubicBezTo>
                    <a:pt x="519" y="117"/>
                    <a:pt x="440" y="0"/>
                    <a:pt x="3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7"/>
            <p:cNvSpPr/>
            <p:nvPr/>
          </p:nvSpPr>
          <p:spPr>
            <a:xfrm rot="-6905291" flipH="1">
              <a:off x="8756621" y="4133650"/>
              <a:ext cx="25550" cy="33477"/>
            </a:xfrm>
            <a:custGeom>
              <a:avLst/>
              <a:gdLst/>
              <a:ahLst/>
              <a:cxnLst/>
              <a:rect l="l" t="t" r="r" b="b"/>
              <a:pathLst>
                <a:path w="506" h="663" extrusionOk="0">
                  <a:moveTo>
                    <a:pt x="323" y="0"/>
                  </a:moveTo>
                  <a:cubicBezTo>
                    <a:pt x="283" y="0"/>
                    <a:pt x="241" y="13"/>
                    <a:pt x="207" y="41"/>
                  </a:cubicBezTo>
                  <a:cubicBezTo>
                    <a:pt x="1" y="197"/>
                    <a:pt x="4" y="403"/>
                    <a:pt x="124" y="662"/>
                  </a:cubicBezTo>
                  <a:cubicBezTo>
                    <a:pt x="416" y="549"/>
                    <a:pt x="505" y="353"/>
                    <a:pt x="472" y="124"/>
                  </a:cubicBezTo>
                  <a:cubicBezTo>
                    <a:pt x="462" y="43"/>
                    <a:pt x="395" y="0"/>
                    <a:pt x="3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7"/>
            <p:cNvSpPr/>
            <p:nvPr/>
          </p:nvSpPr>
          <p:spPr>
            <a:xfrm rot="1513371">
              <a:off x="8775797" y="1121883"/>
              <a:ext cx="111324" cy="128647"/>
            </a:xfrm>
            <a:custGeom>
              <a:avLst/>
              <a:gdLst/>
              <a:ahLst/>
              <a:cxnLst/>
              <a:rect l="l" t="t" r="r" b="b"/>
              <a:pathLst>
                <a:path w="1356" h="1567" extrusionOk="0">
                  <a:moveTo>
                    <a:pt x="685" y="1"/>
                  </a:moveTo>
                  <a:cubicBezTo>
                    <a:pt x="353" y="1"/>
                    <a:pt x="71" y="270"/>
                    <a:pt x="37" y="635"/>
                  </a:cubicBezTo>
                  <a:cubicBezTo>
                    <a:pt x="0" y="1040"/>
                    <a:pt x="362" y="1542"/>
                    <a:pt x="707" y="1565"/>
                  </a:cubicBezTo>
                  <a:cubicBezTo>
                    <a:pt x="715" y="1566"/>
                    <a:pt x="723" y="1566"/>
                    <a:pt x="731" y="1566"/>
                  </a:cubicBezTo>
                  <a:cubicBezTo>
                    <a:pt x="1017" y="1566"/>
                    <a:pt x="1274" y="1217"/>
                    <a:pt x="1315" y="765"/>
                  </a:cubicBezTo>
                  <a:cubicBezTo>
                    <a:pt x="1355" y="363"/>
                    <a:pt x="1116" y="44"/>
                    <a:pt x="747" y="4"/>
                  </a:cubicBezTo>
                  <a:cubicBezTo>
                    <a:pt x="726" y="2"/>
                    <a:pt x="706" y="1"/>
                    <a:pt x="6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7"/>
            <p:cNvSpPr/>
            <p:nvPr/>
          </p:nvSpPr>
          <p:spPr>
            <a:xfrm>
              <a:off x="-221600" y="-210475"/>
              <a:ext cx="687600" cy="750475"/>
            </a:xfrm>
            <a:custGeom>
              <a:avLst/>
              <a:gdLst/>
              <a:ahLst/>
              <a:cxnLst/>
              <a:rect l="l" t="t" r="r" b="b"/>
              <a:pathLst>
                <a:path w="27504" h="30019" extrusionOk="0">
                  <a:moveTo>
                    <a:pt x="12111" y="0"/>
                  </a:moveTo>
                  <a:cubicBezTo>
                    <a:pt x="11000" y="0"/>
                    <a:pt x="9863" y="292"/>
                    <a:pt x="8793" y="877"/>
                  </a:cubicBezTo>
                  <a:cubicBezTo>
                    <a:pt x="7511" y="1578"/>
                    <a:pt x="6715" y="2780"/>
                    <a:pt x="6402" y="4181"/>
                  </a:cubicBezTo>
                  <a:cubicBezTo>
                    <a:pt x="5143" y="9849"/>
                    <a:pt x="1" y="16618"/>
                    <a:pt x="3240" y="22241"/>
                  </a:cubicBezTo>
                  <a:cubicBezTo>
                    <a:pt x="5203" y="25648"/>
                    <a:pt x="9419" y="30018"/>
                    <a:pt x="13735" y="30018"/>
                  </a:cubicBezTo>
                  <a:cubicBezTo>
                    <a:pt x="13810" y="30018"/>
                    <a:pt x="13885" y="30017"/>
                    <a:pt x="13961" y="30014"/>
                  </a:cubicBezTo>
                  <a:cubicBezTo>
                    <a:pt x="16307" y="29931"/>
                    <a:pt x="18646" y="29580"/>
                    <a:pt x="20913" y="28969"/>
                  </a:cubicBezTo>
                  <a:cubicBezTo>
                    <a:pt x="22783" y="28468"/>
                    <a:pt x="24772" y="27647"/>
                    <a:pt x="25645" y="25919"/>
                  </a:cubicBezTo>
                  <a:cubicBezTo>
                    <a:pt x="27503" y="22241"/>
                    <a:pt x="24741" y="19168"/>
                    <a:pt x="22193" y="16100"/>
                  </a:cubicBezTo>
                  <a:cubicBezTo>
                    <a:pt x="20675" y="14271"/>
                    <a:pt x="19231" y="12448"/>
                    <a:pt x="18887" y="10499"/>
                  </a:cubicBezTo>
                  <a:cubicBezTo>
                    <a:pt x="18388" y="7678"/>
                    <a:pt x="18911" y="4803"/>
                    <a:pt x="16979" y="2388"/>
                  </a:cubicBezTo>
                  <a:cubicBezTo>
                    <a:pt x="15706" y="796"/>
                    <a:pt x="13944" y="0"/>
                    <a:pt x="12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7"/>
            <p:cNvSpPr/>
            <p:nvPr/>
          </p:nvSpPr>
          <p:spPr>
            <a:xfrm rot="-6299960">
              <a:off x="8295474" y="2262121"/>
              <a:ext cx="1320336" cy="646106"/>
            </a:xfrm>
            <a:custGeom>
              <a:avLst/>
              <a:gdLst/>
              <a:ahLst/>
              <a:cxnLst/>
              <a:rect l="l" t="t" r="r" b="b"/>
              <a:pathLst>
                <a:path w="52815" h="25845" extrusionOk="0">
                  <a:moveTo>
                    <a:pt x="16375" y="0"/>
                  </a:moveTo>
                  <a:cubicBezTo>
                    <a:pt x="11695" y="0"/>
                    <a:pt x="7254" y="3229"/>
                    <a:pt x="3763" y="6073"/>
                  </a:cubicBezTo>
                  <a:cubicBezTo>
                    <a:pt x="0" y="9142"/>
                    <a:pt x="168" y="13798"/>
                    <a:pt x="2552" y="17814"/>
                  </a:cubicBezTo>
                  <a:cubicBezTo>
                    <a:pt x="3929" y="20141"/>
                    <a:pt x="5671" y="22400"/>
                    <a:pt x="8128" y="23526"/>
                  </a:cubicBezTo>
                  <a:cubicBezTo>
                    <a:pt x="9637" y="24218"/>
                    <a:pt x="11314" y="24432"/>
                    <a:pt x="12962" y="24628"/>
                  </a:cubicBezTo>
                  <a:cubicBezTo>
                    <a:pt x="18541" y="25295"/>
                    <a:pt x="24190" y="25844"/>
                    <a:pt x="29805" y="25844"/>
                  </a:cubicBezTo>
                  <a:cubicBezTo>
                    <a:pt x="34398" y="25844"/>
                    <a:pt x="38968" y="25477"/>
                    <a:pt x="43460" y="24508"/>
                  </a:cubicBezTo>
                  <a:cubicBezTo>
                    <a:pt x="45588" y="24048"/>
                    <a:pt x="47733" y="23436"/>
                    <a:pt x="49518" y="22189"/>
                  </a:cubicBezTo>
                  <a:cubicBezTo>
                    <a:pt x="51304" y="20945"/>
                    <a:pt x="52692" y="18963"/>
                    <a:pt x="52739" y="16786"/>
                  </a:cubicBezTo>
                  <a:cubicBezTo>
                    <a:pt x="52814" y="13258"/>
                    <a:pt x="49505" y="10576"/>
                    <a:pt x="46204" y="9335"/>
                  </a:cubicBezTo>
                  <a:cubicBezTo>
                    <a:pt x="40195" y="7077"/>
                    <a:pt x="33327" y="7610"/>
                    <a:pt x="27545" y="4818"/>
                  </a:cubicBezTo>
                  <a:cubicBezTo>
                    <a:pt x="24511" y="3353"/>
                    <a:pt x="21856" y="999"/>
                    <a:pt x="18568" y="247"/>
                  </a:cubicBezTo>
                  <a:cubicBezTo>
                    <a:pt x="17833" y="78"/>
                    <a:pt x="17101" y="0"/>
                    <a:pt x="16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27"/>
          <p:cNvGrpSpPr/>
          <p:nvPr/>
        </p:nvGrpSpPr>
        <p:grpSpPr>
          <a:xfrm>
            <a:off x="354027" y="1160374"/>
            <a:ext cx="7704000" cy="3366300"/>
            <a:chOff x="720150" y="1237200"/>
            <a:chExt cx="7704000" cy="3366300"/>
          </a:xfrm>
        </p:grpSpPr>
        <p:sp>
          <p:nvSpPr>
            <p:cNvPr id="106" name="Google Shape;106;p27"/>
            <p:cNvSpPr/>
            <p:nvPr/>
          </p:nvSpPr>
          <p:spPr>
            <a:xfrm>
              <a:off x="720150" y="1237200"/>
              <a:ext cx="7704000" cy="3366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7"/>
            <p:cNvSpPr/>
            <p:nvPr/>
          </p:nvSpPr>
          <p:spPr>
            <a:xfrm>
              <a:off x="6465144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7"/>
            <p:cNvSpPr/>
            <p:nvPr/>
          </p:nvSpPr>
          <p:spPr>
            <a:xfrm>
              <a:off x="6553933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7"/>
            <p:cNvSpPr/>
            <p:nvPr/>
          </p:nvSpPr>
          <p:spPr>
            <a:xfrm>
              <a:off x="6642723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7"/>
            <p:cNvSpPr/>
            <p:nvPr/>
          </p:nvSpPr>
          <p:spPr>
            <a:xfrm>
              <a:off x="6731512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7"/>
            <p:cNvSpPr/>
            <p:nvPr/>
          </p:nvSpPr>
          <p:spPr>
            <a:xfrm>
              <a:off x="6820301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7"/>
            <p:cNvSpPr/>
            <p:nvPr/>
          </p:nvSpPr>
          <p:spPr>
            <a:xfrm>
              <a:off x="6909090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7"/>
            <p:cNvSpPr/>
            <p:nvPr/>
          </p:nvSpPr>
          <p:spPr>
            <a:xfrm>
              <a:off x="6465144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7"/>
            <p:cNvSpPr/>
            <p:nvPr/>
          </p:nvSpPr>
          <p:spPr>
            <a:xfrm>
              <a:off x="6553933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7"/>
            <p:cNvSpPr/>
            <p:nvPr/>
          </p:nvSpPr>
          <p:spPr>
            <a:xfrm>
              <a:off x="6642723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7"/>
            <p:cNvSpPr/>
            <p:nvPr/>
          </p:nvSpPr>
          <p:spPr>
            <a:xfrm>
              <a:off x="6731512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7"/>
            <p:cNvSpPr/>
            <p:nvPr/>
          </p:nvSpPr>
          <p:spPr>
            <a:xfrm>
              <a:off x="6820301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7"/>
            <p:cNvSpPr/>
            <p:nvPr/>
          </p:nvSpPr>
          <p:spPr>
            <a:xfrm>
              <a:off x="6909090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7"/>
            <p:cNvSpPr/>
            <p:nvPr/>
          </p:nvSpPr>
          <p:spPr>
            <a:xfrm>
              <a:off x="6465144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7"/>
            <p:cNvSpPr/>
            <p:nvPr/>
          </p:nvSpPr>
          <p:spPr>
            <a:xfrm>
              <a:off x="6553933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7"/>
            <p:cNvSpPr/>
            <p:nvPr/>
          </p:nvSpPr>
          <p:spPr>
            <a:xfrm>
              <a:off x="6642723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7"/>
            <p:cNvSpPr/>
            <p:nvPr/>
          </p:nvSpPr>
          <p:spPr>
            <a:xfrm>
              <a:off x="6731512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7"/>
            <p:cNvSpPr/>
            <p:nvPr/>
          </p:nvSpPr>
          <p:spPr>
            <a:xfrm>
              <a:off x="6820301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7"/>
            <p:cNvSpPr/>
            <p:nvPr/>
          </p:nvSpPr>
          <p:spPr>
            <a:xfrm>
              <a:off x="6909090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7"/>
            <p:cNvSpPr/>
            <p:nvPr/>
          </p:nvSpPr>
          <p:spPr>
            <a:xfrm>
              <a:off x="6465144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7"/>
            <p:cNvSpPr/>
            <p:nvPr/>
          </p:nvSpPr>
          <p:spPr>
            <a:xfrm>
              <a:off x="6553933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7"/>
            <p:cNvSpPr/>
            <p:nvPr/>
          </p:nvSpPr>
          <p:spPr>
            <a:xfrm>
              <a:off x="6642723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7"/>
            <p:cNvSpPr/>
            <p:nvPr/>
          </p:nvSpPr>
          <p:spPr>
            <a:xfrm>
              <a:off x="6731512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7"/>
            <p:cNvSpPr/>
            <p:nvPr/>
          </p:nvSpPr>
          <p:spPr>
            <a:xfrm>
              <a:off x="6820301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7"/>
            <p:cNvSpPr/>
            <p:nvPr/>
          </p:nvSpPr>
          <p:spPr>
            <a:xfrm>
              <a:off x="6909090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7"/>
            <p:cNvSpPr/>
            <p:nvPr/>
          </p:nvSpPr>
          <p:spPr>
            <a:xfrm>
              <a:off x="6465144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7"/>
            <p:cNvSpPr/>
            <p:nvPr/>
          </p:nvSpPr>
          <p:spPr>
            <a:xfrm>
              <a:off x="6553933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6642723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6731512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6820301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7"/>
            <p:cNvSpPr/>
            <p:nvPr/>
          </p:nvSpPr>
          <p:spPr>
            <a:xfrm>
              <a:off x="6909090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6465144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6553933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6642723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6731512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7"/>
            <p:cNvSpPr/>
            <p:nvPr/>
          </p:nvSpPr>
          <p:spPr>
            <a:xfrm>
              <a:off x="6820301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6909090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7"/>
            <p:cNvSpPr/>
            <p:nvPr/>
          </p:nvSpPr>
          <p:spPr>
            <a:xfrm>
              <a:off x="6465144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7"/>
            <p:cNvSpPr/>
            <p:nvPr/>
          </p:nvSpPr>
          <p:spPr>
            <a:xfrm>
              <a:off x="6553933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7"/>
            <p:cNvSpPr/>
            <p:nvPr/>
          </p:nvSpPr>
          <p:spPr>
            <a:xfrm>
              <a:off x="6642723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6731512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7"/>
            <p:cNvSpPr/>
            <p:nvPr/>
          </p:nvSpPr>
          <p:spPr>
            <a:xfrm>
              <a:off x="6820301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6909090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7"/>
            <p:cNvSpPr/>
            <p:nvPr/>
          </p:nvSpPr>
          <p:spPr>
            <a:xfrm>
              <a:off x="6465144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7"/>
            <p:cNvSpPr/>
            <p:nvPr/>
          </p:nvSpPr>
          <p:spPr>
            <a:xfrm>
              <a:off x="6553933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6642723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6731512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7"/>
            <p:cNvSpPr/>
            <p:nvPr/>
          </p:nvSpPr>
          <p:spPr>
            <a:xfrm>
              <a:off x="6820301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6909090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6465144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7"/>
            <p:cNvSpPr/>
            <p:nvPr/>
          </p:nvSpPr>
          <p:spPr>
            <a:xfrm>
              <a:off x="6553933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6642723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6731512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6820301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7"/>
            <p:cNvSpPr/>
            <p:nvPr/>
          </p:nvSpPr>
          <p:spPr>
            <a:xfrm>
              <a:off x="6909090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6465144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6553933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6642723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6731512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6820301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6909090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6465144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7"/>
            <p:cNvSpPr/>
            <p:nvPr/>
          </p:nvSpPr>
          <p:spPr>
            <a:xfrm>
              <a:off x="6553933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7"/>
            <p:cNvSpPr/>
            <p:nvPr/>
          </p:nvSpPr>
          <p:spPr>
            <a:xfrm>
              <a:off x="6642723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7"/>
            <p:cNvSpPr/>
            <p:nvPr/>
          </p:nvSpPr>
          <p:spPr>
            <a:xfrm>
              <a:off x="6731512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7"/>
            <p:cNvSpPr/>
            <p:nvPr/>
          </p:nvSpPr>
          <p:spPr>
            <a:xfrm>
              <a:off x="6820301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7"/>
            <p:cNvSpPr/>
            <p:nvPr/>
          </p:nvSpPr>
          <p:spPr>
            <a:xfrm>
              <a:off x="6909090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7"/>
            <p:cNvSpPr/>
            <p:nvPr/>
          </p:nvSpPr>
          <p:spPr>
            <a:xfrm>
              <a:off x="6465144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7"/>
            <p:cNvSpPr/>
            <p:nvPr/>
          </p:nvSpPr>
          <p:spPr>
            <a:xfrm>
              <a:off x="6553933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7"/>
            <p:cNvSpPr/>
            <p:nvPr/>
          </p:nvSpPr>
          <p:spPr>
            <a:xfrm>
              <a:off x="6642723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6731512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6820301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7"/>
            <p:cNvSpPr/>
            <p:nvPr/>
          </p:nvSpPr>
          <p:spPr>
            <a:xfrm>
              <a:off x="6909090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7"/>
            <p:cNvSpPr/>
            <p:nvPr/>
          </p:nvSpPr>
          <p:spPr>
            <a:xfrm>
              <a:off x="6465144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7"/>
            <p:cNvSpPr/>
            <p:nvPr/>
          </p:nvSpPr>
          <p:spPr>
            <a:xfrm>
              <a:off x="6553933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7"/>
            <p:cNvSpPr/>
            <p:nvPr/>
          </p:nvSpPr>
          <p:spPr>
            <a:xfrm>
              <a:off x="6642723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7"/>
            <p:cNvSpPr/>
            <p:nvPr/>
          </p:nvSpPr>
          <p:spPr>
            <a:xfrm>
              <a:off x="6731512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7"/>
            <p:cNvSpPr/>
            <p:nvPr/>
          </p:nvSpPr>
          <p:spPr>
            <a:xfrm>
              <a:off x="6820301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7"/>
            <p:cNvSpPr/>
            <p:nvPr/>
          </p:nvSpPr>
          <p:spPr>
            <a:xfrm>
              <a:off x="6909090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6997879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7"/>
            <p:cNvSpPr/>
            <p:nvPr/>
          </p:nvSpPr>
          <p:spPr>
            <a:xfrm>
              <a:off x="6997879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6997879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7"/>
            <p:cNvSpPr/>
            <p:nvPr/>
          </p:nvSpPr>
          <p:spPr>
            <a:xfrm>
              <a:off x="6997879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6997879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6997879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7"/>
            <p:cNvSpPr/>
            <p:nvPr/>
          </p:nvSpPr>
          <p:spPr>
            <a:xfrm>
              <a:off x="6997879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6997879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7"/>
            <p:cNvSpPr/>
            <p:nvPr/>
          </p:nvSpPr>
          <p:spPr>
            <a:xfrm>
              <a:off x="6997879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7"/>
            <p:cNvSpPr/>
            <p:nvPr/>
          </p:nvSpPr>
          <p:spPr>
            <a:xfrm>
              <a:off x="6997879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7"/>
            <p:cNvSpPr/>
            <p:nvPr/>
          </p:nvSpPr>
          <p:spPr>
            <a:xfrm>
              <a:off x="6997879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7"/>
            <p:cNvSpPr/>
            <p:nvPr/>
          </p:nvSpPr>
          <p:spPr>
            <a:xfrm>
              <a:off x="6997879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7"/>
            <p:cNvSpPr/>
            <p:nvPr/>
          </p:nvSpPr>
          <p:spPr>
            <a:xfrm>
              <a:off x="6997879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7"/>
            <p:cNvSpPr/>
            <p:nvPr/>
          </p:nvSpPr>
          <p:spPr>
            <a:xfrm>
              <a:off x="7086668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7"/>
            <p:cNvSpPr/>
            <p:nvPr/>
          </p:nvSpPr>
          <p:spPr>
            <a:xfrm>
              <a:off x="7086668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7"/>
            <p:cNvSpPr/>
            <p:nvPr/>
          </p:nvSpPr>
          <p:spPr>
            <a:xfrm>
              <a:off x="7086668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7"/>
            <p:cNvSpPr/>
            <p:nvPr/>
          </p:nvSpPr>
          <p:spPr>
            <a:xfrm>
              <a:off x="7086668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7"/>
            <p:cNvSpPr/>
            <p:nvPr/>
          </p:nvSpPr>
          <p:spPr>
            <a:xfrm>
              <a:off x="7086668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7"/>
            <p:cNvSpPr/>
            <p:nvPr/>
          </p:nvSpPr>
          <p:spPr>
            <a:xfrm>
              <a:off x="7086668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7"/>
            <p:cNvSpPr/>
            <p:nvPr/>
          </p:nvSpPr>
          <p:spPr>
            <a:xfrm>
              <a:off x="7086668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7"/>
            <p:cNvSpPr/>
            <p:nvPr/>
          </p:nvSpPr>
          <p:spPr>
            <a:xfrm>
              <a:off x="7086668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7086668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7"/>
            <p:cNvSpPr/>
            <p:nvPr/>
          </p:nvSpPr>
          <p:spPr>
            <a:xfrm>
              <a:off x="7086668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7"/>
            <p:cNvSpPr/>
            <p:nvPr/>
          </p:nvSpPr>
          <p:spPr>
            <a:xfrm>
              <a:off x="7086668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7"/>
            <p:cNvSpPr/>
            <p:nvPr/>
          </p:nvSpPr>
          <p:spPr>
            <a:xfrm>
              <a:off x="7086668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7086668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7175458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7175458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7175458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7175458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7175458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7175458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7175458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7175458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7175458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7175458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7175458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7"/>
            <p:cNvSpPr/>
            <p:nvPr/>
          </p:nvSpPr>
          <p:spPr>
            <a:xfrm>
              <a:off x="7175458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7"/>
            <p:cNvSpPr/>
            <p:nvPr/>
          </p:nvSpPr>
          <p:spPr>
            <a:xfrm>
              <a:off x="7175458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7"/>
            <p:cNvSpPr/>
            <p:nvPr/>
          </p:nvSpPr>
          <p:spPr>
            <a:xfrm>
              <a:off x="7264247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7"/>
            <p:cNvSpPr/>
            <p:nvPr/>
          </p:nvSpPr>
          <p:spPr>
            <a:xfrm>
              <a:off x="7264247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7"/>
            <p:cNvSpPr/>
            <p:nvPr/>
          </p:nvSpPr>
          <p:spPr>
            <a:xfrm>
              <a:off x="7264247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7"/>
            <p:cNvSpPr/>
            <p:nvPr/>
          </p:nvSpPr>
          <p:spPr>
            <a:xfrm>
              <a:off x="7264247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7"/>
            <p:cNvSpPr/>
            <p:nvPr/>
          </p:nvSpPr>
          <p:spPr>
            <a:xfrm>
              <a:off x="7264247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7"/>
            <p:cNvSpPr/>
            <p:nvPr/>
          </p:nvSpPr>
          <p:spPr>
            <a:xfrm>
              <a:off x="7264247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7"/>
            <p:cNvSpPr/>
            <p:nvPr/>
          </p:nvSpPr>
          <p:spPr>
            <a:xfrm>
              <a:off x="7264247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7"/>
            <p:cNvSpPr/>
            <p:nvPr/>
          </p:nvSpPr>
          <p:spPr>
            <a:xfrm>
              <a:off x="7264247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7"/>
            <p:cNvSpPr/>
            <p:nvPr/>
          </p:nvSpPr>
          <p:spPr>
            <a:xfrm>
              <a:off x="7264247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7"/>
            <p:cNvSpPr/>
            <p:nvPr/>
          </p:nvSpPr>
          <p:spPr>
            <a:xfrm>
              <a:off x="7264247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7"/>
            <p:cNvSpPr/>
            <p:nvPr/>
          </p:nvSpPr>
          <p:spPr>
            <a:xfrm>
              <a:off x="7264247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7"/>
            <p:cNvSpPr/>
            <p:nvPr/>
          </p:nvSpPr>
          <p:spPr>
            <a:xfrm>
              <a:off x="7264247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7"/>
            <p:cNvSpPr/>
            <p:nvPr/>
          </p:nvSpPr>
          <p:spPr>
            <a:xfrm>
              <a:off x="7264247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7"/>
            <p:cNvSpPr/>
            <p:nvPr/>
          </p:nvSpPr>
          <p:spPr>
            <a:xfrm>
              <a:off x="7353036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7"/>
            <p:cNvSpPr/>
            <p:nvPr/>
          </p:nvSpPr>
          <p:spPr>
            <a:xfrm>
              <a:off x="7353036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7"/>
            <p:cNvSpPr/>
            <p:nvPr/>
          </p:nvSpPr>
          <p:spPr>
            <a:xfrm>
              <a:off x="7353036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7"/>
            <p:cNvSpPr/>
            <p:nvPr/>
          </p:nvSpPr>
          <p:spPr>
            <a:xfrm>
              <a:off x="7353036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7"/>
            <p:cNvSpPr/>
            <p:nvPr/>
          </p:nvSpPr>
          <p:spPr>
            <a:xfrm>
              <a:off x="7353036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7"/>
            <p:cNvSpPr/>
            <p:nvPr/>
          </p:nvSpPr>
          <p:spPr>
            <a:xfrm>
              <a:off x="7353036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7"/>
            <p:cNvSpPr/>
            <p:nvPr/>
          </p:nvSpPr>
          <p:spPr>
            <a:xfrm>
              <a:off x="7353036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7"/>
            <p:cNvSpPr/>
            <p:nvPr/>
          </p:nvSpPr>
          <p:spPr>
            <a:xfrm>
              <a:off x="7353036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7353036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7"/>
            <p:cNvSpPr/>
            <p:nvPr/>
          </p:nvSpPr>
          <p:spPr>
            <a:xfrm>
              <a:off x="7353036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7"/>
            <p:cNvSpPr/>
            <p:nvPr/>
          </p:nvSpPr>
          <p:spPr>
            <a:xfrm>
              <a:off x="7353036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7353036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7"/>
            <p:cNvSpPr/>
            <p:nvPr/>
          </p:nvSpPr>
          <p:spPr>
            <a:xfrm>
              <a:off x="7353036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7"/>
            <p:cNvSpPr/>
            <p:nvPr/>
          </p:nvSpPr>
          <p:spPr>
            <a:xfrm>
              <a:off x="7441825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7"/>
            <p:cNvSpPr/>
            <p:nvPr/>
          </p:nvSpPr>
          <p:spPr>
            <a:xfrm>
              <a:off x="7441825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7"/>
            <p:cNvSpPr/>
            <p:nvPr/>
          </p:nvSpPr>
          <p:spPr>
            <a:xfrm>
              <a:off x="7441825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7"/>
            <p:cNvSpPr/>
            <p:nvPr/>
          </p:nvSpPr>
          <p:spPr>
            <a:xfrm>
              <a:off x="7441825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7441825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7"/>
            <p:cNvSpPr/>
            <p:nvPr/>
          </p:nvSpPr>
          <p:spPr>
            <a:xfrm>
              <a:off x="7441825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7"/>
            <p:cNvSpPr/>
            <p:nvPr/>
          </p:nvSpPr>
          <p:spPr>
            <a:xfrm>
              <a:off x="7441825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7441825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7"/>
            <p:cNvSpPr/>
            <p:nvPr/>
          </p:nvSpPr>
          <p:spPr>
            <a:xfrm>
              <a:off x="7441825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7"/>
            <p:cNvSpPr/>
            <p:nvPr/>
          </p:nvSpPr>
          <p:spPr>
            <a:xfrm>
              <a:off x="7441825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7441825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7441825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7"/>
            <p:cNvSpPr/>
            <p:nvPr/>
          </p:nvSpPr>
          <p:spPr>
            <a:xfrm>
              <a:off x="7441825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7530614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7530614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7530614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7"/>
            <p:cNvSpPr/>
            <p:nvPr/>
          </p:nvSpPr>
          <p:spPr>
            <a:xfrm>
              <a:off x="7530614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7"/>
            <p:cNvSpPr/>
            <p:nvPr/>
          </p:nvSpPr>
          <p:spPr>
            <a:xfrm>
              <a:off x="7530614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7"/>
            <p:cNvSpPr/>
            <p:nvPr/>
          </p:nvSpPr>
          <p:spPr>
            <a:xfrm>
              <a:off x="7530614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7"/>
            <p:cNvSpPr/>
            <p:nvPr/>
          </p:nvSpPr>
          <p:spPr>
            <a:xfrm>
              <a:off x="7530614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7"/>
            <p:cNvSpPr/>
            <p:nvPr/>
          </p:nvSpPr>
          <p:spPr>
            <a:xfrm>
              <a:off x="7530614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7"/>
            <p:cNvSpPr/>
            <p:nvPr/>
          </p:nvSpPr>
          <p:spPr>
            <a:xfrm>
              <a:off x="7530614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7"/>
            <p:cNvSpPr/>
            <p:nvPr/>
          </p:nvSpPr>
          <p:spPr>
            <a:xfrm>
              <a:off x="7530614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7"/>
            <p:cNvSpPr/>
            <p:nvPr/>
          </p:nvSpPr>
          <p:spPr>
            <a:xfrm>
              <a:off x="7530614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7"/>
            <p:cNvSpPr/>
            <p:nvPr/>
          </p:nvSpPr>
          <p:spPr>
            <a:xfrm>
              <a:off x="7530614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7"/>
            <p:cNvSpPr/>
            <p:nvPr/>
          </p:nvSpPr>
          <p:spPr>
            <a:xfrm>
              <a:off x="7530614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7"/>
            <p:cNvSpPr/>
            <p:nvPr/>
          </p:nvSpPr>
          <p:spPr>
            <a:xfrm>
              <a:off x="7619404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7"/>
            <p:cNvSpPr/>
            <p:nvPr/>
          </p:nvSpPr>
          <p:spPr>
            <a:xfrm>
              <a:off x="7619404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7"/>
            <p:cNvSpPr/>
            <p:nvPr/>
          </p:nvSpPr>
          <p:spPr>
            <a:xfrm>
              <a:off x="7619404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7"/>
            <p:cNvSpPr/>
            <p:nvPr/>
          </p:nvSpPr>
          <p:spPr>
            <a:xfrm>
              <a:off x="7619404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7"/>
            <p:cNvSpPr/>
            <p:nvPr/>
          </p:nvSpPr>
          <p:spPr>
            <a:xfrm>
              <a:off x="7619404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7"/>
            <p:cNvSpPr/>
            <p:nvPr/>
          </p:nvSpPr>
          <p:spPr>
            <a:xfrm>
              <a:off x="7619404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7"/>
            <p:cNvSpPr/>
            <p:nvPr/>
          </p:nvSpPr>
          <p:spPr>
            <a:xfrm>
              <a:off x="7619404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7"/>
            <p:cNvSpPr/>
            <p:nvPr/>
          </p:nvSpPr>
          <p:spPr>
            <a:xfrm>
              <a:off x="7619404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7619404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7619404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7"/>
            <p:cNvSpPr/>
            <p:nvPr/>
          </p:nvSpPr>
          <p:spPr>
            <a:xfrm>
              <a:off x="7619404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7"/>
            <p:cNvSpPr/>
            <p:nvPr/>
          </p:nvSpPr>
          <p:spPr>
            <a:xfrm>
              <a:off x="7619404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7"/>
            <p:cNvSpPr/>
            <p:nvPr/>
          </p:nvSpPr>
          <p:spPr>
            <a:xfrm>
              <a:off x="7619404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7708193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7708193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7708193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7708193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7708193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7708193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7708193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7"/>
            <p:cNvSpPr/>
            <p:nvPr/>
          </p:nvSpPr>
          <p:spPr>
            <a:xfrm>
              <a:off x="7708193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7"/>
            <p:cNvSpPr/>
            <p:nvPr/>
          </p:nvSpPr>
          <p:spPr>
            <a:xfrm>
              <a:off x="7708193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7"/>
            <p:cNvSpPr/>
            <p:nvPr/>
          </p:nvSpPr>
          <p:spPr>
            <a:xfrm>
              <a:off x="7708193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7"/>
            <p:cNvSpPr/>
            <p:nvPr/>
          </p:nvSpPr>
          <p:spPr>
            <a:xfrm>
              <a:off x="7708193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7"/>
            <p:cNvSpPr/>
            <p:nvPr/>
          </p:nvSpPr>
          <p:spPr>
            <a:xfrm>
              <a:off x="7708193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7708193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7796982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7"/>
            <p:cNvSpPr/>
            <p:nvPr/>
          </p:nvSpPr>
          <p:spPr>
            <a:xfrm>
              <a:off x="7796982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7796982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7796982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7"/>
            <p:cNvSpPr/>
            <p:nvPr/>
          </p:nvSpPr>
          <p:spPr>
            <a:xfrm>
              <a:off x="7796982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7796982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7796982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7796982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7796982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7796982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7796982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7"/>
            <p:cNvSpPr/>
            <p:nvPr/>
          </p:nvSpPr>
          <p:spPr>
            <a:xfrm>
              <a:off x="7796982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7"/>
            <p:cNvSpPr/>
            <p:nvPr/>
          </p:nvSpPr>
          <p:spPr>
            <a:xfrm>
              <a:off x="7796982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7"/>
            <p:cNvSpPr/>
            <p:nvPr/>
          </p:nvSpPr>
          <p:spPr>
            <a:xfrm>
              <a:off x="7885771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7"/>
            <p:cNvSpPr/>
            <p:nvPr/>
          </p:nvSpPr>
          <p:spPr>
            <a:xfrm>
              <a:off x="7885771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7885771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7885771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7"/>
            <p:cNvSpPr/>
            <p:nvPr/>
          </p:nvSpPr>
          <p:spPr>
            <a:xfrm>
              <a:off x="7885771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7"/>
            <p:cNvSpPr/>
            <p:nvPr/>
          </p:nvSpPr>
          <p:spPr>
            <a:xfrm>
              <a:off x="7885771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7"/>
            <p:cNvSpPr/>
            <p:nvPr/>
          </p:nvSpPr>
          <p:spPr>
            <a:xfrm>
              <a:off x="7885771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7"/>
            <p:cNvSpPr/>
            <p:nvPr/>
          </p:nvSpPr>
          <p:spPr>
            <a:xfrm>
              <a:off x="7885771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7"/>
            <p:cNvSpPr/>
            <p:nvPr/>
          </p:nvSpPr>
          <p:spPr>
            <a:xfrm>
              <a:off x="7885771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7885771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7"/>
            <p:cNvSpPr/>
            <p:nvPr/>
          </p:nvSpPr>
          <p:spPr>
            <a:xfrm>
              <a:off x="7885771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7"/>
            <p:cNvSpPr/>
            <p:nvPr/>
          </p:nvSpPr>
          <p:spPr>
            <a:xfrm>
              <a:off x="7885771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7"/>
            <p:cNvSpPr/>
            <p:nvPr/>
          </p:nvSpPr>
          <p:spPr>
            <a:xfrm>
              <a:off x="7885771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7"/>
            <p:cNvSpPr/>
            <p:nvPr/>
          </p:nvSpPr>
          <p:spPr>
            <a:xfrm>
              <a:off x="7974560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7"/>
            <p:cNvSpPr/>
            <p:nvPr/>
          </p:nvSpPr>
          <p:spPr>
            <a:xfrm>
              <a:off x="7974560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7974560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7974560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7"/>
            <p:cNvSpPr/>
            <p:nvPr/>
          </p:nvSpPr>
          <p:spPr>
            <a:xfrm>
              <a:off x="7974560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7974560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7974560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7"/>
            <p:cNvSpPr/>
            <p:nvPr/>
          </p:nvSpPr>
          <p:spPr>
            <a:xfrm>
              <a:off x="7974560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7"/>
            <p:cNvSpPr/>
            <p:nvPr/>
          </p:nvSpPr>
          <p:spPr>
            <a:xfrm>
              <a:off x="7974560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7"/>
            <p:cNvSpPr/>
            <p:nvPr/>
          </p:nvSpPr>
          <p:spPr>
            <a:xfrm>
              <a:off x="7974560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7"/>
            <p:cNvSpPr/>
            <p:nvPr/>
          </p:nvSpPr>
          <p:spPr>
            <a:xfrm>
              <a:off x="7974560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7"/>
            <p:cNvSpPr/>
            <p:nvPr/>
          </p:nvSpPr>
          <p:spPr>
            <a:xfrm>
              <a:off x="7974560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7"/>
            <p:cNvSpPr/>
            <p:nvPr/>
          </p:nvSpPr>
          <p:spPr>
            <a:xfrm>
              <a:off x="7974560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7"/>
            <p:cNvSpPr/>
            <p:nvPr/>
          </p:nvSpPr>
          <p:spPr>
            <a:xfrm>
              <a:off x="8063349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7"/>
            <p:cNvSpPr/>
            <p:nvPr/>
          </p:nvSpPr>
          <p:spPr>
            <a:xfrm>
              <a:off x="8063349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7"/>
            <p:cNvSpPr/>
            <p:nvPr/>
          </p:nvSpPr>
          <p:spPr>
            <a:xfrm>
              <a:off x="8063349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7"/>
            <p:cNvSpPr/>
            <p:nvPr/>
          </p:nvSpPr>
          <p:spPr>
            <a:xfrm>
              <a:off x="8063349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7"/>
            <p:cNvSpPr/>
            <p:nvPr/>
          </p:nvSpPr>
          <p:spPr>
            <a:xfrm>
              <a:off x="8063349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7"/>
            <p:cNvSpPr/>
            <p:nvPr/>
          </p:nvSpPr>
          <p:spPr>
            <a:xfrm>
              <a:off x="8063349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7"/>
            <p:cNvSpPr/>
            <p:nvPr/>
          </p:nvSpPr>
          <p:spPr>
            <a:xfrm>
              <a:off x="8063349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7"/>
            <p:cNvSpPr/>
            <p:nvPr/>
          </p:nvSpPr>
          <p:spPr>
            <a:xfrm>
              <a:off x="8063349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7"/>
            <p:cNvSpPr/>
            <p:nvPr/>
          </p:nvSpPr>
          <p:spPr>
            <a:xfrm>
              <a:off x="8063349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8063349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8063349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7"/>
            <p:cNvSpPr/>
            <p:nvPr/>
          </p:nvSpPr>
          <p:spPr>
            <a:xfrm>
              <a:off x="8063349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7"/>
            <p:cNvSpPr/>
            <p:nvPr/>
          </p:nvSpPr>
          <p:spPr>
            <a:xfrm>
              <a:off x="8063349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7"/>
            <p:cNvSpPr/>
            <p:nvPr/>
          </p:nvSpPr>
          <p:spPr>
            <a:xfrm>
              <a:off x="8152139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7"/>
            <p:cNvSpPr/>
            <p:nvPr/>
          </p:nvSpPr>
          <p:spPr>
            <a:xfrm>
              <a:off x="8152139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8152139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8152139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8152139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8152139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27"/>
            <p:cNvSpPr/>
            <p:nvPr/>
          </p:nvSpPr>
          <p:spPr>
            <a:xfrm>
              <a:off x="8152139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8152139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7"/>
            <p:cNvSpPr/>
            <p:nvPr/>
          </p:nvSpPr>
          <p:spPr>
            <a:xfrm>
              <a:off x="8152139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27"/>
            <p:cNvSpPr/>
            <p:nvPr/>
          </p:nvSpPr>
          <p:spPr>
            <a:xfrm>
              <a:off x="8152139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7"/>
            <p:cNvSpPr/>
            <p:nvPr/>
          </p:nvSpPr>
          <p:spPr>
            <a:xfrm>
              <a:off x="8152139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7"/>
            <p:cNvSpPr/>
            <p:nvPr/>
          </p:nvSpPr>
          <p:spPr>
            <a:xfrm>
              <a:off x="8152139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7"/>
            <p:cNvSpPr/>
            <p:nvPr/>
          </p:nvSpPr>
          <p:spPr>
            <a:xfrm>
              <a:off x="8152139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7"/>
            <p:cNvSpPr/>
            <p:nvPr/>
          </p:nvSpPr>
          <p:spPr>
            <a:xfrm>
              <a:off x="8240928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8240928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8240928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8240928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8240928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7"/>
            <p:cNvSpPr/>
            <p:nvPr/>
          </p:nvSpPr>
          <p:spPr>
            <a:xfrm>
              <a:off x="8240928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7"/>
            <p:cNvSpPr/>
            <p:nvPr/>
          </p:nvSpPr>
          <p:spPr>
            <a:xfrm>
              <a:off x="8240928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7"/>
            <p:cNvSpPr/>
            <p:nvPr/>
          </p:nvSpPr>
          <p:spPr>
            <a:xfrm>
              <a:off x="8240928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8240928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8240928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8240928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7"/>
            <p:cNvSpPr/>
            <p:nvPr/>
          </p:nvSpPr>
          <p:spPr>
            <a:xfrm>
              <a:off x="8240928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7"/>
            <p:cNvSpPr/>
            <p:nvPr/>
          </p:nvSpPr>
          <p:spPr>
            <a:xfrm>
              <a:off x="8240928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7"/>
            <p:cNvSpPr/>
            <p:nvPr/>
          </p:nvSpPr>
          <p:spPr>
            <a:xfrm>
              <a:off x="6465144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7"/>
            <p:cNvSpPr/>
            <p:nvPr/>
          </p:nvSpPr>
          <p:spPr>
            <a:xfrm>
              <a:off x="6553933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7"/>
            <p:cNvSpPr/>
            <p:nvPr/>
          </p:nvSpPr>
          <p:spPr>
            <a:xfrm>
              <a:off x="6642723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7"/>
            <p:cNvSpPr/>
            <p:nvPr/>
          </p:nvSpPr>
          <p:spPr>
            <a:xfrm>
              <a:off x="6731512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7"/>
            <p:cNvSpPr/>
            <p:nvPr/>
          </p:nvSpPr>
          <p:spPr>
            <a:xfrm>
              <a:off x="6820301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7"/>
            <p:cNvSpPr/>
            <p:nvPr/>
          </p:nvSpPr>
          <p:spPr>
            <a:xfrm>
              <a:off x="6909090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7"/>
            <p:cNvSpPr/>
            <p:nvPr/>
          </p:nvSpPr>
          <p:spPr>
            <a:xfrm>
              <a:off x="6997879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27"/>
            <p:cNvSpPr/>
            <p:nvPr/>
          </p:nvSpPr>
          <p:spPr>
            <a:xfrm>
              <a:off x="7086668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7175458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7"/>
            <p:cNvSpPr/>
            <p:nvPr/>
          </p:nvSpPr>
          <p:spPr>
            <a:xfrm>
              <a:off x="7264247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7353036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7"/>
            <p:cNvSpPr/>
            <p:nvPr/>
          </p:nvSpPr>
          <p:spPr>
            <a:xfrm>
              <a:off x="7441825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7"/>
            <p:cNvSpPr/>
            <p:nvPr/>
          </p:nvSpPr>
          <p:spPr>
            <a:xfrm>
              <a:off x="7530614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7"/>
            <p:cNvSpPr/>
            <p:nvPr/>
          </p:nvSpPr>
          <p:spPr>
            <a:xfrm>
              <a:off x="7619404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7708193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7796982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7885771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7974560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7"/>
            <p:cNvSpPr/>
            <p:nvPr/>
          </p:nvSpPr>
          <p:spPr>
            <a:xfrm>
              <a:off x="8063349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7"/>
            <p:cNvSpPr/>
            <p:nvPr/>
          </p:nvSpPr>
          <p:spPr>
            <a:xfrm>
              <a:off x="8152139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7"/>
            <p:cNvSpPr/>
            <p:nvPr/>
          </p:nvSpPr>
          <p:spPr>
            <a:xfrm>
              <a:off x="8240928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7"/>
            <p:cNvSpPr/>
            <p:nvPr/>
          </p:nvSpPr>
          <p:spPr>
            <a:xfrm>
              <a:off x="6465144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7"/>
            <p:cNvSpPr/>
            <p:nvPr/>
          </p:nvSpPr>
          <p:spPr>
            <a:xfrm>
              <a:off x="6553933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7"/>
            <p:cNvSpPr/>
            <p:nvPr/>
          </p:nvSpPr>
          <p:spPr>
            <a:xfrm>
              <a:off x="6642723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7"/>
            <p:cNvSpPr/>
            <p:nvPr/>
          </p:nvSpPr>
          <p:spPr>
            <a:xfrm>
              <a:off x="6731512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7"/>
            <p:cNvSpPr/>
            <p:nvPr/>
          </p:nvSpPr>
          <p:spPr>
            <a:xfrm>
              <a:off x="6820301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7"/>
            <p:cNvSpPr/>
            <p:nvPr/>
          </p:nvSpPr>
          <p:spPr>
            <a:xfrm>
              <a:off x="6909090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6997879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7"/>
            <p:cNvSpPr/>
            <p:nvPr/>
          </p:nvSpPr>
          <p:spPr>
            <a:xfrm>
              <a:off x="7086668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7"/>
            <p:cNvSpPr/>
            <p:nvPr/>
          </p:nvSpPr>
          <p:spPr>
            <a:xfrm>
              <a:off x="7175458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7264247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7"/>
            <p:cNvSpPr/>
            <p:nvPr/>
          </p:nvSpPr>
          <p:spPr>
            <a:xfrm>
              <a:off x="7353036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7"/>
            <p:cNvSpPr/>
            <p:nvPr/>
          </p:nvSpPr>
          <p:spPr>
            <a:xfrm>
              <a:off x="7441825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7"/>
            <p:cNvSpPr/>
            <p:nvPr/>
          </p:nvSpPr>
          <p:spPr>
            <a:xfrm>
              <a:off x="7530614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7"/>
            <p:cNvSpPr/>
            <p:nvPr/>
          </p:nvSpPr>
          <p:spPr>
            <a:xfrm>
              <a:off x="7619404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7"/>
            <p:cNvSpPr/>
            <p:nvPr/>
          </p:nvSpPr>
          <p:spPr>
            <a:xfrm>
              <a:off x="7708193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7"/>
            <p:cNvSpPr/>
            <p:nvPr/>
          </p:nvSpPr>
          <p:spPr>
            <a:xfrm>
              <a:off x="7796982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7"/>
            <p:cNvSpPr/>
            <p:nvPr/>
          </p:nvSpPr>
          <p:spPr>
            <a:xfrm>
              <a:off x="7885771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7"/>
            <p:cNvSpPr/>
            <p:nvPr/>
          </p:nvSpPr>
          <p:spPr>
            <a:xfrm>
              <a:off x="7974560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7"/>
            <p:cNvSpPr/>
            <p:nvPr/>
          </p:nvSpPr>
          <p:spPr>
            <a:xfrm>
              <a:off x="8063349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27"/>
            <p:cNvSpPr/>
            <p:nvPr/>
          </p:nvSpPr>
          <p:spPr>
            <a:xfrm>
              <a:off x="8152139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7"/>
            <p:cNvSpPr/>
            <p:nvPr/>
          </p:nvSpPr>
          <p:spPr>
            <a:xfrm>
              <a:off x="8240928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7"/>
            <p:cNvSpPr/>
            <p:nvPr/>
          </p:nvSpPr>
          <p:spPr>
            <a:xfrm>
              <a:off x="8333217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7"/>
            <p:cNvSpPr/>
            <p:nvPr/>
          </p:nvSpPr>
          <p:spPr>
            <a:xfrm>
              <a:off x="8333217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7"/>
            <p:cNvSpPr/>
            <p:nvPr/>
          </p:nvSpPr>
          <p:spPr>
            <a:xfrm>
              <a:off x="8333217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8333217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8333217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7"/>
            <p:cNvSpPr/>
            <p:nvPr/>
          </p:nvSpPr>
          <p:spPr>
            <a:xfrm>
              <a:off x="8333217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7"/>
            <p:cNvSpPr/>
            <p:nvPr/>
          </p:nvSpPr>
          <p:spPr>
            <a:xfrm>
              <a:off x="8333217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7"/>
            <p:cNvSpPr/>
            <p:nvPr/>
          </p:nvSpPr>
          <p:spPr>
            <a:xfrm>
              <a:off x="8333217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7"/>
            <p:cNvSpPr/>
            <p:nvPr/>
          </p:nvSpPr>
          <p:spPr>
            <a:xfrm>
              <a:off x="8333217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8333217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27"/>
            <p:cNvSpPr/>
            <p:nvPr/>
          </p:nvSpPr>
          <p:spPr>
            <a:xfrm>
              <a:off x="8333217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7"/>
            <p:cNvSpPr/>
            <p:nvPr/>
          </p:nvSpPr>
          <p:spPr>
            <a:xfrm>
              <a:off x="8333217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8333217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8333217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8333217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6376355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7"/>
            <p:cNvSpPr/>
            <p:nvPr/>
          </p:nvSpPr>
          <p:spPr>
            <a:xfrm>
              <a:off x="6376355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7"/>
            <p:cNvSpPr/>
            <p:nvPr/>
          </p:nvSpPr>
          <p:spPr>
            <a:xfrm>
              <a:off x="6376355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7"/>
            <p:cNvSpPr/>
            <p:nvPr/>
          </p:nvSpPr>
          <p:spPr>
            <a:xfrm>
              <a:off x="6376355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7"/>
            <p:cNvSpPr/>
            <p:nvPr/>
          </p:nvSpPr>
          <p:spPr>
            <a:xfrm>
              <a:off x="6376355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6376355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7"/>
            <p:cNvSpPr/>
            <p:nvPr/>
          </p:nvSpPr>
          <p:spPr>
            <a:xfrm>
              <a:off x="6376355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7"/>
            <p:cNvSpPr/>
            <p:nvPr/>
          </p:nvSpPr>
          <p:spPr>
            <a:xfrm>
              <a:off x="6376355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7"/>
            <p:cNvSpPr/>
            <p:nvPr/>
          </p:nvSpPr>
          <p:spPr>
            <a:xfrm>
              <a:off x="6376355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7"/>
            <p:cNvSpPr/>
            <p:nvPr/>
          </p:nvSpPr>
          <p:spPr>
            <a:xfrm>
              <a:off x="6376355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7"/>
            <p:cNvSpPr/>
            <p:nvPr/>
          </p:nvSpPr>
          <p:spPr>
            <a:xfrm>
              <a:off x="6376355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7"/>
            <p:cNvSpPr/>
            <p:nvPr/>
          </p:nvSpPr>
          <p:spPr>
            <a:xfrm>
              <a:off x="6376355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27"/>
            <p:cNvSpPr/>
            <p:nvPr/>
          </p:nvSpPr>
          <p:spPr>
            <a:xfrm>
              <a:off x="6376355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6376355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6376355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6287566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7"/>
            <p:cNvSpPr/>
            <p:nvPr/>
          </p:nvSpPr>
          <p:spPr>
            <a:xfrm>
              <a:off x="6287566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7"/>
            <p:cNvSpPr/>
            <p:nvPr/>
          </p:nvSpPr>
          <p:spPr>
            <a:xfrm>
              <a:off x="6287566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7"/>
            <p:cNvSpPr/>
            <p:nvPr/>
          </p:nvSpPr>
          <p:spPr>
            <a:xfrm>
              <a:off x="6287566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7"/>
            <p:cNvSpPr/>
            <p:nvPr/>
          </p:nvSpPr>
          <p:spPr>
            <a:xfrm>
              <a:off x="6287566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27"/>
            <p:cNvSpPr/>
            <p:nvPr/>
          </p:nvSpPr>
          <p:spPr>
            <a:xfrm>
              <a:off x="6287566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27"/>
            <p:cNvSpPr/>
            <p:nvPr/>
          </p:nvSpPr>
          <p:spPr>
            <a:xfrm>
              <a:off x="6287566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7"/>
            <p:cNvSpPr/>
            <p:nvPr/>
          </p:nvSpPr>
          <p:spPr>
            <a:xfrm>
              <a:off x="6287566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7"/>
            <p:cNvSpPr/>
            <p:nvPr/>
          </p:nvSpPr>
          <p:spPr>
            <a:xfrm>
              <a:off x="6287566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7"/>
            <p:cNvSpPr/>
            <p:nvPr/>
          </p:nvSpPr>
          <p:spPr>
            <a:xfrm>
              <a:off x="6287566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7"/>
            <p:cNvSpPr/>
            <p:nvPr/>
          </p:nvSpPr>
          <p:spPr>
            <a:xfrm>
              <a:off x="6287566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7"/>
            <p:cNvSpPr/>
            <p:nvPr/>
          </p:nvSpPr>
          <p:spPr>
            <a:xfrm>
              <a:off x="6287566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7"/>
            <p:cNvSpPr/>
            <p:nvPr/>
          </p:nvSpPr>
          <p:spPr>
            <a:xfrm>
              <a:off x="6287566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7"/>
            <p:cNvSpPr/>
            <p:nvPr/>
          </p:nvSpPr>
          <p:spPr>
            <a:xfrm>
              <a:off x="6287566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7"/>
            <p:cNvSpPr/>
            <p:nvPr/>
          </p:nvSpPr>
          <p:spPr>
            <a:xfrm>
              <a:off x="6287566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27"/>
            <p:cNvSpPr/>
            <p:nvPr/>
          </p:nvSpPr>
          <p:spPr>
            <a:xfrm>
              <a:off x="6198777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7"/>
            <p:cNvSpPr/>
            <p:nvPr/>
          </p:nvSpPr>
          <p:spPr>
            <a:xfrm>
              <a:off x="6198777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7"/>
            <p:cNvSpPr/>
            <p:nvPr/>
          </p:nvSpPr>
          <p:spPr>
            <a:xfrm>
              <a:off x="6198777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7"/>
            <p:cNvSpPr/>
            <p:nvPr/>
          </p:nvSpPr>
          <p:spPr>
            <a:xfrm>
              <a:off x="6198777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27"/>
            <p:cNvSpPr/>
            <p:nvPr/>
          </p:nvSpPr>
          <p:spPr>
            <a:xfrm>
              <a:off x="6198777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7"/>
            <p:cNvSpPr/>
            <p:nvPr/>
          </p:nvSpPr>
          <p:spPr>
            <a:xfrm>
              <a:off x="6198777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27"/>
            <p:cNvSpPr/>
            <p:nvPr/>
          </p:nvSpPr>
          <p:spPr>
            <a:xfrm>
              <a:off x="6198777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7"/>
            <p:cNvSpPr/>
            <p:nvPr/>
          </p:nvSpPr>
          <p:spPr>
            <a:xfrm>
              <a:off x="6198777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7"/>
            <p:cNvSpPr/>
            <p:nvPr/>
          </p:nvSpPr>
          <p:spPr>
            <a:xfrm>
              <a:off x="6198777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7"/>
            <p:cNvSpPr/>
            <p:nvPr/>
          </p:nvSpPr>
          <p:spPr>
            <a:xfrm>
              <a:off x="6198777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7"/>
            <p:cNvSpPr/>
            <p:nvPr/>
          </p:nvSpPr>
          <p:spPr>
            <a:xfrm>
              <a:off x="6198777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7"/>
            <p:cNvSpPr/>
            <p:nvPr/>
          </p:nvSpPr>
          <p:spPr>
            <a:xfrm>
              <a:off x="6198777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7"/>
            <p:cNvSpPr/>
            <p:nvPr/>
          </p:nvSpPr>
          <p:spPr>
            <a:xfrm>
              <a:off x="6198777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7"/>
            <p:cNvSpPr/>
            <p:nvPr/>
          </p:nvSpPr>
          <p:spPr>
            <a:xfrm>
              <a:off x="6198777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7"/>
            <p:cNvSpPr/>
            <p:nvPr/>
          </p:nvSpPr>
          <p:spPr>
            <a:xfrm>
              <a:off x="6198777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7"/>
            <p:cNvSpPr/>
            <p:nvPr/>
          </p:nvSpPr>
          <p:spPr>
            <a:xfrm>
              <a:off x="6465144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7"/>
            <p:cNvSpPr/>
            <p:nvPr/>
          </p:nvSpPr>
          <p:spPr>
            <a:xfrm>
              <a:off x="6553933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7"/>
            <p:cNvSpPr/>
            <p:nvPr/>
          </p:nvSpPr>
          <p:spPr>
            <a:xfrm>
              <a:off x="6642723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7"/>
            <p:cNvSpPr/>
            <p:nvPr/>
          </p:nvSpPr>
          <p:spPr>
            <a:xfrm>
              <a:off x="6731512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7"/>
            <p:cNvSpPr/>
            <p:nvPr/>
          </p:nvSpPr>
          <p:spPr>
            <a:xfrm>
              <a:off x="6820301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7"/>
            <p:cNvSpPr/>
            <p:nvPr/>
          </p:nvSpPr>
          <p:spPr>
            <a:xfrm>
              <a:off x="6909090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7"/>
            <p:cNvSpPr/>
            <p:nvPr/>
          </p:nvSpPr>
          <p:spPr>
            <a:xfrm>
              <a:off x="6465144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7"/>
            <p:cNvSpPr/>
            <p:nvPr/>
          </p:nvSpPr>
          <p:spPr>
            <a:xfrm>
              <a:off x="6553933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7"/>
            <p:cNvSpPr/>
            <p:nvPr/>
          </p:nvSpPr>
          <p:spPr>
            <a:xfrm>
              <a:off x="6642723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27"/>
            <p:cNvSpPr/>
            <p:nvPr/>
          </p:nvSpPr>
          <p:spPr>
            <a:xfrm>
              <a:off x="6731512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27"/>
            <p:cNvSpPr/>
            <p:nvPr/>
          </p:nvSpPr>
          <p:spPr>
            <a:xfrm>
              <a:off x="6820301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7"/>
            <p:cNvSpPr/>
            <p:nvPr/>
          </p:nvSpPr>
          <p:spPr>
            <a:xfrm>
              <a:off x="6909090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7"/>
            <p:cNvSpPr/>
            <p:nvPr/>
          </p:nvSpPr>
          <p:spPr>
            <a:xfrm>
              <a:off x="6465144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7"/>
            <p:cNvSpPr/>
            <p:nvPr/>
          </p:nvSpPr>
          <p:spPr>
            <a:xfrm>
              <a:off x="6553933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7"/>
            <p:cNvSpPr/>
            <p:nvPr/>
          </p:nvSpPr>
          <p:spPr>
            <a:xfrm>
              <a:off x="6642723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7"/>
            <p:cNvSpPr/>
            <p:nvPr/>
          </p:nvSpPr>
          <p:spPr>
            <a:xfrm>
              <a:off x="6731512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27"/>
            <p:cNvSpPr/>
            <p:nvPr/>
          </p:nvSpPr>
          <p:spPr>
            <a:xfrm>
              <a:off x="6820301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7"/>
            <p:cNvSpPr/>
            <p:nvPr/>
          </p:nvSpPr>
          <p:spPr>
            <a:xfrm>
              <a:off x="6909090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7"/>
            <p:cNvSpPr/>
            <p:nvPr/>
          </p:nvSpPr>
          <p:spPr>
            <a:xfrm>
              <a:off x="6465144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7"/>
            <p:cNvSpPr/>
            <p:nvPr/>
          </p:nvSpPr>
          <p:spPr>
            <a:xfrm>
              <a:off x="6553933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7"/>
            <p:cNvSpPr/>
            <p:nvPr/>
          </p:nvSpPr>
          <p:spPr>
            <a:xfrm>
              <a:off x="6642723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7"/>
            <p:cNvSpPr/>
            <p:nvPr/>
          </p:nvSpPr>
          <p:spPr>
            <a:xfrm>
              <a:off x="6731512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7"/>
            <p:cNvSpPr/>
            <p:nvPr/>
          </p:nvSpPr>
          <p:spPr>
            <a:xfrm>
              <a:off x="6820301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7"/>
            <p:cNvSpPr/>
            <p:nvPr/>
          </p:nvSpPr>
          <p:spPr>
            <a:xfrm>
              <a:off x="6909090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7"/>
            <p:cNvSpPr/>
            <p:nvPr/>
          </p:nvSpPr>
          <p:spPr>
            <a:xfrm>
              <a:off x="6465144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7"/>
            <p:cNvSpPr/>
            <p:nvPr/>
          </p:nvSpPr>
          <p:spPr>
            <a:xfrm>
              <a:off x="6553933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7"/>
            <p:cNvSpPr/>
            <p:nvPr/>
          </p:nvSpPr>
          <p:spPr>
            <a:xfrm>
              <a:off x="6642723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7"/>
            <p:cNvSpPr/>
            <p:nvPr/>
          </p:nvSpPr>
          <p:spPr>
            <a:xfrm>
              <a:off x="6731512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27"/>
            <p:cNvSpPr/>
            <p:nvPr/>
          </p:nvSpPr>
          <p:spPr>
            <a:xfrm>
              <a:off x="6820301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27"/>
            <p:cNvSpPr/>
            <p:nvPr/>
          </p:nvSpPr>
          <p:spPr>
            <a:xfrm>
              <a:off x="6909090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7"/>
            <p:cNvSpPr/>
            <p:nvPr/>
          </p:nvSpPr>
          <p:spPr>
            <a:xfrm>
              <a:off x="6465144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7"/>
            <p:cNvSpPr/>
            <p:nvPr/>
          </p:nvSpPr>
          <p:spPr>
            <a:xfrm>
              <a:off x="6553933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7"/>
            <p:cNvSpPr/>
            <p:nvPr/>
          </p:nvSpPr>
          <p:spPr>
            <a:xfrm>
              <a:off x="6642723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7"/>
            <p:cNvSpPr/>
            <p:nvPr/>
          </p:nvSpPr>
          <p:spPr>
            <a:xfrm>
              <a:off x="6731512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27"/>
            <p:cNvSpPr/>
            <p:nvPr/>
          </p:nvSpPr>
          <p:spPr>
            <a:xfrm>
              <a:off x="6820301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6909090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6465144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7"/>
            <p:cNvSpPr/>
            <p:nvPr/>
          </p:nvSpPr>
          <p:spPr>
            <a:xfrm>
              <a:off x="6553933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27"/>
            <p:cNvSpPr/>
            <p:nvPr/>
          </p:nvSpPr>
          <p:spPr>
            <a:xfrm>
              <a:off x="6642723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27"/>
            <p:cNvSpPr/>
            <p:nvPr/>
          </p:nvSpPr>
          <p:spPr>
            <a:xfrm>
              <a:off x="6731512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27"/>
            <p:cNvSpPr/>
            <p:nvPr/>
          </p:nvSpPr>
          <p:spPr>
            <a:xfrm>
              <a:off x="6820301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27"/>
            <p:cNvSpPr/>
            <p:nvPr/>
          </p:nvSpPr>
          <p:spPr>
            <a:xfrm>
              <a:off x="6909090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27"/>
            <p:cNvSpPr/>
            <p:nvPr/>
          </p:nvSpPr>
          <p:spPr>
            <a:xfrm>
              <a:off x="6465144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7"/>
            <p:cNvSpPr/>
            <p:nvPr/>
          </p:nvSpPr>
          <p:spPr>
            <a:xfrm>
              <a:off x="6553933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27"/>
            <p:cNvSpPr/>
            <p:nvPr/>
          </p:nvSpPr>
          <p:spPr>
            <a:xfrm>
              <a:off x="6642723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27"/>
            <p:cNvSpPr/>
            <p:nvPr/>
          </p:nvSpPr>
          <p:spPr>
            <a:xfrm>
              <a:off x="6731512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27"/>
            <p:cNvSpPr/>
            <p:nvPr/>
          </p:nvSpPr>
          <p:spPr>
            <a:xfrm>
              <a:off x="6820301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7"/>
            <p:cNvSpPr/>
            <p:nvPr/>
          </p:nvSpPr>
          <p:spPr>
            <a:xfrm>
              <a:off x="6909090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7"/>
            <p:cNvSpPr/>
            <p:nvPr/>
          </p:nvSpPr>
          <p:spPr>
            <a:xfrm>
              <a:off x="6465144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27"/>
            <p:cNvSpPr/>
            <p:nvPr/>
          </p:nvSpPr>
          <p:spPr>
            <a:xfrm>
              <a:off x="6553933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7"/>
            <p:cNvSpPr/>
            <p:nvPr/>
          </p:nvSpPr>
          <p:spPr>
            <a:xfrm>
              <a:off x="6642723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27"/>
            <p:cNvSpPr/>
            <p:nvPr/>
          </p:nvSpPr>
          <p:spPr>
            <a:xfrm>
              <a:off x="6731512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27"/>
            <p:cNvSpPr/>
            <p:nvPr/>
          </p:nvSpPr>
          <p:spPr>
            <a:xfrm>
              <a:off x="6820301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6909090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6465144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6553933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7"/>
            <p:cNvSpPr/>
            <p:nvPr/>
          </p:nvSpPr>
          <p:spPr>
            <a:xfrm>
              <a:off x="6642723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27"/>
            <p:cNvSpPr/>
            <p:nvPr/>
          </p:nvSpPr>
          <p:spPr>
            <a:xfrm>
              <a:off x="6731512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27"/>
            <p:cNvSpPr/>
            <p:nvPr/>
          </p:nvSpPr>
          <p:spPr>
            <a:xfrm>
              <a:off x="6820301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27"/>
            <p:cNvSpPr/>
            <p:nvPr/>
          </p:nvSpPr>
          <p:spPr>
            <a:xfrm>
              <a:off x="6909090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27"/>
            <p:cNvSpPr/>
            <p:nvPr/>
          </p:nvSpPr>
          <p:spPr>
            <a:xfrm>
              <a:off x="6465144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27"/>
            <p:cNvSpPr/>
            <p:nvPr/>
          </p:nvSpPr>
          <p:spPr>
            <a:xfrm>
              <a:off x="6553933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7"/>
            <p:cNvSpPr/>
            <p:nvPr/>
          </p:nvSpPr>
          <p:spPr>
            <a:xfrm>
              <a:off x="6642723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27"/>
            <p:cNvSpPr/>
            <p:nvPr/>
          </p:nvSpPr>
          <p:spPr>
            <a:xfrm>
              <a:off x="6731512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7"/>
            <p:cNvSpPr/>
            <p:nvPr/>
          </p:nvSpPr>
          <p:spPr>
            <a:xfrm>
              <a:off x="6820301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27"/>
            <p:cNvSpPr/>
            <p:nvPr/>
          </p:nvSpPr>
          <p:spPr>
            <a:xfrm>
              <a:off x="6909090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6465144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27"/>
            <p:cNvSpPr/>
            <p:nvPr/>
          </p:nvSpPr>
          <p:spPr>
            <a:xfrm>
              <a:off x="6553933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7"/>
            <p:cNvSpPr/>
            <p:nvPr/>
          </p:nvSpPr>
          <p:spPr>
            <a:xfrm>
              <a:off x="6642723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6731512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7"/>
            <p:cNvSpPr/>
            <p:nvPr/>
          </p:nvSpPr>
          <p:spPr>
            <a:xfrm>
              <a:off x="6820301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7"/>
            <p:cNvSpPr/>
            <p:nvPr/>
          </p:nvSpPr>
          <p:spPr>
            <a:xfrm>
              <a:off x="6909090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27"/>
            <p:cNvSpPr/>
            <p:nvPr/>
          </p:nvSpPr>
          <p:spPr>
            <a:xfrm>
              <a:off x="6465144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27"/>
            <p:cNvSpPr/>
            <p:nvPr/>
          </p:nvSpPr>
          <p:spPr>
            <a:xfrm>
              <a:off x="6553933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27"/>
            <p:cNvSpPr/>
            <p:nvPr/>
          </p:nvSpPr>
          <p:spPr>
            <a:xfrm>
              <a:off x="6642723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27"/>
            <p:cNvSpPr/>
            <p:nvPr/>
          </p:nvSpPr>
          <p:spPr>
            <a:xfrm>
              <a:off x="6731512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6820301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27"/>
            <p:cNvSpPr/>
            <p:nvPr/>
          </p:nvSpPr>
          <p:spPr>
            <a:xfrm>
              <a:off x="6909090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27"/>
            <p:cNvSpPr/>
            <p:nvPr/>
          </p:nvSpPr>
          <p:spPr>
            <a:xfrm>
              <a:off x="6997879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27"/>
            <p:cNvSpPr/>
            <p:nvPr/>
          </p:nvSpPr>
          <p:spPr>
            <a:xfrm>
              <a:off x="6997879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7"/>
            <p:cNvSpPr/>
            <p:nvPr/>
          </p:nvSpPr>
          <p:spPr>
            <a:xfrm>
              <a:off x="6997879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27"/>
            <p:cNvSpPr/>
            <p:nvPr/>
          </p:nvSpPr>
          <p:spPr>
            <a:xfrm>
              <a:off x="6997879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27"/>
            <p:cNvSpPr/>
            <p:nvPr/>
          </p:nvSpPr>
          <p:spPr>
            <a:xfrm>
              <a:off x="6997879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27"/>
            <p:cNvSpPr/>
            <p:nvPr/>
          </p:nvSpPr>
          <p:spPr>
            <a:xfrm>
              <a:off x="6997879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27"/>
            <p:cNvSpPr/>
            <p:nvPr/>
          </p:nvSpPr>
          <p:spPr>
            <a:xfrm>
              <a:off x="6997879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27"/>
            <p:cNvSpPr/>
            <p:nvPr/>
          </p:nvSpPr>
          <p:spPr>
            <a:xfrm>
              <a:off x="6997879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7"/>
            <p:cNvSpPr/>
            <p:nvPr/>
          </p:nvSpPr>
          <p:spPr>
            <a:xfrm>
              <a:off x="6997879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27"/>
            <p:cNvSpPr/>
            <p:nvPr/>
          </p:nvSpPr>
          <p:spPr>
            <a:xfrm>
              <a:off x="6997879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7"/>
            <p:cNvSpPr/>
            <p:nvPr/>
          </p:nvSpPr>
          <p:spPr>
            <a:xfrm>
              <a:off x="6997879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7"/>
            <p:cNvSpPr/>
            <p:nvPr/>
          </p:nvSpPr>
          <p:spPr>
            <a:xfrm>
              <a:off x="6997879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27"/>
            <p:cNvSpPr/>
            <p:nvPr/>
          </p:nvSpPr>
          <p:spPr>
            <a:xfrm>
              <a:off x="6997879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27"/>
            <p:cNvSpPr/>
            <p:nvPr/>
          </p:nvSpPr>
          <p:spPr>
            <a:xfrm>
              <a:off x="7086668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7"/>
            <p:cNvSpPr/>
            <p:nvPr/>
          </p:nvSpPr>
          <p:spPr>
            <a:xfrm>
              <a:off x="7086668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27"/>
            <p:cNvSpPr/>
            <p:nvPr/>
          </p:nvSpPr>
          <p:spPr>
            <a:xfrm>
              <a:off x="7086668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7"/>
            <p:cNvSpPr/>
            <p:nvPr/>
          </p:nvSpPr>
          <p:spPr>
            <a:xfrm>
              <a:off x="7086668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7"/>
            <p:cNvSpPr/>
            <p:nvPr/>
          </p:nvSpPr>
          <p:spPr>
            <a:xfrm>
              <a:off x="7086668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7"/>
            <p:cNvSpPr/>
            <p:nvPr/>
          </p:nvSpPr>
          <p:spPr>
            <a:xfrm>
              <a:off x="7086668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7"/>
            <p:cNvSpPr/>
            <p:nvPr/>
          </p:nvSpPr>
          <p:spPr>
            <a:xfrm>
              <a:off x="7086668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27"/>
            <p:cNvSpPr/>
            <p:nvPr/>
          </p:nvSpPr>
          <p:spPr>
            <a:xfrm>
              <a:off x="7086668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7"/>
            <p:cNvSpPr/>
            <p:nvPr/>
          </p:nvSpPr>
          <p:spPr>
            <a:xfrm>
              <a:off x="7086668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7"/>
            <p:cNvSpPr/>
            <p:nvPr/>
          </p:nvSpPr>
          <p:spPr>
            <a:xfrm>
              <a:off x="7086668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27"/>
            <p:cNvSpPr/>
            <p:nvPr/>
          </p:nvSpPr>
          <p:spPr>
            <a:xfrm>
              <a:off x="7086668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7"/>
            <p:cNvSpPr/>
            <p:nvPr/>
          </p:nvSpPr>
          <p:spPr>
            <a:xfrm>
              <a:off x="7086668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7"/>
            <p:cNvSpPr/>
            <p:nvPr/>
          </p:nvSpPr>
          <p:spPr>
            <a:xfrm>
              <a:off x="7086668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27"/>
            <p:cNvSpPr/>
            <p:nvPr/>
          </p:nvSpPr>
          <p:spPr>
            <a:xfrm>
              <a:off x="7175458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7"/>
            <p:cNvSpPr/>
            <p:nvPr/>
          </p:nvSpPr>
          <p:spPr>
            <a:xfrm>
              <a:off x="7175458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7"/>
            <p:cNvSpPr/>
            <p:nvPr/>
          </p:nvSpPr>
          <p:spPr>
            <a:xfrm>
              <a:off x="7175458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27"/>
            <p:cNvSpPr/>
            <p:nvPr/>
          </p:nvSpPr>
          <p:spPr>
            <a:xfrm>
              <a:off x="7175458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27"/>
            <p:cNvSpPr/>
            <p:nvPr/>
          </p:nvSpPr>
          <p:spPr>
            <a:xfrm>
              <a:off x="7175458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27"/>
            <p:cNvSpPr/>
            <p:nvPr/>
          </p:nvSpPr>
          <p:spPr>
            <a:xfrm>
              <a:off x="7175458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27"/>
            <p:cNvSpPr/>
            <p:nvPr/>
          </p:nvSpPr>
          <p:spPr>
            <a:xfrm>
              <a:off x="7175458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27"/>
            <p:cNvSpPr/>
            <p:nvPr/>
          </p:nvSpPr>
          <p:spPr>
            <a:xfrm>
              <a:off x="7175458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27"/>
            <p:cNvSpPr/>
            <p:nvPr/>
          </p:nvSpPr>
          <p:spPr>
            <a:xfrm>
              <a:off x="7175458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27"/>
            <p:cNvSpPr/>
            <p:nvPr/>
          </p:nvSpPr>
          <p:spPr>
            <a:xfrm>
              <a:off x="7175458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27"/>
            <p:cNvSpPr/>
            <p:nvPr/>
          </p:nvSpPr>
          <p:spPr>
            <a:xfrm>
              <a:off x="7175458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27"/>
            <p:cNvSpPr/>
            <p:nvPr/>
          </p:nvSpPr>
          <p:spPr>
            <a:xfrm>
              <a:off x="7175458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27"/>
            <p:cNvSpPr/>
            <p:nvPr/>
          </p:nvSpPr>
          <p:spPr>
            <a:xfrm>
              <a:off x="7175458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27"/>
            <p:cNvSpPr/>
            <p:nvPr/>
          </p:nvSpPr>
          <p:spPr>
            <a:xfrm>
              <a:off x="7264247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27"/>
            <p:cNvSpPr/>
            <p:nvPr/>
          </p:nvSpPr>
          <p:spPr>
            <a:xfrm>
              <a:off x="7264247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27"/>
            <p:cNvSpPr/>
            <p:nvPr/>
          </p:nvSpPr>
          <p:spPr>
            <a:xfrm>
              <a:off x="7264247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27"/>
            <p:cNvSpPr/>
            <p:nvPr/>
          </p:nvSpPr>
          <p:spPr>
            <a:xfrm>
              <a:off x="7264247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27"/>
            <p:cNvSpPr/>
            <p:nvPr/>
          </p:nvSpPr>
          <p:spPr>
            <a:xfrm>
              <a:off x="7264247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27"/>
            <p:cNvSpPr/>
            <p:nvPr/>
          </p:nvSpPr>
          <p:spPr>
            <a:xfrm>
              <a:off x="7264247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27"/>
            <p:cNvSpPr/>
            <p:nvPr/>
          </p:nvSpPr>
          <p:spPr>
            <a:xfrm>
              <a:off x="7264247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27"/>
            <p:cNvSpPr/>
            <p:nvPr/>
          </p:nvSpPr>
          <p:spPr>
            <a:xfrm>
              <a:off x="7264247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7"/>
            <p:cNvSpPr/>
            <p:nvPr/>
          </p:nvSpPr>
          <p:spPr>
            <a:xfrm>
              <a:off x="7264247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27"/>
            <p:cNvSpPr/>
            <p:nvPr/>
          </p:nvSpPr>
          <p:spPr>
            <a:xfrm>
              <a:off x="7264247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27"/>
            <p:cNvSpPr/>
            <p:nvPr/>
          </p:nvSpPr>
          <p:spPr>
            <a:xfrm>
              <a:off x="7264247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7"/>
            <p:cNvSpPr/>
            <p:nvPr/>
          </p:nvSpPr>
          <p:spPr>
            <a:xfrm>
              <a:off x="7264247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27"/>
            <p:cNvSpPr/>
            <p:nvPr/>
          </p:nvSpPr>
          <p:spPr>
            <a:xfrm>
              <a:off x="7264247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27"/>
            <p:cNvSpPr/>
            <p:nvPr/>
          </p:nvSpPr>
          <p:spPr>
            <a:xfrm>
              <a:off x="7353036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27"/>
            <p:cNvSpPr/>
            <p:nvPr/>
          </p:nvSpPr>
          <p:spPr>
            <a:xfrm>
              <a:off x="7353036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27"/>
            <p:cNvSpPr/>
            <p:nvPr/>
          </p:nvSpPr>
          <p:spPr>
            <a:xfrm>
              <a:off x="7353036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27"/>
            <p:cNvSpPr/>
            <p:nvPr/>
          </p:nvSpPr>
          <p:spPr>
            <a:xfrm>
              <a:off x="7353036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27"/>
            <p:cNvSpPr/>
            <p:nvPr/>
          </p:nvSpPr>
          <p:spPr>
            <a:xfrm>
              <a:off x="7353036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27"/>
            <p:cNvSpPr/>
            <p:nvPr/>
          </p:nvSpPr>
          <p:spPr>
            <a:xfrm>
              <a:off x="7353036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7"/>
            <p:cNvSpPr/>
            <p:nvPr/>
          </p:nvSpPr>
          <p:spPr>
            <a:xfrm>
              <a:off x="7353036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27"/>
            <p:cNvSpPr/>
            <p:nvPr/>
          </p:nvSpPr>
          <p:spPr>
            <a:xfrm>
              <a:off x="7353036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27"/>
            <p:cNvSpPr/>
            <p:nvPr/>
          </p:nvSpPr>
          <p:spPr>
            <a:xfrm>
              <a:off x="7353036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27"/>
            <p:cNvSpPr/>
            <p:nvPr/>
          </p:nvSpPr>
          <p:spPr>
            <a:xfrm>
              <a:off x="7353036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7"/>
            <p:cNvSpPr/>
            <p:nvPr/>
          </p:nvSpPr>
          <p:spPr>
            <a:xfrm>
              <a:off x="7353036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27"/>
            <p:cNvSpPr/>
            <p:nvPr/>
          </p:nvSpPr>
          <p:spPr>
            <a:xfrm>
              <a:off x="7353036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7"/>
            <p:cNvSpPr/>
            <p:nvPr/>
          </p:nvSpPr>
          <p:spPr>
            <a:xfrm>
              <a:off x="7353036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27"/>
            <p:cNvSpPr/>
            <p:nvPr/>
          </p:nvSpPr>
          <p:spPr>
            <a:xfrm>
              <a:off x="7441825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7"/>
            <p:cNvSpPr/>
            <p:nvPr/>
          </p:nvSpPr>
          <p:spPr>
            <a:xfrm>
              <a:off x="7441825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7"/>
            <p:cNvSpPr/>
            <p:nvPr/>
          </p:nvSpPr>
          <p:spPr>
            <a:xfrm>
              <a:off x="7441825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7"/>
            <p:cNvSpPr/>
            <p:nvPr/>
          </p:nvSpPr>
          <p:spPr>
            <a:xfrm>
              <a:off x="7441825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27"/>
            <p:cNvSpPr/>
            <p:nvPr/>
          </p:nvSpPr>
          <p:spPr>
            <a:xfrm>
              <a:off x="7441825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27"/>
            <p:cNvSpPr/>
            <p:nvPr/>
          </p:nvSpPr>
          <p:spPr>
            <a:xfrm>
              <a:off x="7441825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27"/>
            <p:cNvSpPr/>
            <p:nvPr/>
          </p:nvSpPr>
          <p:spPr>
            <a:xfrm>
              <a:off x="7441825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27"/>
            <p:cNvSpPr/>
            <p:nvPr/>
          </p:nvSpPr>
          <p:spPr>
            <a:xfrm>
              <a:off x="7441825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27"/>
            <p:cNvSpPr/>
            <p:nvPr/>
          </p:nvSpPr>
          <p:spPr>
            <a:xfrm>
              <a:off x="7441825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7441825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27"/>
            <p:cNvSpPr/>
            <p:nvPr/>
          </p:nvSpPr>
          <p:spPr>
            <a:xfrm>
              <a:off x="7441825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27"/>
            <p:cNvSpPr/>
            <p:nvPr/>
          </p:nvSpPr>
          <p:spPr>
            <a:xfrm>
              <a:off x="7441825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27"/>
            <p:cNvSpPr/>
            <p:nvPr/>
          </p:nvSpPr>
          <p:spPr>
            <a:xfrm>
              <a:off x="7441825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7530614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7530614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27"/>
            <p:cNvSpPr/>
            <p:nvPr/>
          </p:nvSpPr>
          <p:spPr>
            <a:xfrm>
              <a:off x="7530614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27"/>
            <p:cNvSpPr/>
            <p:nvPr/>
          </p:nvSpPr>
          <p:spPr>
            <a:xfrm>
              <a:off x="7530614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7530614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7530614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7530614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7530614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7530614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7530614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7530614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27"/>
            <p:cNvSpPr/>
            <p:nvPr/>
          </p:nvSpPr>
          <p:spPr>
            <a:xfrm>
              <a:off x="7530614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27"/>
            <p:cNvSpPr/>
            <p:nvPr/>
          </p:nvSpPr>
          <p:spPr>
            <a:xfrm>
              <a:off x="7530614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27"/>
            <p:cNvSpPr/>
            <p:nvPr/>
          </p:nvSpPr>
          <p:spPr>
            <a:xfrm>
              <a:off x="7619404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27"/>
            <p:cNvSpPr/>
            <p:nvPr/>
          </p:nvSpPr>
          <p:spPr>
            <a:xfrm>
              <a:off x="7619404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27"/>
            <p:cNvSpPr/>
            <p:nvPr/>
          </p:nvSpPr>
          <p:spPr>
            <a:xfrm>
              <a:off x="7619404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7619404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7619404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27"/>
            <p:cNvSpPr/>
            <p:nvPr/>
          </p:nvSpPr>
          <p:spPr>
            <a:xfrm>
              <a:off x="7619404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27"/>
            <p:cNvSpPr/>
            <p:nvPr/>
          </p:nvSpPr>
          <p:spPr>
            <a:xfrm>
              <a:off x="7619404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27"/>
            <p:cNvSpPr/>
            <p:nvPr/>
          </p:nvSpPr>
          <p:spPr>
            <a:xfrm>
              <a:off x="7619404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27"/>
            <p:cNvSpPr/>
            <p:nvPr/>
          </p:nvSpPr>
          <p:spPr>
            <a:xfrm>
              <a:off x="7619404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27"/>
            <p:cNvSpPr/>
            <p:nvPr/>
          </p:nvSpPr>
          <p:spPr>
            <a:xfrm>
              <a:off x="7619404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27"/>
            <p:cNvSpPr/>
            <p:nvPr/>
          </p:nvSpPr>
          <p:spPr>
            <a:xfrm>
              <a:off x="7619404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27"/>
            <p:cNvSpPr/>
            <p:nvPr/>
          </p:nvSpPr>
          <p:spPr>
            <a:xfrm>
              <a:off x="7619404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27"/>
            <p:cNvSpPr/>
            <p:nvPr/>
          </p:nvSpPr>
          <p:spPr>
            <a:xfrm>
              <a:off x="7619404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27"/>
            <p:cNvSpPr/>
            <p:nvPr/>
          </p:nvSpPr>
          <p:spPr>
            <a:xfrm>
              <a:off x="7708193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27"/>
            <p:cNvSpPr/>
            <p:nvPr/>
          </p:nvSpPr>
          <p:spPr>
            <a:xfrm>
              <a:off x="7708193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27"/>
            <p:cNvSpPr/>
            <p:nvPr/>
          </p:nvSpPr>
          <p:spPr>
            <a:xfrm>
              <a:off x="7708193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27"/>
            <p:cNvSpPr/>
            <p:nvPr/>
          </p:nvSpPr>
          <p:spPr>
            <a:xfrm>
              <a:off x="7708193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27"/>
            <p:cNvSpPr/>
            <p:nvPr/>
          </p:nvSpPr>
          <p:spPr>
            <a:xfrm>
              <a:off x="7708193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27"/>
            <p:cNvSpPr/>
            <p:nvPr/>
          </p:nvSpPr>
          <p:spPr>
            <a:xfrm>
              <a:off x="7708193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27"/>
            <p:cNvSpPr/>
            <p:nvPr/>
          </p:nvSpPr>
          <p:spPr>
            <a:xfrm>
              <a:off x="7708193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27"/>
            <p:cNvSpPr/>
            <p:nvPr/>
          </p:nvSpPr>
          <p:spPr>
            <a:xfrm>
              <a:off x="7708193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27"/>
            <p:cNvSpPr/>
            <p:nvPr/>
          </p:nvSpPr>
          <p:spPr>
            <a:xfrm>
              <a:off x="7708193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27"/>
            <p:cNvSpPr/>
            <p:nvPr/>
          </p:nvSpPr>
          <p:spPr>
            <a:xfrm>
              <a:off x="7708193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27"/>
            <p:cNvSpPr/>
            <p:nvPr/>
          </p:nvSpPr>
          <p:spPr>
            <a:xfrm>
              <a:off x="7708193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7708193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27"/>
            <p:cNvSpPr/>
            <p:nvPr/>
          </p:nvSpPr>
          <p:spPr>
            <a:xfrm>
              <a:off x="7708193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27"/>
            <p:cNvSpPr/>
            <p:nvPr/>
          </p:nvSpPr>
          <p:spPr>
            <a:xfrm>
              <a:off x="7796982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27"/>
            <p:cNvSpPr/>
            <p:nvPr/>
          </p:nvSpPr>
          <p:spPr>
            <a:xfrm>
              <a:off x="7796982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27"/>
            <p:cNvSpPr/>
            <p:nvPr/>
          </p:nvSpPr>
          <p:spPr>
            <a:xfrm>
              <a:off x="7796982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27"/>
            <p:cNvSpPr/>
            <p:nvPr/>
          </p:nvSpPr>
          <p:spPr>
            <a:xfrm>
              <a:off x="7796982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27"/>
            <p:cNvSpPr/>
            <p:nvPr/>
          </p:nvSpPr>
          <p:spPr>
            <a:xfrm>
              <a:off x="7796982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27"/>
            <p:cNvSpPr/>
            <p:nvPr/>
          </p:nvSpPr>
          <p:spPr>
            <a:xfrm>
              <a:off x="7796982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27"/>
            <p:cNvSpPr/>
            <p:nvPr/>
          </p:nvSpPr>
          <p:spPr>
            <a:xfrm>
              <a:off x="7796982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27"/>
            <p:cNvSpPr/>
            <p:nvPr/>
          </p:nvSpPr>
          <p:spPr>
            <a:xfrm>
              <a:off x="7796982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27"/>
            <p:cNvSpPr/>
            <p:nvPr/>
          </p:nvSpPr>
          <p:spPr>
            <a:xfrm>
              <a:off x="7796982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27"/>
            <p:cNvSpPr/>
            <p:nvPr/>
          </p:nvSpPr>
          <p:spPr>
            <a:xfrm>
              <a:off x="7796982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27"/>
            <p:cNvSpPr/>
            <p:nvPr/>
          </p:nvSpPr>
          <p:spPr>
            <a:xfrm>
              <a:off x="7796982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27"/>
            <p:cNvSpPr/>
            <p:nvPr/>
          </p:nvSpPr>
          <p:spPr>
            <a:xfrm>
              <a:off x="7796982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27"/>
            <p:cNvSpPr/>
            <p:nvPr/>
          </p:nvSpPr>
          <p:spPr>
            <a:xfrm>
              <a:off x="7796982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27"/>
            <p:cNvSpPr/>
            <p:nvPr/>
          </p:nvSpPr>
          <p:spPr>
            <a:xfrm>
              <a:off x="7885771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27"/>
            <p:cNvSpPr/>
            <p:nvPr/>
          </p:nvSpPr>
          <p:spPr>
            <a:xfrm>
              <a:off x="7885771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27"/>
            <p:cNvSpPr/>
            <p:nvPr/>
          </p:nvSpPr>
          <p:spPr>
            <a:xfrm>
              <a:off x="7885771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27"/>
            <p:cNvSpPr/>
            <p:nvPr/>
          </p:nvSpPr>
          <p:spPr>
            <a:xfrm>
              <a:off x="7885771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27"/>
            <p:cNvSpPr/>
            <p:nvPr/>
          </p:nvSpPr>
          <p:spPr>
            <a:xfrm>
              <a:off x="7885771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27"/>
            <p:cNvSpPr/>
            <p:nvPr/>
          </p:nvSpPr>
          <p:spPr>
            <a:xfrm>
              <a:off x="7885771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27"/>
            <p:cNvSpPr/>
            <p:nvPr/>
          </p:nvSpPr>
          <p:spPr>
            <a:xfrm>
              <a:off x="7885771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27"/>
            <p:cNvSpPr/>
            <p:nvPr/>
          </p:nvSpPr>
          <p:spPr>
            <a:xfrm>
              <a:off x="7885771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27"/>
            <p:cNvSpPr/>
            <p:nvPr/>
          </p:nvSpPr>
          <p:spPr>
            <a:xfrm>
              <a:off x="7885771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27"/>
            <p:cNvSpPr/>
            <p:nvPr/>
          </p:nvSpPr>
          <p:spPr>
            <a:xfrm>
              <a:off x="7885771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27"/>
            <p:cNvSpPr/>
            <p:nvPr/>
          </p:nvSpPr>
          <p:spPr>
            <a:xfrm>
              <a:off x="7885771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27"/>
            <p:cNvSpPr/>
            <p:nvPr/>
          </p:nvSpPr>
          <p:spPr>
            <a:xfrm>
              <a:off x="7885771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27"/>
            <p:cNvSpPr/>
            <p:nvPr/>
          </p:nvSpPr>
          <p:spPr>
            <a:xfrm>
              <a:off x="7885771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7974560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27"/>
            <p:cNvSpPr/>
            <p:nvPr/>
          </p:nvSpPr>
          <p:spPr>
            <a:xfrm>
              <a:off x="7974560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27"/>
            <p:cNvSpPr/>
            <p:nvPr/>
          </p:nvSpPr>
          <p:spPr>
            <a:xfrm>
              <a:off x="7974560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27"/>
            <p:cNvSpPr/>
            <p:nvPr/>
          </p:nvSpPr>
          <p:spPr>
            <a:xfrm>
              <a:off x="7974560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27"/>
            <p:cNvSpPr/>
            <p:nvPr/>
          </p:nvSpPr>
          <p:spPr>
            <a:xfrm>
              <a:off x="7974560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27"/>
            <p:cNvSpPr/>
            <p:nvPr/>
          </p:nvSpPr>
          <p:spPr>
            <a:xfrm>
              <a:off x="7974560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27"/>
            <p:cNvSpPr/>
            <p:nvPr/>
          </p:nvSpPr>
          <p:spPr>
            <a:xfrm>
              <a:off x="7974560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27"/>
            <p:cNvSpPr/>
            <p:nvPr/>
          </p:nvSpPr>
          <p:spPr>
            <a:xfrm>
              <a:off x="7974560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7974560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27"/>
            <p:cNvSpPr/>
            <p:nvPr/>
          </p:nvSpPr>
          <p:spPr>
            <a:xfrm>
              <a:off x="7974560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27"/>
            <p:cNvSpPr/>
            <p:nvPr/>
          </p:nvSpPr>
          <p:spPr>
            <a:xfrm>
              <a:off x="7974560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27"/>
            <p:cNvSpPr/>
            <p:nvPr/>
          </p:nvSpPr>
          <p:spPr>
            <a:xfrm>
              <a:off x="7974560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27"/>
            <p:cNvSpPr/>
            <p:nvPr/>
          </p:nvSpPr>
          <p:spPr>
            <a:xfrm>
              <a:off x="7974560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27"/>
            <p:cNvSpPr/>
            <p:nvPr/>
          </p:nvSpPr>
          <p:spPr>
            <a:xfrm>
              <a:off x="8063349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27"/>
            <p:cNvSpPr/>
            <p:nvPr/>
          </p:nvSpPr>
          <p:spPr>
            <a:xfrm>
              <a:off x="8063349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27"/>
            <p:cNvSpPr/>
            <p:nvPr/>
          </p:nvSpPr>
          <p:spPr>
            <a:xfrm>
              <a:off x="8063349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27"/>
            <p:cNvSpPr/>
            <p:nvPr/>
          </p:nvSpPr>
          <p:spPr>
            <a:xfrm>
              <a:off x="8063349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27"/>
            <p:cNvSpPr/>
            <p:nvPr/>
          </p:nvSpPr>
          <p:spPr>
            <a:xfrm>
              <a:off x="8063349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27"/>
            <p:cNvSpPr/>
            <p:nvPr/>
          </p:nvSpPr>
          <p:spPr>
            <a:xfrm>
              <a:off x="8063349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27"/>
            <p:cNvSpPr/>
            <p:nvPr/>
          </p:nvSpPr>
          <p:spPr>
            <a:xfrm>
              <a:off x="8063349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27"/>
            <p:cNvSpPr/>
            <p:nvPr/>
          </p:nvSpPr>
          <p:spPr>
            <a:xfrm>
              <a:off x="8063349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27"/>
            <p:cNvSpPr/>
            <p:nvPr/>
          </p:nvSpPr>
          <p:spPr>
            <a:xfrm>
              <a:off x="8063349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27"/>
            <p:cNvSpPr/>
            <p:nvPr/>
          </p:nvSpPr>
          <p:spPr>
            <a:xfrm>
              <a:off x="8063349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27"/>
            <p:cNvSpPr/>
            <p:nvPr/>
          </p:nvSpPr>
          <p:spPr>
            <a:xfrm>
              <a:off x="8063349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27"/>
            <p:cNvSpPr/>
            <p:nvPr/>
          </p:nvSpPr>
          <p:spPr>
            <a:xfrm>
              <a:off x="8063349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27"/>
            <p:cNvSpPr/>
            <p:nvPr/>
          </p:nvSpPr>
          <p:spPr>
            <a:xfrm>
              <a:off x="8063349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27"/>
            <p:cNvSpPr/>
            <p:nvPr/>
          </p:nvSpPr>
          <p:spPr>
            <a:xfrm>
              <a:off x="8152139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27"/>
            <p:cNvSpPr/>
            <p:nvPr/>
          </p:nvSpPr>
          <p:spPr>
            <a:xfrm>
              <a:off x="8152139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27"/>
            <p:cNvSpPr/>
            <p:nvPr/>
          </p:nvSpPr>
          <p:spPr>
            <a:xfrm>
              <a:off x="8152139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27"/>
            <p:cNvSpPr/>
            <p:nvPr/>
          </p:nvSpPr>
          <p:spPr>
            <a:xfrm>
              <a:off x="8152139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27"/>
            <p:cNvSpPr/>
            <p:nvPr/>
          </p:nvSpPr>
          <p:spPr>
            <a:xfrm>
              <a:off x="8152139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27"/>
            <p:cNvSpPr/>
            <p:nvPr/>
          </p:nvSpPr>
          <p:spPr>
            <a:xfrm>
              <a:off x="8152139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27"/>
            <p:cNvSpPr/>
            <p:nvPr/>
          </p:nvSpPr>
          <p:spPr>
            <a:xfrm>
              <a:off x="8152139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27"/>
            <p:cNvSpPr/>
            <p:nvPr/>
          </p:nvSpPr>
          <p:spPr>
            <a:xfrm>
              <a:off x="8152139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27"/>
            <p:cNvSpPr/>
            <p:nvPr/>
          </p:nvSpPr>
          <p:spPr>
            <a:xfrm>
              <a:off x="8152139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27"/>
            <p:cNvSpPr/>
            <p:nvPr/>
          </p:nvSpPr>
          <p:spPr>
            <a:xfrm>
              <a:off x="8152139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27"/>
            <p:cNvSpPr/>
            <p:nvPr/>
          </p:nvSpPr>
          <p:spPr>
            <a:xfrm>
              <a:off x="8152139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27"/>
            <p:cNvSpPr/>
            <p:nvPr/>
          </p:nvSpPr>
          <p:spPr>
            <a:xfrm>
              <a:off x="8152139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27"/>
            <p:cNvSpPr/>
            <p:nvPr/>
          </p:nvSpPr>
          <p:spPr>
            <a:xfrm>
              <a:off x="8152139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27"/>
            <p:cNvSpPr/>
            <p:nvPr/>
          </p:nvSpPr>
          <p:spPr>
            <a:xfrm>
              <a:off x="8240928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27"/>
            <p:cNvSpPr/>
            <p:nvPr/>
          </p:nvSpPr>
          <p:spPr>
            <a:xfrm>
              <a:off x="8240928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27"/>
            <p:cNvSpPr/>
            <p:nvPr/>
          </p:nvSpPr>
          <p:spPr>
            <a:xfrm>
              <a:off x="8240928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8240928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27"/>
            <p:cNvSpPr/>
            <p:nvPr/>
          </p:nvSpPr>
          <p:spPr>
            <a:xfrm>
              <a:off x="8240928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27"/>
            <p:cNvSpPr/>
            <p:nvPr/>
          </p:nvSpPr>
          <p:spPr>
            <a:xfrm>
              <a:off x="8240928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27"/>
            <p:cNvSpPr/>
            <p:nvPr/>
          </p:nvSpPr>
          <p:spPr>
            <a:xfrm>
              <a:off x="8240928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27"/>
            <p:cNvSpPr/>
            <p:nvPr/>
          </p:nvSpPr>
          <p:spPr>
            <a:xfrm>
              <a:off x="8240928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27"/>
            <p:cNvSpPr/>
            <p:nvPr/>
          </p:nvSpPr>
          <p:spPr>
            <a:xfrm>
              <a:off x="8240928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27"/>
            <p:cNvSpPr/>
            <p:nvPr/>
          </p:nvSpPr>
          <p:spPr>
            <a:xfrm>
              <a:off x="8240928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27"/>
            <p:cNvSpPr/>
            <p:nvPr/>
          </p:nvSpPr>
          <p:spPr>
            <a:xfrm>
              <a:off x="8240928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27"/>
            <p:cNvSpPr/>
            <p:nvPr/>
          </p:nvSpPr>
          <p:spPr>
            <a:xfrm>
              <a:off x="8240928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27"/>
            <p:cNvSpPr/>
            <p:nvPr/>
          </p:nvSpPr>
          <p:spPr>
            <a:xfrm>
              <a:off x="8240928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27"/>
            <p:cNvSpPr/>
            <p:nvPr/>
          </p:nvSpPr>
          <p:spPr>
            <a:xfrm>
              <a:off x="6465144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27"/>
            <p:cNvSpPr/>
            <p:nvPr/>
          </p:nvSpPr>
          <p:spPr>
            <a:xfrm>
              <a:off x="6553933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27"/>
            <p:cNvSpPr/>
            <p:nvPr/>
          </p:nvSpPr>
          <p:spPr>
            <a:xfrm>
              <a:off x="6642723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27"/>
            <p:cNvSpPr/>
            <p:nvPr/>
          </p:nvSpPr>
          <p:spPr>
            <a:xfrm>
              <a:off x="6731512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27"/>
            <p:cNvSpPr/>
            <p:nvPr/>
          </p:nvSpPr>
          <p:spPr>
            <a:xfrm>
              <a:off x="6820301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27"/>
            <p:cNvSpPr/>
            <p:nvPr/>
          </p:nvSpPr>
          <p:spPr>
            <a:xfrm>
              <a:off x="6909090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27"/>
            <p:cNvSpPr/>
            <p:nvPr/>
          </p:nvSpPr>
          <p:spPr>
            <a:xfrm>
              <a:off x="6997879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27"/>
            <p:cNvSpPr/>
            <p:nvPr/>
          </p:nvSpPr>
          <p:spPr>
            <a:xfrm>
              <a:off x="7086668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27"/>
            <p:cNvSpPr/>
            <p:nvPr/>
          </p:nvSpPr>
          <p:spPr>
            <a:xfrm>
              <a:off x="7175458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27"/>
            <p:cNvSpPr/>
            <p:nvPr/>
          </p:nvSpPr>
          <p:spPr>
            <a:xfrm>
              <a:off x="7264247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27"/>
            <p:cNvSpPr/>
            <p:nvPr/>
          </p:nvSpPr>
          <p:spPr>
            <a:xfrm>
              <a:off x="7353036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27"/>
            <p:cNvSpPr/>
            <p:nvPr/>
          </p:nvSpPr>
          <p:spPr>
            <a:xfrm>
              <a:off x="7441825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27"/>
            <p:cNvSpPr/>
            <p:nvPr/>
          </p:nvSpPr>
          <p:spPr>
            <a:xfrm>
              <a:off x="7530614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27"/>
            <p:cNvSpPr/>
            <p:nvPr/>
          </p:nvSpPr>
          <p:spPr>
            <a:xfrm>
              <a:off x="7619404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27"/>
            <p:cNvSpPr/>
            <p:nvPr/>
          </p:nvSpPr>
          <p:spPr>
            <a:xfrm>
              <a:off x="7708193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27"/>
            <p:cNvSpPr/>
            <p:nvPr/>
          </p:nvSpPr>
          <p:spPr>
            <a:xfrm>
              <a:off x="7796982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27"/>
            <p:cNvSpPr/>
            <p:nvPr/>
          </p:nvSpPr>
          <p:spPr>
            <a:xfrm>
              <a:off x="7885771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27"/>
            <p:cNvSpPr/>
            <p:nvPr/>
          </p:nvSpPr>
          <p:spPr>
            <a:xfrm>
              <a:off x="7974560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27"/>
            <p:cNvSpPr/>
            <p:nvPr/>
          </p:nvSpPr>
          <p:spPr>
            <a:xfrm>
              <a:off x="8063349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8152139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8240928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6465144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6553933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6642723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731512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820301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909090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997879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7086668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7175458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7264247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7353036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7441825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7530614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7619404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7708193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27"/>
            <p:cNvSpPr/>
            <p:nvPr/>
          </p:nvSpPr>
          <p:spPr>
            <a:xfrm>
              <a:off x="7796982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27"/>
            <p:cNvSpPr/>
            <p:nvPr/>
          </p:nvSpPr>
          <p:spPr>
            <a:xfrm>
              <a:off x="7885771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27"/>
            <p:cNvSpPr/>
            <p:nvPr/>
          </p:nvSpPr>
          <p:spPr>
            <a:xfrm>
              <a:off x="7974560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27"/>
            <p:cNvSpPr/>
            <p:nvPr/>
          </p:nvSpPr>
          <p:spPr>
            <a:xfrm>
              <a:off x="8063349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27"/>
            <p:cNvSpPr/>
            <p:nvPr/>
          </p:nvSpPr>
          <p:spPr>
            <a:xfrm>
              <a:off x="8152139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27"/>
            <p:cNvSpPr/>
            <p:nvPr/>
          </p:nvSpPr>
          <p:spPr>
            <a:xfrm>
              <a:off x="8240928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27"/>
            <p:cNvSpPr/>
            <p:nvPr/>
          </p:nvSpPr>
          <p:spPr>
            <a:xfrm>
              <a:off x="8333217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27"/>
            <p:cNvSpPr/>
            <p:nvPr/>
          </p:nvSpPr>
          <p:spPr>
            <a:xfrm>
              <a:off x="8333217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27"/>
            <p:cNvSpPr/>
            <p:nvPr/>
          </p:nvSpPr>
          <p:spPr>
            <a:xfrm>
              <a:off x="8333217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27"/>
            <p:cNvSpPr/>
            <p:nvPr/>
          </p:nvSpPr>
          <p:spPr>
            <a:xfrm>
              <a:off x="8333217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27"/>
            <p:cNvSpPr/>
            <p:nvPr/>
          </p:nvSpPr>
          <p:spPr>
            <a:xfrm>
              <a:off x="8333217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27"/>
            <p:cNvSpPr/>
            <p:nvPr/>
          </p:nvSpPr>
          <p:spPr>
            <a:xfrm>
              <a:off x="8333217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27"/>
            <p:cNvSpPr/>
            <p:nvPr/>
          </p:nvSpPr>
          <p:spPr>
            <a:xfrm>
              <a:off x="8333217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27"/>
            <p:cNvSpPr/>
            <p:nvPr/>
          </p:nvSpPr>
          <p:spPr>
            <a:xfrm>
              <a:off x="8333217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27"/>
            <p:cNvSpPr/>
            <p:nvPr/>
          </p:nvSpPr>
          <p:spPr>
            <a:xfrm>
              <a:off x="8333217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27"/>
            <p:cNvSpPr/>
            <p:nvPr/>
          </p:nvSpPr>
          <p:spPr>
            <a:xfrm>
              <a:off x="8333217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27"/>
            <p:cNvSpPr/>
            <p:nvPr/>
          </p:nvSpPr>
          <p:spPr>
            <a:xfrm>
              <a:off x="8333217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27"/>
            <p:cNvSpPr/>
            <p:nvPr/>
          </p:nvSpPr>
          <p:spPr>
            <a:xfrm>
              <a:off x="8333217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7"/>
            <p:cNvSpPr/>
            <p:nvPr/>
          </p:nvSpPr>
          <p:spPr>
            <a:xfrm>
              <a:off x="8333217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27"/>
            <p:cNvSpPr/>
            <p:nvPr/>
          </p:nvSpPr>
          <p:spPr>
            <a:xfrm>
              <a:off x="8333217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27"/>
            <p:cNvSpPr/>
            <p:nvPr/>
          </p:nvSpPr>
          <p:spPr>
            <a:xfrm>
              <a:off x="8333217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7"/>
            <p:cNvSpPr/>
            <p:nvPr/>
          </p:nvSpPr>
          <p:spPr>
            <a:xfrm>
              <a:off x="6376355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27"/>
            <p:cNvSpPr/>
            <p:nvPr/>
          </p:nvSpPr>
          <p:spPr>
            <a:xfrm>
              <a:off x="6376355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27"/>
            <p:cNvSpPr/>
            <p:nvPr/>
          </p:nvSpPr>
          <p:spPr>
            <a:xfrm>
              <a:off x="6376355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27"/>
            <p:cNvSpPr/>
            <p:nvPr/>
          </p:nvSpPr>
          <p:spPr>
            <a:xfrm>
              <a:off x="6376355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27"/>
            <p:cNvSpPr/>
            <p:nvPr/>
          </p:nvSpPr>
          <p:spPr>
            <a:xfrm>
              <a:off x="6376355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27"/>
            <p:cNvSpPr/>
            <p:nvPr/>
          </p:nvSpPr>
          <p:spPr>
            <a:xfrm>
              <a:off x="6376355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27"/>
            <p:cNvSpPr/>
            <p:nvPr/>
          </p:nvSpPr>
          <p:spPr>
            <a:xfrm>
              <a:off x="6376355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27"/>
            <p:cNvSpPr/>
            <p:nvPr/>
          </p:nvSpPr>
          <p:spPr>
            <a:xfrm>
              <a:off x="6376355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27"/>
            <p:cNvSpPr/>
            <p:nvPr/>
          </p:nvSpPr>
          <p:spPr>
            <a:xfrm>
              <a:off x="6376355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27"/>
            <p:cNvSpPr/>
            <p:nvPr/>
          </p:nvSpPr>
          <p:spPr>
            <a:xfrm>
              <a:off x="6376355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7"/>
            <p:cNvSpPr/>
            <p:nvPr/>
          </p:nvSpPr>
          <p:spPr>
            <a:xfrm>
              <a:off x="6376355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27"/>
            <p:cNvSpPr/>
            <p:nvPr/>
          </p:nvSpPr>
          <p:spPr>
            <a:xfrm>
              <a:off x="6376355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27"/>
            <p:cNvSpPr/>
            <p:nvPr/>
          </p:nvSpPr>
          <p:spPr>
            <a:xfrm>
              <a:off x="6376355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27"/>
            <p:cNvSpPr/>
            <p:nvPr/>
          </p:nvSpPr>
          <p:spPr>
            <a:xfrm>
              <a:off x="6376355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27"/>
            <p:cNvSpPr/>
            <p:nvPr/>
          </p:nvSpPr>
          <p:spPr>
            <a:xfrm>
              <a:off x="6376355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27"/>
            <p:cNvSpPr/>
            <p:nvPr/>
          </p:nvSpPr>
          <p:spPr>
            <a:xfrm>
              <a:off x="6287566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27"/>
            <p:cNvSpPr/>
            <p:nvPr/>
          </p:nvSpPr>
          <p:spPr>
            <a:xfrm>
              <a:off x="6287566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27"/>
            <p:cNvSpPr/>
            <p:nvPr/>
          </p:nvSpPr>
          <p:spPr>
            <a:xfrm>
              <a:off x="6287566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27"/>
            <p:cNvSpPr/>
            <p:nvPr/>
          </p:nvSpPr>
          <p:spPr>
            <a:xfrm>
              <a:off x="6287566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27"/>
            <p:cNvSpPr/>
            <p:nvPr/>
          </p:nvSpPr>
          <p:spPr>
            <a:xfrm>
              <a:off x="6287566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27"/>
            <p:cNvSpPr/>
            <p:nvPr/>
          </p:nvSpPr>
          <p:spPr>
            <a:xfrm>
              <a:off x="6287566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27"/>
            <p:cNvSpPr/>
            <p:nvPr/>
          </p:nvSpPr>
          <p:spPr>
            <a:xfrm>
              <a:off x="6287566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27"/>
            <p:cNvSpPr/>
            <p:nvPr/>
          </p:nvSpPr>
          <p:spPr>
            <a:xfrm>
              <a:off x="6287566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27"/>
            <p:cNvSpPr/>
            <p:nvPr/>
          </p:nvSpPr>
          <p:spPr>
            <a:xfrm>
              <a:off x="6287566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27"/>
            <p:cNvSpPr/>
            <p:nvPr/>
          </p:nvSpPr>
          <p:spPr>
            <a:xfrm>
              <a:off x="6287566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7"/>
            <p:cNvSpPr/>
            <p:nvPr/>
          </p:nvSpPr>
          <p:spPr>
            <a:xfrm>
              <a:off x="6287566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27"/>
            <p:cNvSpPr/>
            <p:nvPr/>
          </p:nvSpPr>
          <p:spPr>
            <a:xfrm>
              <a:off x="6287566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27"/>
            <p:cNvSpPr/>
            <p:nvPr/>
          </p:nvSpPr>
          <p:spPr>
            <a:xfrm>
              <a:off x="6287566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27"/>
            <p:cNvSpPr/>
            <p:nvPr/>
          </p:nvSpPr>
          <p:spPr>
            <a:xfrm>
              <a:off x="6287566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7"/>
            <p:cNvSpPr/>
            <p:nvPr/>
          </p:nvSpPr>
          <p:spPr>
            <a:xfrm>
              <a:off x="6287566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27"/>
            <p:cNvSpPr/>
            <p:nvPr/>
          </p:nvSpPr>
          <p:spPr>
            <a:xfrm>
              <a:off x="6198777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27"/>
            <p:cNvSpPr/>
            <p:nvPr/>
          </p:nvSpPr>
          <p:spPr>
            <a:xfrm>
              <a:off x="6198777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27"/>
            <p:cNvSpPr/>
            <p:nvPr/>
          </p:nvSpPr>
          <p:spPr>
            <a:xfrm>
              <a:off x="6198777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27"/>
            <p:cNvSpPr/>
            <p:nvPr/>
          </p:nvSpPr>
          <p:spPr>
            <a:xfrm>
              <a:off x="6198777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7"/>
            <p:cNvSpPr/>
            <p:nvPr/>
          </p:nvSpPr>
          <p:spPr>
            <a:xfrm>
              <a:off x="6198777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7"/>
            <p:cNvSpPr/>
            <p:nvPr/>
          </p:nvSpPr>
          <p:spPr>
            <a:xfrm>
              <a:off x="6198777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7"/>
            <p:cNvSpPr/>
            <p:nvPr/>
          </p:nvSpPr>
          <p:spPr>
            <a:xfrm>
              <a:off x="6198777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6198777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27"/>
            <p:cNvSpPr/>
            <p:nvPr/>
          </p:nvSpPr>
          <p:spPr>
            <a:xfrm>
              <a:off x="6198777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27"/>
            <p:cNvSpPr/>
            <p:nvPr/>
          </p:nvSpPr>
          <p:spPr>
            <a:xfrm>
              <a:off x="6198777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27"/>
            <p:cNvSpPr/>
            <p:nvPr/>
          </p:nvSpPr>
          <p:spPr>
            <a:xfrm>
              <a:off x="6198777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7"/>
            <p:cNvSpPr/>
            <p:nvPr/>
          </p:nvSpPr>
          <p:spPr>
            <a:xfrm>
              <a:off x="6198777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7"/>
            <p:cNvSpPr/>
            <p:nvPr/>
          </p:nvSpPr>
          <p:spPr>
            <a:xfrm>
              <a:off x="6198777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27"/>
            <p:cNvSpPr/>
            <p:nvPr/>
          </p:nvSpPr>
          <p:spPr>
            <a:xfrm>
              <a:off x="6198777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7"/>
            <p:cNvSpPr/>
            <p:nvPr/>
          </p:nvSpPr>
          <p:spPr>
            <a:xfrm>
              <a:off x="6198777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27"/>
            <p:cNvSpPr/>
            <p:nvPr/>
          </p:nvSpPr>
          <p:spPr>
            <a:xfrm>
              <a:off x="4246471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7"/>
            <p:cNvSpPr/>
            <p:nvPr/>
          </p:nvSpPr>
          <p:spPr>
            <a:xfrm>
              <a:off x="4335261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7"/>
            <p:cNvSpPr/>
            <p:nvPr/>
          </p:nvSpPr>
          <p:spPr>
            <a:xfrm>
              <a:off x="4424050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27"/>
            <p:cNvSpPr/>
            <p:nvPr/>
          </p:nvSpPr>
          <p:spPr>
            <a:xfrm>
              <a:off x="4512839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27"/>
            <p:cNvSpPr/>
            <p:nvPr/>
          </p:nvSpPr>
          <p:spPr>
            <a:xfrm>
              <a:off x="4601628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7"/>
            <p:cNvSpPr/>
            <p:nvPr/>
          </p:nvSpPr>
          <p:spPr>
            <a:xfrm>
              <a:off x="4690417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27"/>
            <p:cNvSpPr/>
            <p:nvPr/>
          </p:nvSpPr>
          <p:spPr>
            <a:xfrm>
              <a:off x="4246471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27"/>
            <p:cNvSpPr/>
            <p:nvPr/>
          </p:nvSpPr>
          <p:spPr>
            <a:xfrm>
              <a:off x="4335261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7"/>
            <p:cNvSpPr/>
            <p:nvPr/>
          </p:nvSpPr>
          <p:spPr>
            <a:xfrm>
              <a:off x="4424050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27"/>
            <p:cNvSpPr/>
            <p:nvPr/>
          </p:nvSpPr>
          <p:spPr>
            <a:xfrm>
              <a:off x="4512839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27"/>
            <p:cNvSpPr/>
            <p:nvPr/>
          </p:nvSpPr>
          <p:spPr>
            <a:xfrm>
              <a:off x="4601628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27"/>
            <p:cNvSpPr/>
            <p:nvPr/>
          </p:nvSpPr>
          <p:spPr>
            <a:xfrm>
              <a:off x="4690417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27"/>
            <p:cNvSpPr/>
            <p:nvPr/>
          </p:nvSpPr>
          <p:spPr>
            <a:xfrm>
              <a:off x="4246471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4335261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4424050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27"/>
            <p:cNvSpPr/>
            <p:nvPr/>
          </p:nvSpPr>
          <p:spPr>
            <a:xfrm>
              <a:off x="4512839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27"/>
            <p:cNvSpPr/>
            <p:nvPr/>
          </p:nvSpPr>
          <p:spPr>
            <a:xfrm>
              <a:off x="4601628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27"/>
            <p:cNvSpPr/>
            <p:nvPr/>
          </p:nvSpPr>
          <p:spPr>
            <a:xfrm>
              <a:off x="4690417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27"/>
            <p:cNvSpPr/>
            <p:nvPr/>
          </p:nvSpPr>
          <p:spPr>
            <a:xfrm>
              <a:off x="4246471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27"/>
            <p:cNvSpPr/>
            <p:nvPr/>
          </p:nvSpPr>
          <p:spPr>
            <a:xfrm>
              <a:off x="4335261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27"/>
            <p:cNvSpPr/>
            <p:nvPr/>
          </p:nvSpPr>
          <p:spPr>
            <a:xfrm>
              <a:off x="4424050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27"/>
            <p:cNvSpPr/>
            <p:nvPr/>
          </p:nvSpPr>
          <p:spPr>
            <a:xfrm>
              <a:off x="4512839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27"/>
            <p:cNvSpPr/>
            <p:nvPr/>
          </p:nvSpPr>
          <p:spPr>
            <a:xfrm>
              <a:off x="4601628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27"/>
            <p:cNvSpPr/>
            <p:nvPr/>
          </p:nvSpPr>
          <p:spPr>
            <a:xfrm>
              <a:off x="4690417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27"/>
            <p:cNvSpPr/>
            <p:nvPr/>
          </p:nvSpPr>
          <p:spPr>
            <a:xfrm>
              <a:off x="4246471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27"/>
            <p:cNvSpPr/>
            <p:nvPr/>
          </p:nvSpPr>
          <p:spPr>
            <a:xfrm>
              <a:off x="4335261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27"/>
            <p:cNvSpPr/>
            <p:nvPr/>
          </p:nvSpPr>
          <p:spPr>
            <a:xfrm>
              <a:off x="4424050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7"/>
            <p:cNvSpPr/>
            <p:nvPr/>
          </p:nvSpPr>
          <p:spPr>
            <a:xfrm>
              <a:off x="4512839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27"/>
            <p:cNvSpPr/>
            <p:nvPr/>
          </p:nvSpPr>
          <p:spPr>
            <a:xfrm>
              <a:off x="4601628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27"/>
            <p:cNvSpPr/>
            <p:nvPr/>
          </p:nvSpPr>
          <p:spPr>
            <a:xfrm>
              <a:off x="4690417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27"/>
            <p:cNvSpPr/>
            <p:nvPr/>
          </p:nvSpPr>
          <p:spPr>
            <a:xfrm>
              <a:off x="4246471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27"/>
            <p:cNvSpPr/>
            <p:nvPr/>
          </p:nvSpPr>
          <p:spPr>
            <a:xfrm>
              <a:off x="4335261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27"/>
            <p:cNvSpPr/>
            <p:nvPr/>
          </p:nvSpPr>
          <p:spPr>
            <a:xfrm>
              <a:off x="4424050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27"/>
            <p:cNvSpPr/>
            <p:nvPr/>
          </p:nvSpPr>
          <p:spPr>
            <a:xfrm>
              <a:off x="4512839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27"/>
            <p:cNvSpPr/>
            <p:nvPr/>
          </p:nvSpPr>
          <p:spPr>
            <a:xfrm>
              <a:off x="4601628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27"/>
            <p:cNvSpPr/>
            <p:nvPr/>
          </p:nvSpPr>
          <p:spPr>
            <a:xfrm>
              <a:off x="4690417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27"/>
            <p:cNvSpPr/>
            <p:nvPr/>
          </p:nvSpPr>
          <p:spPr>
            <a:xfrm>
              <a:off x="4246471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27"/>
            <p:cNvSpPr/>
            <p:nvPr/>
          </p:nvSpPr>
          <p:spPr>
            <a:xfrm>
              <a:off x="4335261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27"/>
            <p:cNvSpPr/>
            <p:nvPr/>
          </p:nvSpPr>
          <p:spPr>
            <a:xfrm>
              <a:off x="4424050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27"/>
            <p:cNvSpPr/>
            <p:nvPr/>
          </p:nvSpPr>
          <p:spPr>
            <a:xfrm>
              <a:off x="4512839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7"/>
            <p:cNvSpPr/>
            <p:nvPr/>
          </p:nvSpPr>
          <p:spPr>
            <a:xfrm>
              <a:off x="4601628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27"/>
            <p:cNvSpPr/>
            <p:nvPr/>
          </p:nvSpPr>
          <p:spPr>
            <a:xfrm>
              <a:off x="4690417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27"/>
            <p:cNvSpPr/>
            <p:nvPr/>
          </p:nvSpPr>
          <p:spPr>
            <a:xfrm>
              <a:off x="4246471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27"/>
            <p:cNvSpPr/>
            <p:nvPr/>
          </p:nvSpPr>
          <p:spPr>
            <a:xfrm>
              <a:off x="4335261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27"/>
            <p:cNvSpPr/>
            <p:nvPr/>
          </p:nvSpPr>
          <p:spPr>
            <a:xfrm>
              <a:off x="4424050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27"/>
            <p:cNvSpPr/>
            <p:nvPr/>
          </p:nvSpPr>
          <p:spPr>
            <a:xfrm>
              <a:off x="4512839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27"/>
            <p:cNvSpPr/>
            <p:nvPr/>
          </p:nvSpPr>
          <p:spPr>
            <a:xfrm>
              <a:off x="4601628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27"/>
            <p:cNvSpPr/>
            <p:nvPr/>
          </p:nvSpPr>
          <p:spPr>
            <a:xfrm>
              <a:off x="4690417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27"/>
            <p:cNvSpPr/>
            <p:nvPr/>
          </p:nvSpPr>
          <p:spPr>
            <a:xfrm>
              <a:off x="4246471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27"/>
            <p:cNvSpPr/>
            <p:nvPr/>
          </p:nvSpPr>
          <p:spPr>
            <a:xfrm>
              <a:off x="4335261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27"/>
            <p:cNvSpPr/>
            <p:nvPr/>
          </p:nvSpPr>
          <p:spPr>
            <a:xfrm>
              <a:off x="4424050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27"/>
            <p:cNvSpPr/>
            <p:nvPr/>
          </p:nvSpPr>
          <p:spPr>
            <a:xfrm>
              <a:off x="4512839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7"/>
            <p:cNvSpPr/>
            <p:nvPr/>
          </p:nvSpPr>
          <p:spPr>
            <a:xfrm>
              <a:off x="4601628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27"/>
            <p:cNvSpPr/>
            <p:nvPr/>
          </p:nvSpPr>
          <p:spPr>
            <a:xfrm>
              <a:off x="4690417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27"/>
            <p:cNvSpPr/>
            <p:nvPr/>
          </p:nvSpPr>
          <p:spPr>
            <a:xfrm>
              <a:off x="4246471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7"/>
            <p:cNvSpPr/>
            <p:nvPr/>
          </p:nvSpPr>
          <p:spPr>
            <a:xfrm>
              <a:off x="4335261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27"/>
            <p:cNvSpPr/>
            <p:nvPr/>
          </p:nvSpPr>
          <p:spPr>
            <a:xfrm>
              <a:off x="4424050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27"/>
            <p:cNvSpPr/>
            <p:nvPr/>
          </p:nvSpPr>
          <p:spPr>
            <a:xfrm>
              <a:off x="4512839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27"/>
            <p:cNvSpPr/>
            <p:nvPr/>
          </p:nvSpPr>
          <p:spPr>
            <a:xfrm>
              <a:off x="4601628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27"/>
            <p:cNvSpPr/>
            <p:nvPr/>
          </p:nvSpPr>
          <p:spPr>
            <a:xfrm>
              <a:off x="4690417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27"/>
            <p:cNvSpPr/>
            <p:nvPr/>
          </p:nvSpPr>
          <p:spPr>
            <a:xfrm>
              <a:off x="4246471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27"/>
            <p:cNvSpPr/>
            <p:nvPr/>
          </p:nvSpPr>
          <p:spPr>
            <a:xfrm>
              <a:off x="4335261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27"/>
            <p:cNvSpPr/>
            <p:nvPr/>
          </p:nvSpPr>
          <p:spPr>
            <a:xfrm>
              <a:off x="4424050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27"/>
            <p:cNvSpPr/>
            <p:nvPr/>
          </p:nvSpPr>
          <p:spPr>
            <a:xfrm>
              <a:off x="4512839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27"/>
            <p:cNvSpPr/>
            <p:nvPr/>
          </p:nvSpPr>
          <p:spPr>
            <a:xfrm>
              <a:off x="4601628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27"/>
            <p:cNvSpPr/>
            <p:nvPr/>
          </p:nvSpPr>
          <p:spPr>
            <a:xfrm>
              <a:off x="4690417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27"/>
            <p:cNvSpPr/>
            <p:nvPr/>
          </p:nvSpPr>
          <p:spPr>
            <a:xfrm>
              <a:off x="4246471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27"/>
            <p:cNvSpPr/>
            <p:nvPr/>
          </p:nvSpPr>
          <p:spPr>
            <a:xfrm>
              <a:off x="4335261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7"/>
            <p:cNvSpPr/>
            <p:nvPr/>
          </p:nvSpPr>
          <p:spPr>
            <a:xfrm>
              <a:off x="4424050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7"/>
            <p:cNvSpPr/>
            <p:nvPr/>
          </p:nvSpPr>
          <p:spPr>
            <a:xfrm>
              <a:off x="4512839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7"/>
            <p:cNvSpPr/>
            <p:nvPr/>
          </p:nvSpPr>
          <p:spPr>
            <a:xfrm>
              <a:off x="4601628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27"/>
            <p:cNvSpPr/>
            <p:nvPr/>
          </p:nvSpPr>
          <p:spPr>
            <a:xfrm>
              <a:off x="4690417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27"/>
            <p:cNvSpPr/>
            <p:nvPr/>
          </p:nvSpPr>
          <p:spPr>
            <a:xfrm>
              <a:off x="4246471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27"/>
            <p:cNvSpPr/>
            <p:nvPr/>
          </p:nvSpPr>
          <p:spPr>
            <a:xfrm>
              <a:off x="4335261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27"/>
            <p:cNvSpPr/>
            <p:nvPr/>
          </p:nvSpPr>
          <p:spPr>
            <a:xfrm>
              <a:off x="4424050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27"/>
            <p:cNvSpPr/>
            <p:nvPr/>
          </p:nvSpPr>
          <p:spPr>
            <a:xfrm>
              <a:off x="4512839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27"/>
            <p:cNvSpPr/>
            <p:nvPr/>
          </p:nvSpPr>
          <p:spPr>
            <a:xfrm>
              <a:off x="4601628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27"/>
            <p:cNvSpPr/>
            <p:nvPr/>
          </p:nvSpPr>
          <p:spPr>
            <a:xfrm>
              <a:off x="4690417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27"/>
            <p:cNvSpPr/>
            <p:nvPr/>
          </p:nvSpPr>
          <p:spPr>
            <a:xfrm>
              <a:off x="4779206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27"/>
            <p:cNvSpPr/>
            <p:nvPr/>
          </p:nvSpPr>
          <p:spPr>
            <a:xfrm>
              <a:off x="4779206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27"/>
            <p:cNvSpPr/>
            <p:nvPr/>
          </p:nvSpPr>
          <p:spPr>
            <a:xfrm>
              <a:off x="4779206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27"/>
            <p:cNvSpPr/>
            <p:nvPr/>
          </p:nvSpPr>
          <p:spPr>
            <a:xfrm>
              <a:off x="4779206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27"/>
            <p:cNvSpPr/>
            <p:nvPr/>
          </p:nvSpPr>
          <p:spPr>
            <a:xfrm>
              <a:off x="4779206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27"/>
            <p:cNvSpPr/>
            <p:nvPr/>
          </p:nvSpPr>
          <p:spPr>
            <a:xfrm>
              <a:off x="4779206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27"/>
            <p:cNvSpPr/>
            <p:nvPr/>
          </p:nvSpPr>
          <p:spPr>
            <a:xfrm>
              <a:off x="4779206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27"/>
            <p:cNvSpPr/>
            <p:nvPr/>
          </p:nvSpPr>
          <p:spPr>
            <a:xfrm>
              <a:off x="4779206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27"/>
            <p:cNvSpPr/>
            <p:nvPr/>
          </p:nvSpPr>
          <p:spPr>
            <a:xfrm>
              <a:off x="4779206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7"/>
            <p:cNvSpPr/>
            <p:nvPr/>
          </p:nvSpPr>
          <p:spPr>
            <a:xfrm>
              <a:off x="4779206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7"/>
            <p:cNvSpPr/>
            <p:nvPr/>
          </p:nvSpPr>
          <p:spPr>
            <a:xfrm>
              <a:off x="4779206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27"/>
            <p:cNvSpPr/>
            <p:nvPr/>
          </p:nvSpPr>
          <p:spPr>
            <a:xfrm>
              <a:off x="4779206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27"/>
            <p:cNvSpPr/>
            <p:nvPr/>
          </p:nvSpPr>
          <p:spPr>
            <a:xfrm>
              <a:off x="4779206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27"/>
            <p:cNvSpPr/>
            <p:nvPr/>
          </p:nvSpPr>
          <p:spPr>
            <a:xfrm>
              <a:off x="4867996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27"/>
            <p:cNvSpPr/>
            <p:nvPr/>
          </p:nvSpPr>
          <p:spPr>
            <a:xfrm>
              <a:off x="4867996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27"/>
            <p:cNvSpPr/>
            <p:nvPr/>
          </p:nvSpPr>
          <p:spPr>
            <a:xfrm>
              <a:off x="4867996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27"/>
            <p:cNvSpPr/>
            <p:nvPr/>
          </p:nvSpPr>
          <p:spPr>
            <a:xfrm>
              <a:off x="4867996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27"/>
            <p:cNvSpPr/>
            <p:nvPr/>
          </p:nvSpPr>
          <p:spPr>
            <a:xfrm>
              <a:off x="4867996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27"/>
            <p:cNvSpPr/>
            <p:nvPr/>
          </p:nvSpPr>
          <p:spPr>
            <a:xfrm>
              <a:off x="4867996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27"/>
            <p:cNvSpPr/>
            <p:nvPr/>
          </p:nvSpPr>
          <p:spPr>
            <a:xfrm>
              <a:off x="4867996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27"/>
            <p:cNvSpPr/>
            <p:nvPr/>
          </p:nvSpPr>
          <p:spPr>
            <a:xfrm>
              <a:off x="4867996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27"/>
            <p:cNvSpPr/>
            <p:nvPr/>
          </p:nvSpPr>
          <p:spPr>
            <a:xfrm>
              <a:off x="4867996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27"/>
            <p:cNvSpPr/>
            <p:nvPr/>
          </p:nvSpPr>
          <p:spPr>
            <a:xfrm>
              <a:off x="4867996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27"/>
            <p:cNvSpPr/>
            <p:nvPr/>
          </p:nvSpPr>
          <p:spPr>
            <a:xfrm>
              <a:off x="4867996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27"/>
            <p:cNvSpPr/>
            <p:nvPr/>
          </p:nvSpPr>
          <p:spPr>
            <a:xfrm>
              <a:off x="4867996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27"/>
            <p:cNvSpPr/>
            <p:nvPr/>
          </p:nvSpPr>
          <p:spPr>
            <a:xfrm>
              <a:off x="4867996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27"/>
            <p:cNvSpPr/>
            <p:nvPr/>
          </p:nvSpPr>
          <p:spPr>
            <a:xfrm>
              <a:off x="4956785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27"/>
            <p:cNvSpPr/>
            <p:nvPr/>
          </p:nvSpPr>
          <p:spPr>
            <a:xfrm>
              <a:off x="4956785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27"/>
            <p:cNvSpPr/>
            <p:nvPr/>
          </p:nvSpPr>
          <p:spPr>
            <a:xfrm>
              <a:off x="4956785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27"/>
            <p:cNvSpPr/>
            <p:nvPr/>
          </p:nvSpPr>
          <p:spPr>
            <a:xfrm>
              <a:off x="4956785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27"/>
            <p:cNvSpPr/>
            <p:nvPr/>
          </p:nvSpPr>
          <p:spPr>
            <a:xfrm>
              <a:off x="4956785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27"/>
            <p:cNvSpPr/>
            <p:nvPr/>
          </p:nvSpPr>
          <p:spPr>
            <a:xfrm>
              <a:off x="4956785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27"/>
            <p:cNvSpPr/>
            <p:nvPr/>
          </p:nvSpPr>
          <p:spPr>
            <a:xfrm>
              <a:off x="4956785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27"/>
            <p:cNvSpPr/>
            <p:nvPr/>
          </p:nvSpPr>
          <p:spPr>
            <a:xfrm>
              <a:off x="4956785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27"/>
            <p:cNvSpPr/>
            <p:nvPr/>
          </p:nvSpPr>
          <p:spPr>
            <a:xfrm>
              <a:off x="4956785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27"/>
            <p:cNvSpPr/>
            <p:nvPr/>
          </p:nvSpPr>
          <p:spPr>
            <a:xfrm>
              <a:off x="4956785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27"/>
            <p:cNvSpPr/>
            <p:nvPr/>
          </p:nvSpPr>
          <p:spPr>
            <a:xfrm>
              <a:off x="4956785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27"/>
            <p:cNvSpPr/>
            <p:nvPr/>
          </p:nvSpPr>
          <p:spPr>
            <a:xfrm>
              <a:off x="4956785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27"/>
            <p:cNvSpPr/>
            <p:nvPr/>
          </p:nvSpPr>
          <p:spPr>
            <a:xfrm>
              <a:off x="4956785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27"/>
            <p:cNvSpPr/>
            <p:nvPr/>
          </p:nvSpPr>
          <p:spPr>
            <a:xfrm>
              <a:off x="5045574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27"/>
            <p:cNvSpPr/>
            <p:nvPr/>
          </p:nvSpPr>
          <p:spPr>
            <a:xfrm>
              <a:off x="5045574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27"/>
            <p:cNvSpPr/>
            <p:nvPr/>
          </p:nvSpPr>
          <p:spPr>
            <a:xfrm>
              <a:off x="5045574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27"/>
            <p:cNvSpPr/>
            <p:nvPr/>
          </p:nvSpPr>
          <p:spPr>
            <a:xfrm>
              <a:off x="5045574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27"/>
            <p:cNvSpPr/>
            <p:nvPr/>
          </p:nvSpPr>
          <p:spPr>
            <a:xfrm>
              <a:off x="5045574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27"/>
            <p:cNvSpPr/>
            <p:nvPr/>
          </p:nvSpPr>
          <p:spPr>
            <a:xfrm>
              <a:off x="5045574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27"/>
            <p:cNvSpPr/>
            <p:nvPr/>
          </p:nvSpPr>
          <p:spPr>
            <a:xfrm>
              <a:off x="5045574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27"/>
            <p:cNvSpPr/>
            <p:nvPr/>
          </p:nvSpPr>
          <p:spPr>
            <a:xfrm>
              <a:off x="5045574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27"/>
            <p:cNvSpPr/>
            <p:nvPr/>
          </p:nvSpPr>
          <p:spPr>
            <a:xfrm>
              <a:off x="5045574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27"/>
            <p:cNvSpPr/>
            <p:nvPr/>
          </p:nvSpPr>
          <p:spPr>
            <a:xfrm>
              <a:off x="5045574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27"/>
            <p:cNvSpPr/>
            <p:nvPr/>
          </p:nvSpPr>
          <p:spPr>
            <a:xfrm>
              <a:off x="5045574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27"/>
            <p:cNvSpPr/>
            <p:nvPr/>
          </p:nvSpPr>
          <p:spPr>
            <a:xfrm>
              <a:off x="5045574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27"/>
            <p:cNvSpPr/>
            <p:nvPr/>
          </p:nvSpPr>
          <p:spPr>
            <a:xfrm>
              <a:off x="5045574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27"/>
            <p:cNvSpPr/>
            <p:nvPr/>
          </p:nvSpPr>
          <p:spPr>
            <a:xfrm>
              <a:off x="5134363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27"/>
            <p:cNvSpPr/>
            <p:nvPr/>
          </p:nvSpPr>
          <p:spPr>
            <a:xfrm>
              <a:off x="5134363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27"/>
            <p:cNvSpPr/>
            <p:nvPr/>
          </p:nvSpPr>
          <p:spPr>
            <a:xfrm>
              <a:off x="5134363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27"/>
            <p:cNvSpPr/>
            <p:nvPr/>
          </p:nvSpPr>
          <p:spPr>
            <a:xfrm>
              <a:off x="5134363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27"/>
            <p:cNvSpPr/>
            <p:nvPr/>
          </p:nvSpPr>
          <p:spPr>
            <a:xfrm>
              <a:off x="5134363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27"/>
            <p:cNvSpPr/>
            <p:nvPr/>
          </p:nvSpPr>
          <p:spPr>
            <a:xfrm>
              <a:off x="5134363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27"/>
            <p:cNvSpPr/>
            <p:nvPr/>
          </p:nvSpPr>
          <p:spPr>
            <a:xfrm>
              <a:off x="5134363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27"/>
            <p:cNvSpPr/>
            <p:nvPr/>
          </p:nvSpPr>
          <p:spPr>
            <a:xfrm>
              <a:off x="5134363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27"/>
            <p:cNvSpPr/>
            <p:nvPr/>
          </p:nvSpPr>
          <p:spPr>
            <a:xfrm>
              <a:off x="5134363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27"/>
            <p:cNvSpPr/>
            <p:nvPr/>
          </p:nvSpPr>
          <p:spPr>
            <a:xfrm>
              <a:off x="5134363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27"/>
            <p:cNvSpPr/>
            <p:nvPr/>
          </p:nvSpPr>
          <p:spPr>
            <a:xfrm>
              <a:off x="5134363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27"/>
            <p:cNvSpPr/>
            <p:nvPr/>
          </p:nvSpPr>
          <p:spPr>
            <a:xfrm>
              <a:off x="5134363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27"/>
            <p:cNvSpPr/>
            <p:nvPr/>
          </p:nvSpPr>
          <p:spPr>
            <a:xfrm>
              <a:off x="5134363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27"/>
            <p:cNvSpPr/>
            <p:nvPr/>
          </p:nvSpPr>
          <p:spPr>
            <a:xfrm>
              <a:off x="5223152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27"/>
            <p:cNvSpPr/>
            <p:nvPr/>
          </p:nvSpPr>
          <p:spPr>
            <a:xfrm>
              <a:off x="5223152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27"/>
            <p:cNvSpPr/>
            <p:nvPr/>
          </p:nvSpPr>
          <p:spPr>
            <a:xfrm>
              <a:off x="5223152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27"/>
            <p:cNvSpPr/>
            <p:nvPr/>
          </p:nvSpPr>
          <p:spPr>
            <a:xfrm>
              <a:off x="5223152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27"/>
            <p:cNvSpPr/>
            <p:nvPr/>
          </p:nvSpPr>
          <p:spPr>
            <a:xfrm>
              <a:off x="5223152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27"/>
            <p:cNvSpPr/>
            <p:nvPr/>
          </p:nvSpPr>
          <p:spPr>
            <a:xfrm>
              <a:off x="5223152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27"/>
            <p:cNvSpPr/>
            <p:nvPr/>
          </p:nvSpPr>
          <p:spPr>
            <a:xfrm>
              <a:off x="5223152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27"/>
            <p:cNvSpPr/>
            <p:nvPr/>
          </p:nvSpPr>
          <p:spPr>
            <a:xfrm>
              <a:off x="5223152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27"/>
            <p:cNvSpPr/>
            <p:nvPr/>
          </p:nvSpPr>
          <p:spPr>
            <a:xfrm>
              <a:off x="5223152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27"/>
            <p:cNvSpPr/>
            <p:nvPr/>
          </p:nvSpPr>
          <p:spPr>
            <a:xfrm>
              <a:off x="5223152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27"/>
            <p:cNvSpPr/>
            <p:nvPr/>
          </p:nvSpPr>
          <p:spPr>
            <a:xfrm>
              <a:off x="5223152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27"/>
            <p:cNvSpPr/>
            <p:nvPr/>
          </p:nvSpPr>
          <p:spPr>
            <a:xfrm>
              <a:off x="5223152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27"/>
            <p:cNvSpPr/>
            <p:nvPr/>
          </p:nvSpPr>
          <p:spPr>
            <a:xfrm>
              <a:off x="5223152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27"/>
            <p:cNvSpPr/>
            <p:nvPr/>
          </p:nvSpPr>
          <p:spPr>
            <a:xfrm>
              <a:off x="5311941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27"/>
            <p:cNvSpPr/>
            <p:nvPr/>
          </p:nvSpPr>
          <p:spPr>
            <a:xfrm>
              <a:off x="5311941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27"/>
            <p:cNvSpPr/>
            <p:nvPr/>
          </p:nvSpPr>
          <p:spPr>
            <a:xfrm>
              <a:off x="5311941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27"/>
            <p:cNvSpPr/>
            <p:nvPr/>
          </p:nvSpPr>
          <p:spPr>
            <a:xfrm>
              <a:off x="5311941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27"/>
            <p:cNvSpPr/>
            <p:nvPr/>
          </p:nvSpPr>
          <p:spPr>
            <a:xfrm>
              <a:off x="5311941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27"/>
            <p:cNvSpPr/>
            <p:nvPr/>
          </p:nvSpPr>
          <p:spPr>
            <a:xfrm>
              <a:off x="5311941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27"/>
            <p:cNvSpPr/>
            <p:nvPr/>
          </p:nvSpPr>
          <p:spPr>
            <a:xfrm>
              <a:off x="5311941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27"/>
            <p:cNvSpPr/>
            <p:nvPr/>
          </p:nvSpPr>
          <p:spPr>
            <a:xfrm>
              <a:off x="5311941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27"/>
            <p:cNvSpPr/>
            <p:nvPr/>
          </p:nvSpPr>
          <p:spPr>
            <a:xfrm>
              <a:off x="5311941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27"/>
            <p:cNvSpPr/>
            <p:nvPr/>
          </p:nvSpPr>
          <p:spPr>
            <a:xfrm>
              <a:off x="5311941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27"/>
            <p:cNvSpPr/>
            <p:nvPr/>
          </p:nvSpPr>
          <p:spPr>
            <a:xfrm>
              <a:off x="5311941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27"/>
            <p:cNvSpPr/>
            <p:nvPr/>
          </p:nvSpPr>
          <p:spPr>
            <a:xfrm>
              <a:off x="5311941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27"/>
            <p:cNvSpPr/>
            <p:nvPr/>
          </p:nvSpPr>
          <p:spPr>
            <a:xfrm>
              <a:off x="5311941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27"/>
            <p:cNvSpPr/>
            <p:nvPr/>
          </p:nvSpPr>
          <p:spPr>
            <a:xfrm>
              <a:off x="5400731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27"/>
            <p:cNvSpPr/>
            <p:nvPr/>
          </p:nvSpPr>
          <p:spPr>
            <a:xfrm>
              <a:off x="5400731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27"/>
            <p:cNvSpPr/>
            <p:nvPr/>
          </p:nvSpPr>
          <p:spPr>
            <a:xfrm>
              <a:off x="5400731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27"/>
            <p:cNvSpPr/>
            <p:nvPr/>
          </p:nvSpPr>
          <p:spPr>
            <a:xfrm>
              <a:off x="5400731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27"/>
            <p:cNvSpPr/>
            <p:nvPr/>
          </p:nvSpPr>
          <p:spPr>
            <a:xfrm>
              <a:off x="5400731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27"/>
            <p:cNvSpPr/>
            <p:nvPr/>
          </p:nvSpPr>
          <p:spPr>
            <a:xfrm>
              <a:off x="5400731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27"/>
            <p:cNvSpPr/>
            <p:nvPr/>
          </p:nvSpPr>
          <p:spPr>
            <a:xfrm>
              <a:off x="5400731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27"/>
            <p:cNvSpPr/>
            <p:nvPr/>
          </p:nvSpPr>
          <p:spPr>
            <a:xfrm>
              <a:off x="5400731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27"/>
            <p:cNvSpPr/>
            <p:nvPr/>
          </p:nvSpPr>
          <p:spPr>
            <a:xfrm>
              <a:off x="5400731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27"/>
            <p:cNvSpPr/>
            <p:nvPr/>
          </p:nvSpPr>
          <p:spPr>
            <a:xfrm>
              <a:off x="5400731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27"/>
            <p:cNvSpPr/>
            <p:nvPr/>
          </p:nvSpPr>
          <p:spPr>
            <a:xfrm>
              <a:off x="5400731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27"/>
            <p:cNvSpPr/>
            <p:nvPr/>
          </p:nvSpPr>
          <p:spPr>
            <a:xfrm>
              <a:off x="5400731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27"/>
            <p:cNvSpPr/>
            <p:nvPr/>
          </p:nvSpPr>
          <p:spPr>
            <a:xfrm>
              <a:off x="5400731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27"/>
            <p:cNvSpPr/>
            <p:nvPr/>
          </p:nvSpPr>
          <p:spPr>
            <a:xfrm>
              <a:off x="5489520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27"/>
            <p:cNvSpPr/>
            <p:nvPr/>
          </p:nvSpPr>
          <p:spPr>
            <a:xfrm>
              <a:off x="5489520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27"/>
            <p:cNvSpPr/>
            <p:nvPr/>
          </p:nvSpPr>
          <p:spPr>
            <a:xfrm>
              <a:off x="5489520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27"/>
            <p:cNvSpPr/>
            <p:nvPr/>
          </p:nvSpPr>
          <p:spPr>
            <a:xfrm>
              <a:off x="5489520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27"/>
            <p:cNvSpPr/>
            <p:nvPr/>
          </p:nvSpPr>
          <p:spPr>
            <a:xfrm>
              <a:off x="5489520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27"/>
            <p:cNvSpPr/>
            <p:nvPr/>
          </p:nvSpPr>
          <p:spPr>
            <a:xfrm>
              <a:off x="5489520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27"/>
            <p:cNvSpPr/>
            <p:nvPr/>
          </p:nvSpPr>
          <p:spPr>
            <a:xfrm>
              <a:off x="5489520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27"/>
            <p:cNvSpPr/>
            <p:nvPr/>
          </p:nvSpPr>
          <p:spPr>
            <a:xfrm>
              <a:off x="5489520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27"/>
            <p:cNvSpPr/>
            <p:nvPr/>
          </p:nvSpPr>
          <p:spPr>
            <a:xfrm>
              <a:off x="5489520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27"/>
            <p:cNvSpPr/>
            <p:nvPr/>
          </p:nvSpPr>
          <p:spPr>
            <a:xfrm>
              <a:off x="5489520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27"/>
            <p:cNvSpPr/>
            <p:nvPr/>
          </p:nvSpPr>
          <p:spPr>
            <a:xfrm>
              <a:off x="5489520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27"/>
            <p:cNvSpPr/>
            <p:nvPr/>
          </p:nvSpPr>
          <p:spPr>
            <a:xfrm>
              <a:off x="5489520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27"/>
            <p:cNvSpPr/>
            <p:nvPr/>
          </p:nvSpPr>
          <p:spPr>
            <a:xfrm>
              <a:off x="5489520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27"/>
            <p:cNvSpPr/>
            <p:nvPr/>
          </p:nvSpPr>
          <p:spPr>
            <a:xfrm>
              <a:off x="5578309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27"/>
            <p:cNvSpPr/>
            <p:nvPr/>
          </p:nvSpPr>
          <p:spPr>
            <a:xfrm>
              <a:off x="5578309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27"/>
            <p:cNvSpPr/>
            <p:nvPr/>
          </p:nvSpPr>
          <p:spPr>
            <a:xfrm>
              <a:off x="5578309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27"/>
            <p:cNvSpPr/>
            <p:nvPr/>
          </p:nvSpPr>
          <p:spPr>
            <a:xfrm>
              <a:off x="5578309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27"/>
            <p:cNvSpPr/>
            <p:nvPr/>
          </p:nvSpPr>
          <p:spPr>
            <a:xfrm>
              <a:off x="5578309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27"/>
            <p:cNvSpPr/>
            <p:nvPr/>
          </p:nvSpPr>
          <p:spPr>
            <a:xfrm>
              <a:off x="5578309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27"/>
            <p:cNvSpPr/>
            <p:nvPr/>
          </p:nvSpPr>
          <p:spPr>
            <a:xfrm>
              <a:off x="5578309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27"/>
            <p:cNvSpPr/>
            <p:nvPr/>
          </p:nvSpPr>
          <p:spPr>
            <a:xfrm>
              <a:off x="5578309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27"/>
            <p:cNvSpPr/>
            <p:nvPr/>
          </p:nvSpPr>
          <p:spPr>
            <a:xfrm>
              <a:off x="5578309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27"/>
            <p:cNvSpPr/>
            <p:nvPr/>
          </p:nvSpPr>
          <p:spPr>
            <a:xfrm>
              <a:off x="5578309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27"/>
            <p:cNvSpPr/>
            <p:nvPr/>
          </p:nvSpPr>
          <p:spPr>
            <a:xfrm>
              <a:off x="5578309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27"/>
            <p:cNvSpPr/>
            <p:nvPr/>
          </p:nvSpPr>
          <p:spPr>
            <a:xfrm>
              <a:off x="5578309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27"/>
            <p:cNvSpPr/>
            <p:nvPr/>
          </p:nvSpPr>
          <p:spPr>
            <a:xfrm>
              <a:off x="5578309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27"/>
            <p:cNvSpPr/>
            <p:nvPr/>
          </p:nvSpPr>
          <p:spPr>
            <a:xfrm>
              <a:off x="5667098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27"/>
            <p:cNvSpPr/>
            <p:nvPr/>
          </p:nvSpPr>
          <p:spPr>
            <a:xfrm>
              <a:off x="5667098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27"/>
            <p:cNvSpPr/>
            <p:nvPr/>
          </p:nvSpPr>
          <p:spPr>
            <a:xfrm>
              <a:off x="5667098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27"/>
            <p:cNvSpPr/>
            <p:nvPr/>
          </p:nvSpPr>
          <p:spPr>
            <a:xfrm>
              <a:off x="5667098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27"/>
            <p:cNvSpPr/>
            <p:nvPr/>
          </p:nvSpPr>
          <p:spPr>
            <a:xfrm>
              <a:off x="5667098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27"/>
            <p:cNvSpPr/>
            <p:nvPr/>
          </p:nvSpPr>
          <p:spPr>
            <a:xfrm>
              <a:off x="5667098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27"/>
            <p:cNvSpPr/>
            <p:nvPr/>
          </p:nvSpPr>
          <p:spPr>
            <a:xfrm>
              <a:off x="5667098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27"/>
            <p:cNvSpPr/>
            <p:nvPr/>
          </p:nvSpPr>
          <p:spPr>
            <a:xfrm>
              <a:off x="5667098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27"/>
            <p:cNvSpPr/>
            <p:nvPr/>
          </p:nvSpPr>
          <p:spPr>
            <a:xfrm>
              <a:off x="5667098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27"/>
            <p:cNvSpPr/>
            <p:nvPr/>
          </p:nvSpPr>
          <p:spPr>
            <a:xfrm>
              <a:off x="5667098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27"/>
            <p:cNvSpPr/>
            <p:nvPr/>
          </p:nvSpPr>
          <p:spPr>
            <a:xfrm>
              <a:off x="5667098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27"/>
            <p:cNvSpPr/>
            <p:nvPr/>
          </p:nvSpPr>
          <p:spPr>
            <a:xfrm>
              <a:off x="5667098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27"/>
            <p:cNvSpPr/>
            <p:nvPr/>
          </p:nvSpPr>
          <p:spPr>
            <a:xfrm>
              <a:off x="5667098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27"/>
            <p:cNvSpPr/>
            <p:nvPr/>
          </p:nvSpPr>
          <p:spPr>
            <a:xfrm>
              <a:off x="5755887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27"/>
            <p:cNvSpPr/>
            <p:nvPr/>
          </p:nvSpPr>
          <p:spPr>
            <a:xfrm>
              <a:off x="5755887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27"/>
            <p:cNvSpPr/>
            <p:nvPr/>
          </p:nvSpPr>
          <p:spPr>
            <a:xfrm>
              <a:off x="5755887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27"/>
            <p:cNvSpPr/>
            <p:nvPr/>
          </p:nvSpPr>
          <p:spPr>
            <a:xfrm>
              <a:off x="5755887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27"/>
            <p:cNvSpPr/>
            <p:nvPr/>
          </p:nvSpPr>
          <p:spPr>
            <a:xfrm>
              <a:off x="5755887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27"/>
            <p:cNvSpPr/>
            <p:nvPr/>
          </p:nvSpPr>
          <p:spPr>
            <a:xfrm>
              <a:off x="5755887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27"/>
            <p:cNvSpPr/>
            <p:nvPr/>
          </p:nvSpPr>
          <p:spPr>
            <a:xfrm>
              <a:off x="5755887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27"/>
            <p:cNvSpPr/>
            <p:nvPr/>
          </p:nvSpPr>
          <p:spPr>
            <a:xfrm>
              <a:off x="5755887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27"/>
            <p:cNvSpPr/>
            <p:nvPr/>
          </p:nvSpPr>
          <p:spPr>
            <a:xfrm>
              <a:off x="5755887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27"/>
            <p:cNvSpPr/>
            <p:nvPr/>
          </p:nvSpPr>
          <p:spPr>
            <a:xfrm>
              <a:off x="5755887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27"/>
            <p:cNvSpPr/>
            <p:nvPr/>
          </p:nvSpPr>
          <p:spPr>
            <a:xfrm>
              <a:off x="5755887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27"/>
            <p:cNvSpPr/>
            <p:nvPr/>
          </p:nvSpPr>
          <p:spPr>
            <a:xfrm>
              <a:off x="5755887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27"/>
            <p:cNvSpPr/>
            <p:nvPr/>
          </p:nvSpPr>
          <p:spPr>
            <a:xfrm>
              <a:off x="5755887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27"/>
            <p:cNvSpPr/>
            <p:nvPr/>
          </p:nvSpPr>
          <p:spPr>
            <a:xfrm>
              <a:off x="5844677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27"/>
            <p:cNvSpPr/>
            <p:nvPr/>
          </p:nvSpPr>
          <p:spPr>
            <a:xfrm>
              <a:off x="5844677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27"/>
            <p:cNvSpPr/>
            <p:nvPr/>
          </p:nvSpPr>
          <p:spPr>
            <a:xfrm>
              <a:off x="5844677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27"/>
            <p:cNvSpPr/>
            <p:nvPr/>
          </p:nvSpPr>
          <p:spPr>
            <a:xfrm>
              <a:off x="5844677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27"/>
            <p:cNvSpPr/>
            <p:nvPr/>
          </p:nvSpPr>
          <p:spPr>
            <a:xfrm>
              <a:off x="5844677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27"/>
            <p:cNvSpPr/>
            <p:nvPr/>
          </p:nvSpPr>
          <p:spPr>
            <a:xfrm>
              <a:off x="5844677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27"/>
            <p:cNvSpPr/>
            <p:nvPr/>
          </p:nvSpPr>
          <p:spPr>
            <a:xfrm>
              <a:off x="5844677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27"/>
            <p:cNvSpPr/>
            <p:nvPr/>
          </p:nvSpPr>
          <p:spPr>
            <a:xfrm>
              <a:off x="5844677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27"/>
            <p:cNvSpPr/>
            <p:nvPr/>
          </p:nvSpPr>
          <p:spPr>
            <a:xfrm>
              <a:off x="5844677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27"/>
            <p:cNvSpPr/>
            <p:nvPr/>
          </p:nvSpPr>
          <p:spPr>
            <a:xfrm>
              <a:off x="5844677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27"/>
            <p:cNvSpPr/>
            <p:nvPr/>
          </p:nvSpPr>
          <p:spPr>
            <a:xfrm>
              <a:off x="5844677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27"/>
            <p:cNvSpPr/>
            <p:nvPr/>
          </p:nvSpPr>
          <p:spPr>
            <a:xfrm>
              <a:off x="5844677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27"/>
            <p:cNvSpPr/>
            <p:nvPr/>
          </p:nvSpPr>
          <p:spPr>
            <a:xfrm>
              <a:off x="5844677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27"/>
            <p:cNvSpPr/>
            <p:nvPr/>
          </p:nvSpPr>
          <p:spPr>
            <a:xfrm>
              <a:off x="5933466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27"/>
            <p:cNvSpPr/>
            <p:nvPr/>
          </p:nvSpPr>
          <p:spPr>
            <a:xfrm>
              <a:off x="5933466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27"/>
            <p:cNvSpPr/>
            <p:nvPr/>
          </p:nvSpPr>
          <p:spPr>
            <a:xfrm>
              <a:off x="5933466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27"/>
            <p:cNvSpPr/>
            <p:nvPr/>
          </p:nvSpPr>
          <p:spPr>
            <a:xfrm>
              <a:off x="5933466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27"/>
            <p:cNvSpPr/>
            <p:nvPr/>
          </p:nvSpPr>
          <p:spPr>
            <a:xfrm>
              <a:off x="5933466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27"/>
            <p:cNvSpPr/>
            <p:nvPr/>
          </p:nvSpPr>
          <p:spPr>
            <a:xfrm>
              <a:off x="5933466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27"/>
            <p:cNvSpPr/>
            <p:nvPr/>
          </p:nvSpPr>
          <p:spPr>
            <a:xfrm>
              <a:off x="5933466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27"/>
            <p:cNvSpPr/>
            <p:nvPr/>
          </p:nvSpPr>
          <p:spPr>
            <a:xfrm>
              <a:off x="5933466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27"/>
            <p:cNvSpPr/>
            <p:nvPr/>
          </p:nvSpPr>
          <p:spPr>
            <a:xfrm>
              <a:off x="5933466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27"/>
            <p:cNvSpPr/>
            <p:nvPr/>
          </p:nvSpPr>
          <p:spPr>
            <a:xfrm>
              <a:off x="5933466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27"/>
            <p:cNvSpPr/>
            <p:nvPr/>
          </p:nvSpPr>
          <p:spPr>
            <a:xfrm>
              <a:off x="5933466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27"/>
            <p:cNvSpPr/>
            <p:nvPr/>
          </p:nvSpPr>
          <p:spPr>
            <a:xfrm>
              <a:off x="5933466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27"/>
            <p:cNvSpPr/>
            <p:nvPr/>
          </p:nvSpPr>
          <p:spPr>
            <a:xfrm>
              <a:off x="5933466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27"/>
            <p:cNvSpPr/>
            <p:nvPr/>
          </p:nvSpPr>
          <p:spPr>
            <a:xfrm>
              <a:off x="6022255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27"/>
            <p:cNvSpPr/>
            <p:nvPr/>
          </p:nvSpPr>
          <p:spPr>
            <a:xfrm>
              <a:off x="6022255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27"/>
            <p:cNvSpPr/>
            <p:nvPr/>
          </p:nvSpPr>
          <p:spPr>
            <a:xfrm>
              <a:off x="6022255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27"/>
            <p:cNvSpPr/>
            <p:nvPr/>
          </p:nvSpPr>
          <p:spPr>
            <a:xfrm>
              <a:off x="6022255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7"/>
            <p:cNvSpPr/>
            <p:nvPr/>
          </p:nvSpPr>
          <p:spPr>
            <a:xfrm>
              <a:off x="6022255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7"/>
            <p:cNvSpPr/>
            <p:nvPr/>
          </p:nvSpPr>
          <p:spPr>
            <a:xfrm>
              <a:off x="6022255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27"/>
            <p:cNvSpPr/>
            <p:nvPr/>
          </p:nvSpPr>
          <p:spPr>
            <a:xfrm>
              <a:off x="6022255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27"/>
            <p:cNvSpPr/>
            <p:nvPr/>
          </p:nvSpPr>
          <p:spPr>
            <a:xfrm>
              <a:off x="6022255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27"/>
            <p:cNvSpPr/>
            <p:nvPr/>
          </p:nvSpPr>
          <p:spPr>
            <a:xfrm>
              <a:off x="6022255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27"/>
            <p:cNvSpPr/>
            <p:nvPr/>
          </p:nvSpPr>
          <p:spPr>
            <a:xfrm>
              <a:off x="6022255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27"/>
            <p:cNvSpPr/>
            <p:nvPr/>
          </p:nvSpPr>
          <p:spPr>
            <a:xfrm>
              <a:off x="6022255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27"/>
            <p:cNvSpPr/>
            <p:nvPr/>
          </p:nvSpPr>
          <p:spPr>
            <a:xfrm>
              <a:off x="6022255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27"/>
            <p:cNvSpPr/>
            <p:nvPr/>
          </p:nvSpPr>
          <p:spPr>
            <a:xfrm>
              <a:off x="6022255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27"/>
            <p:cNvSpPr/>
            <p:nvPr/>
          </p:nvSpPr>
          <p:spPr>
            <a:xfrm>
              <a:off x="4246471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7"/>
            <p:cNvSpPr/>
            <p:nvPr/>
          </p:nvSpPr>
          <p:spPr>
            <a:xfrm>
              <a:off x="4335261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27"/>
            <p:cNvSpPr/>
            <p:nvPr/>
          </p:nvSpPr>
          <p:spPr>
            <a:xfrm>
              <a:off x="4424050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27"/>
            <p:cNvSpPr/>
            <p:nvPr/>
          </p:nvSpPr>
          <p:spPr>
            <a:xfrm>
              <a:off x="4512839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27"/>
            <p:cNvSpPr/>
            <p:nvPr/>
          </p:nvSpPr>
          <p:spPr>
            <a:xfrm>
              <a:off x="4601628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27"/>
            <p:cNvSpPr/>
            <p:nvPr/>
          </p:nvSpPr>
          <p:spPr>
            <a:xfrm>
              <a:off x="4690417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27"/>
            <p:cNvSpPr/>
            <p:nvPr/>
          </p:nvSpPr>
          <p:spPr>
            <a:xfrm>
              <a:off x="4779206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27"/>
            <p:cNvSpPr/>
            <p:nvPr/>
          </p:nvSpPr>
          <p:spPr>
            <a:xfrm>
              <a:off x="4867996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27"/>
            <p:cNvSpPr/>
            <p:nvPr/>
          </p:nvSpPr>
          <p:spPr>
            <a:xfrm>
              <a:off x="4956785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27"/>
            <p:cNvSpPr/>
            <p:nvPr/>
          </p:nvSpPr>
          <p:spPr>
            <a:xfrm>
              <a:off x="5045574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7"/>
            <p:cNvSpPr/>
            <p:nvPr/>
          </p:nvSpPr>
          <p:spPr>
            <a:xfrm>
              <a:off x="5134363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27"/>
            <p:cNvSpPr/>
            <p:nvPr/>
          </p:nvSpPr>
          <p:spPr>
            <a:xfrm>
              <a:off x="5223152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27"/>
            <p:cNvSpPr/>
            <p:nvPr/>
          </p:nvSpPr>
          <p:spPr>
            <a:xfrm>
              <a:off x="5311941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27"/>
            <p:cNvSpPr/>
            <p:nvPr/>
          </p:nvSpPr>
          <p:spPr>
            <a:xfrm>
              <a:off x="5400731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27"/>
            <p:cNvSpPr/>
            <p:nvPr/>
          </p:nvSpPr>
          <p:spPr>
            <a:xfrm>
              <a:off x="5489520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27"/>
            <p:cNvSpPr/>
            <p:nvPr/>
          </p:nvSpPr>
          <p:spPr>
            <a:xfrm>
              <a:off x="5578309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27"/>
            <p:cNvSpPr/>
            <p:nvPr/>
          </p:nvSpPr>
          <p:spPr>
            <a:xfrm>
              <a:off x="5667098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27"/>
            <p:cNvSpPr/>
            <p:nvPr/>
          </p:nvSpPr>
          <p:spPr>
            <a:xfrm>
              <a:off x="5755887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27"/>
            <p:cNvSpPr/>
            <p:nvPr/>
          </p:nvSpPr>
          <p:spPr>
            <a:xfrm>
              <a:off x="5844677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27"/>
            <p:cNvSpPr/>
            <p:nvPr/>
          </p:nvSpPr>
          <p:spPr>
            <a:xfrm>
              <a:off x="5933466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27"/>
            <p:cNvSpPr/>
            <p:nvPr/>
          </p:nvSpPr>
          <p:spPr>
            <a:xfrm>
              <a:off x="6022255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7"/>
            <p:cNvSpPr/>
            <p:nvPr/>
          </p:nvSpPr>
          <p:spPr>
            <a:xfrm>
              <a:off x="4246471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7"/>
            <p:cNvSpPr/>
            <p:nvPr/>
          </p:nvSpPr>
          <p:spPr>
            <a:xfrm>
              <a:off x="4335261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27"/>
            <p:cNvSpPr/>
            <p:nvPr/>
          </p:nvSpPr>
          <p:spPr>
            <a:xfrm>
              <a:off x="4424050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27"/>
            <p:cNvSpPr/>
            <p:nvPr/>
          </p:nvSpPr>
          <p:spPr>
            <a:xfrm>
              <a:off x="4512839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27"/>
            <p:cNvSpPr/>
            <p:nvPr/>
          </p:nvSpPr>
          <p:spPr>
            <a:xfrm>
              <a:off x="4601628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27"/>
            <p:cNvSpPr/>
            <p:nvPr/>
          </p:nvSpPr>
          <p:spPr>
            <a:xfrm>
              <a:off x="4690417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27"/>
            <p:cNvSpPr/>
            <p:nvPr/>
          </p:nvSpPr>
          <p:spPr>
            <a:xfrm>
              <a:off x="4779206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27"/>
            <p:cNvSpPr/>
            <p:nvPr/>
          </p:nvSpPr>
          <p:spPr>
            <a:xfrm>
              <a:off x="4867996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27"/>
            <p:cNvSpPr/>
            <p:nvPr/>
          </p:nvSpPr>
          <p:spPr>
            <a:xfrm>
              <a:off x="4956785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27"/>
            <p:cNvSpPr/>
            <p:nvPr/>
          </p:nvSpPr>
          <p:spPr>
            <a:xfrm>
              <a:off x="5045574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27"/>
            <p:cNvSpPr/>
            <p:nvPr/>
          </p:nvSpPr>
          <p:spPr>
            <a:xfrm>
              <a:off x="5134363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27"/>
            <p:cNvSpPr/>
            <p:nvPr/>
          </p:nvSpPr>
          <p:spPr>
            <a:xfrm>
              <a:off x="5223152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27"/>
            <p:cNvSpPr/>
            <p:nvPr/>
          </p:nvSpPr>
          <p:spPr>
            <a:xfrm>
              <a:off x="5311941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27"/>
            <p:cNvSpPr/>
            <p:nvPr/>
          </p:nvSpPr>
          <p:spPr>
            <a:xfrm>
              <a:off x="5400731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27"/>
            <p:cNvSpPr/>
            <p:nvPr/>
          </p:nvSpPr>
          <p:spPr>
            <a:xfrm>
              <a:off x="5489520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27"/>
            <p:cNvSpPr/>
            <p:nvPr/>
          </p:nvSpPr>
          <p:spPr>
            <a:xfrm>
              <a:off x="5578309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27"/>
            <p:cNvSpPr/>
            <p:nvPr/>
          </p:nvSpPr>
          <p:spPr>
            <a:xfrm>
              <a:off x="5667098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27"/>
            <p:cNvSpPr/>
            <p:nvPr/>
          </p:nvSpPr>
          <p:spPr>
            <a:xfrm>
              <a:off x="5755887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27"/>
            <p:cNvSpPr/>
            <p:nvPr/>
          </p:nvSpPr>
          <p:spPr>
            <a:xfrm>
              <a:off x="5844677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27"/>
            <p:cNvSpPr/>
            <p:nvPr/>
          </p:nvSpPr>
          <p:spPr>
            <a:xfrm>
              <a:off x="5933466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27"/>
            <p:cNvSpPr/>
            <p:nvPr/>
          </p:nvSpPr>
          <p:spPr>
            <a:xfrm>
              <a:off x="6022255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27"/>
            <p:cNvSpPr/>
            <p:nvPr/>
          </p:nvSpPr>
          <p:spPr>
            <a:xfrm>
              <a:off x="6114544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27"/>
            <p:cNvSpPr/>
            <p:nvPr/>
          </p:nvSpPr>
          <p:spPr>
            <a:xfrm>
              <a:off x="6114544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27"/>
            <p:cNvSpPr/>
            <p:nvPr/>
          </p:nvSpPr>
          <p:spPr>
            <a:xfrm>
              <a:off x="6114544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27"/>
            <p:cNvSpPr/>
            <p:nvPr/>
          </p:nvSpPr>
          <p:spPr>
            <a:xfrm>
              <a:off x="6114544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27"/>
            <p:cNvSpPr/>
            <p:nvPr/>
          </p:nvSpPr>
          <p:spPr>
            <a:xfrm>
              <a:off x="6114544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27"/>
            <p:cNvSpPr/>
            <p:nvPr/>
          </p:nvSpPr>
          <p:spPr>
            <a:xfrm>
              <a:off x="6114544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27"/>
            <p:cNvSpPr/>
            <p:nvPr/>
          </p:nvSpPr>
          <p:spPr>
            <a:xfrm>
              <a:off x="6114544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27"/>
            <p:cNvSpPr/>
            <p:nvPr/>
          </p:nvSpPr>
          <p:spPr>
            <a:xfrm>
              <a:off x="6114544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27"/>
            <p:cNvSpPr/>
            <p:nvPr/>
          </p:nvSpPr>
          <p:spPr>
            <a:xfrm>
              <a:off x="6114544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27"/>
            <p:cNvSpPr/>
            <p:nvPr/>
          </p:nvSpPr>
          <p:spPr>
            <a:xfrm>
              <a:off x="6114544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27"/>
            <p:cNvSpPr/>
            <p:nvPr/>
          </p:nvSpPr>
          <p:spPr>
            <a:xfrm>
              <a:off x="6114544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27"/>
            <p:cNvSpPr/>
            <p:nvPr/>
          </p:nvSpPr>
          <p:spPr>
            <a:xfrm>
              <a:off x="6114544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27"/>
            <p:cNvSpPr/>
            <p:nvPr/>
          </p:nvSpPr>
          <p:spPr>
            <a:xfrm>
              <a:off x="6114544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27"/>
            <p:cNvSpPr/>
            <p:nvPr/>
          </p:nvSpPr>
          <p:spPr>
            <a:xfrm>
              <a:off x="6114544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27"/>
            <p:cNvSpPr/>
            <p:nvPr/>
          </p:nvSpPr>
          <p:spPr>
            <a:xfrm>
              <a:off x="6114544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27"/>
            <p:cNvSpPr/>
            <p:nvPr/>
          </p:nvSpPr>
          <p:spPr>
            <a:xfrm>
              <a:off x="4157682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27"/>
            <p:cNvSpPr/>
            <p:nvPr/>
          </p:nvSpPr>
          <p:spPr>
            <a:xfrm>
              <a:off x="4157682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27"/>
            <p:cNvSpPr/>
            <p:nvPr/>
          </p:nvSpPr>
          <p:spPr>
            <a:xfrm>
              <a:off x="4157682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27"/>
            <p:cNvSpPr/>
            <p:nvPr/>
          </p:nvSpPr>
          <p:spPr>
            <a:xfrm>
              <a:off x="4157682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27"/>
            <p:cNvSpPr/>
            <p:nvPr/>
          </p:nvSpPr>
          <p:spPr>
            <a:xfrm>
              <a:off x="4157682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27"/>
            <p:cNvSpPr/>
            <p:nvPr/>
          </p:nvSpPr>
          <p:spPr>
            <a:xfrm>
              <a:off x="4157682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27"/>
            <p:cNvSpPr/>
            <p:nvPr/>
          </p:nvSpPr>
          <p:spPr>
            <a:xfrm>
              <a:off x="4157682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27"/>
            <p:cNvSpPr/>
            <p:nvPr/>
          </p:nvSpPr>
          <p:spPr>
            <a:xfrm>
              <a:off x="4157682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27"/>
            <p:cNvSpPr/>
            <p:nvPr/>
          </p:nvSpPr>
          <p:spPr>
            <a:xfrm>
              <a:off x="4157682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27"/>
            <p:cNvSpPr/>
            <p:nvPr/>
          </p:nvSpPr>
          <p:spPr>
            <a:xfrm>
              <a:off x="4157682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27"/>
            <p:cNvSpPr/>
            <p:nvPr/>
          </p:nvSpPr>
          <p:spPr>
            <a:xfrm>
              <a:off x="4157682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27"/>
            <p:cNvSpPr/>
            <p:nvPr/>
          </p:nvSpPr>
          <p:spPr>
            <a:xfrm>
              <a:off x="4157682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27"/>
            <p:cNvSpPr/>
            <p:nvPr/>
          </p:nvSpPr>
          <p:spPr>
            <a:xfrm>
              <a:off x="4157682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27"/>
            <p:cNvSpPr/>
            <p:nvPr/>
          </p:nvSpPr>
          <p:spPr>
            <a:xfrm>
              <a:off x="4157682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27"/>
            <p:cNvSpPr/>
            <p:nvPr/>
          </p:nvSpPr>
          <p:spPr>
            <a:xfrm>
              <a:off x="4157682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27"/>
            <p:cNvSpPr/>
            <p:nvPr/>
          </p:nvSpPr>
          <p:spPr>
            <a:xfrm>
              <a:off x="4068893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27"/>
            <p:cNvSpPr/>
            <p:nvPr/>
          </p:nvSpPr>
          <p:spPr>
            <a:xfrm>
              <a:off x="4068893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27"/>
            <p:cNvSpPr/>
            <p:nvPr/>
          </p:nvSpPr>
          <p:spPr>
            <a:xfrm>
              <a:off x="4068893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27"/>
            <p:cNvSpPr/>
            <p:nvPr/>
          </p:nvSpPr>
          <p:spPr>
            <a:xfrm>
              <a:off x="4068893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27"/>
            <p:cNvSpPr/>
            <p:nvPr/>
          </p:nvSpPr>
          <p:spPr>
            <a:xfrm>
              <a:off x="4068893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27"/>
            <p:cNvSpPr/>
            <p:nvPr/>
          </p:nvSpPr>
          <p:spPr>
            <a:xfrm>
              <a:off x="4068893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27"/>
            <p:cNvSpPr/>
            <p:nvPr/>
          </p:nvSpPr>
          <p:spPr>
            <a:xfrm>
              <a:off x="4068893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27"/>
            <p:cNvSpPr/>
            <p:nvPr/>
          </p:nvSpPr>
          <p:spPr>
            <a:xfrm>
              <a:off x="4068893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27"/>
            <p:cNvSpPr/>
            <p:nvPr/>
          </p:nvSpPr>
          <p:spPr>
            <a:xfrm>
              <a:off x="4068893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27"/>
            <p:cNvSpPr/>
            <p:nvPr/>
          </p:nvSpPr>
          <p:spPr>
            <a:xfrm>
              <a:off x="4068893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27"/>
            <p:cNvSpPr/>
            <p:nvPr/>
          </p:nvSpPr>
          <p:spPr>
            <a:xfrm>
              <a:off x="4068893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27"/>
            <p:cNvSpPr/>
            <p:nvPr/>
          </p:nvSpPr>
          <p:spPr>
            <a:xfrm>
              <a:off x="4068893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27"/>
            <p:cNvSpPr/>
            <p:nvPr/>
          </p:nvSpPr>
          <p:spPr>
            <a:xfrm>
              <a:off x="4068893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27"/>
            <p:cNvSpPr/>
            <p:nvPr/>
          </p:nvSpPr>
          <p:spPr>
            <a:xfrm>
              <a:off x="4068893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27"/>
            <p:cNvSpPr/>
            <p:nvPr/>
          </p:nvSpPr>
          <p:spPr>
            <a:xfrm>
              <a:off x="4068893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27"/>
            <p:cNvSpPr/>
            <p:nvPr/>
          </p:nvSpPr>
          <p:spPr>
            <a:xfrm>
              <a:off x="3980104" y="163082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27"/>
            <p:cNvSpPr/>
            <p:nvPr/>
          </p:nvSpPr>
          <p:spPr>
            <a:xfrm>
              <a:off x="3980104" y="17287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27"/>
            <p:cNvSpPr/>
            <p:nvPr/>
          </p:nvSpPr>
          <p:spPr>
            <a:xfrm>
              <a:off x="3980104" y="18267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27"/>
            <p:cNvSpPr/>
            <p:nvPr/>
          </p:nvSpPr>
          <p:spPr>
            <a:xfrm>
              <a:off x="3980104" y="1924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27"/>
            <p:cNvSpPr/>
            <p:nvPr/>
          </p:nvSpPr>
          <p:spPr>
            <a:xfrm>
              <a:off x="3980104" y="202257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27"/>
            <p:cNvSpPr/>
            <p:nvPr/>
          </p:nvSpPr>
          <p:spPr>
            <a:xfrm>
              <a:off x="3980104" y="212051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27"/>
            <p:cNvSpPr/>
            <p:nvPr/>
          </p:nvSpPr>
          <p:spPr>
            <a:xfrm>
              <a:off x="3980104" y="22184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27"/>
            <p:cNvSpPr/>
            <p:nvPr/>
          </p:nvSpPr>
          <p:spPr>
            <a:xfrm>
              <a:off x="3980104" y="231638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27"/>
            <p:cNvSpPr/>
            <p:nvPr/>
          </p:nvSpPr>
          <p:spPr>
            <a:xfrm>
              <a:off x="3980104" y="24143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27"/>
            <p:cNvSpPr/>
            <p:nvPr/>
          </p:nvSpPr>
          <p:spPr>
            <a:xfrm>
              <a:off x="3980104" y="251226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27"/>
            <p:cNvSpPr/>
            <p:nvPr/>
          </p:nvSpPr>
          <p:spPr>
            <a:xfrm>
              <a:off x="3980104" y="261020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27"/>
            <p:cNvSpPr/>
            <p:nvPr/>
          </p:nvSpPr>
          <p:spPr>
            <a:xfrm>
              <a:off x="3980104" y="27081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27"/>
            <p:cNvSpPr/>
            <p:nvPr/>
          </p:nvSpPr>
          <p:spPr>
            <a:xfrm>
              <a:off x="3980104" y="280607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27"/>
            <p:cNvSpPr/>
            <p:nvPr/>
          </p:nvSpPr>
          <p:spPr>
            <a:xfrm>
              <a:off x="3980104" y="290401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27"/>
            <p:cNvSpPr/>
            <p:nvPr/>
          </p:nvSpPr>
          <p:spPr>
            <a:xfrm>
              <a:off x="3980104" y="300195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27"/>
            <p:cNvSpPr/>
            <p:nvPr/>
          </p:nvSpPr>
          <p:spPr>
            <a:xfrm>
              <a:off x="4246471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27"/>
            <p:cNvSpPr/>
            <p:nvPr/>
          </p:nvSpPr>
          <p:spPr>
            <a:xfrm>
              <a:off x="4335261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27"/>
            <p:cNvSpPr/>
            <p:nvPr/>
          </p:nvSpPr>
          <p:spPr>
            <a:xfrm>
              <a:off x="4424050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27"/>
            <p:cNvSpPr/>
            <p:nvPr/>
          </p:nvSpPr>
          <p:spPr>
            <a:xfrm>
              <a:off x="4512839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27"/>
            <p:cNvSpPr/>
            <p:nvPr/>
          </p:nvSpPr>
          <p:spPr>
            <a:xfrm>
              <a:off x="4601628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27"/>
            <p:cNvSpPr/>
            <p:nvPr/>
          </p:nvSpPr>
          <p:spPr>
            <a:xfrm>
              <a:off x="4690417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27"/>
            <p:cNvSpPr/>
            <p:nvPr/>
          </p:nvSpPr>
          <p:spPr>
            <a:xfrm>
              <a:off x="4246471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27"/>
            <p:cNvSpPr/>
            <p:nvPr/>
          </p:nvSpPr>
          <p:spPr>
            <a:xfrm>
              <a:off x="4335261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27"/>
            <p:cNvSpPr/>
            <p:nvPr/>
          </p:nvSpPr>
          <p:spPr>
            <a:xfrm>
              <a:off x="4424050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27"/>
            <p:cNvSpPr/>
            <p:nvPr/>
          </p:nvSpPr>
          <p:spPr>
            <a:xfrm>
              <a:off x="4512839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27"/>
            <p:cNvSpPr/>
            <p:nvPr/>
          </p:nvSpPr>
          <p:spPr>
            <a:xfrm>
              <a:off x="4601628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27"/>
            <p:cNvSpPr/>
            <p:nvPr/>
          </p:nvSpPr>
          <p:spPr>
            <a:xfrm>
              <a:off x="4690417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27"/>
            <p:cNvSpPr/>
            <p:nvPr/>
          </p:nvSpPr>
          <p:spPr>
            <a:xfrm>
              <a:off x="4246471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27"/>
            <p:cNvSpPr/>
            <p:nvPr/>
          </p:nvSpPr>
          <p:spPr>
            <a:xfrm>
              <a:off x="4335261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27"/>
            <p:cNvSpPr/>
            <p:nvPr/>
          </p:nvSpPr>
          <p:spPr>
            <a:xfrm>
              <a:off x="4424050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27"/>
            <p:cNvSpPr/>
            <p:nvPr/>
          </p:nvSpPr>
          <p:spPr>
            <a:xfrm>
              <a:off x="4512839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27"/>
            <p:cNvSpPr/>
            <p:nvPr/>
          </p:nvSpPr>
          <p:spPr>
            <a:xfrm>
              <a:off x="4601628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27"/>
            <p:cNvSpPr/>
            <p:nvPr/>
          </p:nvSpPr>
          <p:spPr>
            <a:xfrm>
              <a:off x="4690417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27"/>
            <p:cNvSpPr/>
            <p:nvPr/>
          </p:nvSpPr>
          <p:spPr>
            <a:xfrm>
              <a:off x="4246471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27"/>
            <p:cNvSpPr/>
            <p:nvPr/>
          </p:nvSpPr>
          <p:spPr>
            <a:xfrm>
              <a:off x="4335261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27"/>
            <p:cNvSpPr/>
            <p:nvPr/>
          </p:nvSpPr>
          <p:spPr>
            <a:xfrm>
              <a:off x="4424050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27"/>
            <p:cNvSpPr/>
            <p:nvPr/>
          </p:nvSpPr>
          <p:spPr>
            <a:xfrm>
              <a:off x="4512839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27"/>
            <p:cNvSpPr/>
            <p:nvPr/>
          </p:nvSpPr>
          <p:spPr>
            <a:xfrm>
              <a:off x="4601628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27"/>
            <p:cNvSpPr/>
            <p:nvPr/>
          </p:nvSpPr>
          <p:spPr>
            <a:xfrm>
              <a:off x="4690417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27"/>
            <p:cNvSpPr/>
            <p:nvPr/>
          </p:nvSpPr>
          <p:spPr>
            <a:xfrm>
              <a:off x="4246471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27"/>
            <p:cNvSpPr/>
            <p:nvPr/>
          </p:nvSpPr>
          <p:spPr>
            <a:xfrm>
              <a:off x="4335261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27"/>
            <p:cNvSpPr/>
            <p:nvPr/>
          </p:nvSpPr>
          <p:spPr>
            <a:xfrm>
              <a:off x="4424050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27"/>
            <p:cNvSpPr/>
            <p:nvPr/>
          </p:nvSpPr>
          <p:spPr>
            <a:xfrm>
              <a:off x="4512839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27"/>
            <p:cNvSpPr/>
            <p:nvPr/>
          </p:nvSpPr>
          <p:spPr>
            <a:xfrm>
              <a:off x="4601628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27"/>
            <p:cNvSpPr/>
            <p:nvPr/>
          </p:nvSpPr>
          <p:spPr>
            <a:xfrm>
              <a:off x="4690417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27"/>
            <p:cNvSpPr/>
            <p:nvPr/>
          </p:nvSpPr>
          <p:spPr>
            <a:xfrm>
              <a:off x="4246471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27"/>
            <p:cNvSpPr/>
            <p:nvPr/>
          </p:nvSpPr>
          <p:spPr>
            <a:xfrm>
              <a:off x="4335261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27"/>
            <p:cNvSpPr/>
            <p:nvPr/>
          </p:nvSpPr>
          <p:spPr>
            <a:xfrm>
              <a:off x="4424050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27"/>
            <p:cNvSpPr/>
            <p:nvPr/>
          </p:nvSpPr>
          <p:spPr>
            <a:xfrm>
              <a:off x="4512839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27"/>
            <p:cNvSpPr/>
            <p:nvPr/>
          </p:nvSpPr>
          <p:spPr>
            <a:xfrm>
              <a:off x="4601628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27"/>
            <p:cNvSpPr/>
            <p:nvPr/>
          </p:nvSpPr>
          <p:spPr>
            <a:xfrm>
              <a:off x="4690417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27"/>
            <p:cNvSpPr/>
            <p:nvPr/>
          </p:nvSpPr>
          <p:spPr>
            <a:xfrm>
              <a:off x="4246471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27"/>
            <p:cNvSpPr/>
            <p:nvPr/>
          </p:nvSpPr>
          <p:spPr>
            <a:xfrm>
              <a:off x="4335261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27"/>
            <p:cNvSpPr/>
            <p:nvPr/>
          </p:nvSpPr>
          <p:spPr>
            <a:xfrm>
              <a:off x="4424050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27"/>
            <p:cNvSpPr/>
            <p:nvPr/>
          </p:nvSpPr>
          <p:spPr>
            <a:xfrm>
              <a:off x="4512839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27"/>
            <p:cNvSpPr/>
            <p:nvPr/>
          </p:nvSpPr>
          <p:spPr>
            <a:xfrm>
              <a:off x="4601628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27"/>
            <p:cNvSpPr/>
            <p:nvPr/>
          </p:nvSpPr>
          <p:spPr>
            <a:xfrm>
              <a:off x="4690417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27"/>
            <p:cNvSpPr/>
            <p:nvPr/>
          </p:nvSpPr>
          <p:spPr>
            <a:xfrm>
              <a:off x="4246471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27"/>
            <p:cNvSpPr/>
            <p:nvPr/>
          </p:nvSpPr>
          <p:spPr>
            <a:xfrm>
              <a:off x="4335261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27"/>
            <p:cNvSpPr/>
            <p:nvPr/>
          </p:nvSpPr>
          <p:spPr>
            <a:xfrm>
              <a:off x="4424050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27"/>
            <p:cNvSpPr/>
            <p:nvPr/>
          </p:nvSpPr>
          <p:spPr>
            <a:xfrm>
              <a:off x="4512839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27"/>
            <p:cNvSpPr/>
            <p:nvPr/>
          </p:nvSpPr>
          <p:spPr>
            <a:xfrm>
              <a:off x="4601628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27"/>
            <p:cNvSpPr/>
            <p:nvPr/>
          </p:nvSpPr>
          <p:spPr>
            <a:xfrm>
              <a:off x="4690417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27"/>
            <p:cNvSpPr/>
            <p:nvPr/>
          </p:nvSpPr>
          <p:spPr>
            <a:xfrm>
              <a:off x="4246471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27"/>
            <p:cNvSpPr/>
            <p:nvPr/>
          </p:nvSpPr>
          <p:spPr>
            <a:xfrm>
              <a:off x="4335261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27"/>
            <p:cNvSpPr/>
            <p:nvPr/>
          </p:nvSpPr>
          <p:spPr>
            <a:xfrm>
              <a:off x="4424050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27"/>
            <p:cNvSpPr/>
            <p:nvPr/>
          </p:nvSpPr>
          <p:spPr>
            <a:xfrm>
              <a:off x="4512839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27"/>
            <p:cNvSpPr/>
            <p:nvPr/>
          </p:nvSpPr>
          <p:spPr>
            <a:xfrm>
              <a:off x="4601628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27"/>
            <p:cNvSpPr/>
            <p:nvPr/>
          </p:nvSpPr>
          <p:spPr>
            <a:xfrm>
              <a:off x="4690417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27"/>
            <p:cNvSpPr/>
            <p:nvPr/>
          </p:nvSpPr>
          <p:spPr>
            <a:xfrm>
              <a:off x="4246471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27"/>
            <p:cNvSpPr/>
            <p:nvPr/>
          </p:nvSpPr>
          <p:spPr>
            <a:xfrm>
              <a:off x="4335261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27"/>
            <p:cNvSpPr/>
            <p:nvPr/>
          </p:nvSpPr>
          <p:spPr>
            <a:xfrm>
              <a:off x="4424050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27"/>
            <p:cNvSpPr/>
            <p:nvPr/>
          </p:nvSpPr>
          <p:spPr>
            <a:xfrm>
              <a:off x="4512839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27"/>
            <p:cNvSpPr/>
            <p:nvPr/>
          </p:nvSpPr>
          <p:spPr>
            <a:xfrm>
              <a:off x="4601628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27"/>
            <p:cNvSpPr/>
            <p:nvPr/>
          </p:nvSpPr>
          <p:spPr>
            <a:xfrm>
              <a:off x="4690417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27"/>
            <p:cNvSpPr/>
            <p:nvPr/>
          </p:nvSpPr>
          <p:spPr>
            <a:xfrm>
              <a:off x="4246471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27"/>
            <p:cNvSpPr/>
            <p:nvPr/>
          </p:nvSpPr>
          <p:spPr>
            <a:xfrm>
              <a:off x="4335261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27"/>
            <p:cNvSpPr/>
            <p:nvPr/>
          </p:nvSpPr>
          <p:spPr>
            <a:xfrm>
              <a:off x="4424050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27"/>
            <p:cNvSpPr/>
            <p:nvPr/>
          </p:nvSpPr>
          <p:spPr>
            <a:xfrm>
              <a:off x="4512839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27"/>
            <p:cNvSpPr/>
            <p:nvPr/>
          </p:nvSpPr>
          <p:spPr>
            <a:xfrm>
              <a:off x="4601628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27"/>
            <p:cNvSpPr/>
            <p:nvPr/>
          </p:nvSpPr>
          <p:spPr>
            <a:xfrm>
              <a:off x="4690417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27"/>
            <p:cNvSpPr/>
            <p:nvPr/>
          </p:nvSpPr>
          <p:spPr>
            <a:xfrm>
              <a:off x="4246471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27"/>
            <p:cNvSpPr/>
            <p:nvPr/>
          </p:nvSpPr>
          <p:spPr>
            <a:xfrm>
              <a:off x="4335261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27"/>
            <p:cNvSpPr/>
            <p:nvPr/>
          </p:nvSpPr>
          <p:spPr>
            <a:xfrm>
              <a:off x="4424050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27"/>
            <p:cNvSpPr/>
            <p:nvPr/>
          </p:nvSpPr>
          <p:spPr>
            <a:xfrm>
              <a:off x="4512839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27"/>
            <p:cNvSpPr/>
            <p:nvPr/>
          </p:nvSpPr>
          <p:spPr>
            <a:xfrm>
              <a:off x="4601628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27"/>
            <p:cNvSpPr/>
            <p:nvPr/>
          </p:nvSpPr>
          <p:spPr>
            <a:xfrm>
              <a:off x="4690417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27"/>
            <p:cNvSpPr/>
            <p:nvPr/>
          </p:nvSpPr>
          <p:spPr>
            <a:xfrm>
              <a:off x="4246471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27"/>
            <p:cNvSpPr/>
            <p:nvPr/>
          </p:nvSpPr>
          <p:spPr>
            <a:xfrm>
              <a:off x="4335261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27"/>
            <p:cNvSpPr/>
            <p:nvPr/>
          </p:nvSpPr>
          <p:spPr>
            <a:xfrm>
              <a:off x="4424050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27"/>
            <p:cNvSpPr/>
            <p:nvPr/>
          </p:nvSpPr>
          <p:spPr>
            <a:xfrm>
              <a:off x="4512839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27"/>
            <p:cNvSpPr/>
            <p:nvPr/>
          </p:nvSpPr>
          <p:spPr>
            <a:xfrm>
              <a:off x="4601628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27"/>
            <p:cNvSpPr/>
            <p:nvPr/>
          </p:nvSpPr>
          <p:spPr>
            <a:xfrm>
              <a:off x="4690417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27"/>
            <p:cNvSpPr/>
            <p:nvPr/>
          </p:nvSpPr>
          <p:spPr>
            <a:xfrm>
              <a:off x="4779206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27"/>
            <p:cNvSpPr/>
            <p:nvPr/>
          </p:nvSpPr>
          <p:spPr>
            <a:xfrm>
              <a:off x="4779206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27"/>
            <p:cNvSpPr/>
            <p:nvPr/>
          </p:nvSpPr>
          <p:spPr>
            <a:xfrm>
              <a:off x="4779206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27"/>
            <p:cNvSpPr/>
            <p:nvPr/>
          </p:nvSpPr>
          <p:spPr>
            <a:xfrm>
              <a:off x="4779206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27"/>
            <p:cNvSpPr/>
            <p:nvPr/>
          </p:nvSpPr>
          <p:spPr>
            <a:xfrm>
              <a:off x="4779206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27"/>
            <p:cNvSpPr/>
            <p:nvPr/>
          </p:nvSpPr>
          <p:spPr>
            <a:xfrm>
              <a:off x="4779206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27"/>
            <p:cNvSpPr/>
            <p:nvPr/>
          </p:nvSpPr>
          <p:spPr>
            <a:xfrm>
              <a:off x="4779206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27"/>
            <p:cNvSpPr/>
            <p:nvPr/>
          </p:nvSpPr>
          <p:spPr>
            <a:xfrm>
              <a:off x="4779206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27"/>
            <p:cNvSpPr/>
            <p:nvPr/>
          </p:nvSpPr>
          <p:spPr>
            <a:xfrm>
              <a:off x="4779206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27"/>
            <p:cNvSpPr/>
            <p:nvPr/>
          </p:nvSpPr>
          <p:spPr>
            <a:xfrm>
              <a:off x="4779206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27"/>
            <p:cNvSpPr/>
            <p:nvPr/>
          </p:nvSpPr>
          <p:spPr>
            <a:xfrm>
              <a:off x="4779206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27"/>
            <p:cNvSpPr/>
            <p:nvPr/>
          </p:nvSpPr>
          <p:spPr>
            <a:xfrm>
              <a:off x="4779206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27"/>
            <p:cNvSpPr/>
            <p:nvPr/>
          </p:nvSpPr>
          <p:spPr>
            <a:xfrm>
              <a:off x="4779206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27"/>
            <p:cNvSpPr/>
            <p:nvPr/>
          </p:nvSpPr>
          <p:spPr>
            <a:xfrm>
              <a:off x="4867996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27"/>
            <p:cNvSpPr/>
            <p:nvPr/>
          </p:nvSpPr>
          <p:spPr>
            <a:xfrm>
              <a:off x="4867996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27"/>
            <p:cNvSpPr/>
            <p:nvPr/>
          </p:nvSpPr>
          <p:spPr>
            <a:xfrm>
              <a:off x="4867996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27"/>
            <p:cNvSpPr/>
            <p:nvPr/>
          </p:nvSpPr>
          <p:spPr>
            <a:xfrm>
              <a:off x="4867996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27"/>
            <p:cNvSpPr/>
            <p:nvPr/>
          </p:nvSpPr>
          <p:spPr>
            <a:xfrm>
              <a:off x="4867996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27"/>
            <p:cNvSpPr/>
            <p:nvPr/>
          </p:nvSpPr>
          <p:spPr>
            <a:xfrm>
              <a:off x="4867996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27"/>
            <p:cNvSpPr/>
            <p:nvPr/>
          </p:nvSpPr>
          <p:spPr>
            <a:xfrm>
              <a:off x="4867996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27"/>
            <p:cNvSpPr/>
            <p:nvPr/>
          </p:nvSpPr>
          <p:spPr>
            <a:xfrm>
              <a:off x="4867996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27"/>
            <p:cNvSpPr/>
            <p:nvPr/>
          </p:nvSpPr>
          <p:spPr>
            <a:xfrm>
              <a:off x="4867996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27"/>
            <p:cNvSpPr/>
            <p:nvPr/>
          </p:nvSpPr>
          <p:spPr>
            <a:xfrm>
              <a:off x="4867996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4867996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4867996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4867996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4956785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4956785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27"/>
            <p:cNvSpPr/>
            <p:nvPr/>
          </p:nvSpPr>
          <p:spPr>
            <a:xfrm>
              <a:off x="4956785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27"/>
            <p:cNvSpPr/>
            <p:nvPr/>
          </p:nvSpPr>
          <p:spPr>
            <a:xfrm>
              <a:off x="4956785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4956785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4956785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4956785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27"/>
            <p:cNvSpPr/>
            <p:nvPr/>
          </p:nvSpPr>
          <p:spPr>
            <a:xfrm>
              <a:off x="4956785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27"/>
            <p:cNvSpPr/>
            <p:nvPr/>
          </p:nvSpPr>
          <p:spPr>
            <a:xfrm>
              <a:off x="4956785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4956785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4956785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4956785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27"/>
            <p:cNvSpPr/>
            <p:nvPr/>
          </p:nvSpPr>
          <p:spPr>
            <a:xfrm>
              <a:off x="4956785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27"/>
            <p:cNvSpPr/>
            <p:nvPr/>
          </p:nvSpPr>
          <p:spPr>
            <a:xfrm>
              <a:off x="5045574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27"/>
            <p:cNvSpPr/>
            <p:nvPr/>
          </p:nvSpPr>
          <p:spPr>
            <a:xfrm>
              <a:off x="5045574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27"/>
            <p:cNvSpPr/>
            <p:nvPr/>
          </p:nvSpPr>
          <p:spPr>
            <a:xfrm>
              <a:off x="5045574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27"/>
            <p:cNvSpPr/>
            <p:nvPr/>
          </p:nvSpPr>
          <p:spPr>
            <a:xfrm>
              <a:off x="5045574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27"/>
            <p:cNvSpPr/>
            <p:nvPr/>
          </p:nvSpPr>
          <p:spPr>
            <a:xfrm>
              <a:off x="5045574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27"/>
            <p:cNvSpPr/>
            <p:nvPr/>
          </p:nvSpPr>
          <p:spPr>
            <a:xfrm>
              <a:off x="5045574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27"/>
            <p:cNvSpPr/>
            <p:nvPr/>
          </p:nvSpPr>
          <p:spPr>
            <a:xfrm>
              <a:off x="5045574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27"/>
            <p:cNvSpPr/>
            <p:nvPr/>
          </p:nvSpPr>
          <p:spPr>
            <a:xfrm>
              <a:off x="5045574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045574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045574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27"/>
            <p:cNvSpPr/>
            <p:nvPr/>
          </p:nvSpPr>
          <p:spPr>
            <a:xfrm>
              <a:off x="5045574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27"/>
            <p:cNvSpPr/>
            <p:nvPr/>
          </p:nvSpPr>
          <p:spPr>
            <a:xfrm>
              <a:off x="5045574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27"/>
            <p:cNvSpPr/>
            <p:nvPr/>
          </p:nvSpPr>
          <p:spPr>
            <a:xfrm>
              <a:off x="5045574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27"/>
            <p:cNvSpPr/>
            <p:nvPr/>
          </p:nvSpPr>
          <p:spPr>
            <a:xfrm>
              <a:off x="5134363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27"/>
            <p:cNvSpPr/>
            <p:nvPr/>
          </p:nvSpPr>
          <p:spPr>
            <a:xfrm>
              <a:off x="5134363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5134363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5134363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5134363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5134363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5134363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27"/>
            <p:cNvSpPr/>
            <p:nvPr/>
          </p:nvSpPr>
          <p:spPr>
            <a:xfrm>
              <a:off x="5134363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27"/>
            <p:cNvSpPr/>
            <p:nvPr/>
          </p:nvSpPr>
          <p:spPr>
            <a:xfrm>
              <a:off x="5134363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5134363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5134363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5134363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27"/>
            <p:cNvSpPr/>
            <p:nvPr/>
          </p:nvSpPr>
          <p:spPr>
            <a:xfrm>
              <a:off x="5134363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27"/>
            <p:cNvSpPr/>
            <p:nvPr/>
          </p:nvSpPr>
          <p:spPr>
            <a:xfrm>
              <a:off x="5223152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5223152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5223152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5223152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27"/>
            <p:cNvSpPr/>
            <p:nvPr/>
          </p:nvSpPr>
          <p:spPr>
            <a:xfrm>
              <a:off x="5223152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27"/>
            <p:cNvSpPr/>
            <p:nvPr/>
          </p:nvSpPr>
          <p:spPr>
            <a:xfrm>
              <a:off x="5223152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27"/>
            <p:cNvSpPr/>
            <p:nvPr/>
          </p:nvSpPr>
          <p:spPr>
            <a:xfrm>
              <a:off x="5223152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27"/>
            <p:cNvSpPr/>
            <p:nvPr/>
          </p:nvSpPr>
          <p:spPr>
            <a:xfrm>
              <a:off x="5223152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27"/>
            <p:cNvSpPr/>
            <p:nvPr/>
          </p:nvSpPr>
          <p:spPr>
            <a:xfrm>
              <a:off x="5223152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27"/>
            <p:cNvSpPr/>
            <p:nvPr/>
          </p:nvSpPr>
          <p:spPr>
            <a:xfrm>
              <a:off x="5223152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27"/>
            <p:cNvSpPr/>
            <p:nvPr/>
          </p:nvSpPr>
          <p:spPr>
            <a:xfrm>
              <a:off x="5223152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27"/>
            <p:cNvSpPr/>
            <p:nvPr/>
          </p:nvSpPr>
          <p:spPr>
            <a:xfrm>
              <a:off x="5223152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223152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311941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27"/>
            <p:cNvSpPr/>
            <p:nvPr/>
          </p:nvSpPr>
          <p:spPr>
            <a:xfrm>
              <a:off x="5311941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27"/>
            <p:cNvSpPr/>
            <p:nvPr/>
          </p:nvSpPr>
          <p:spPr>
            <a:xfrm>
              <a:off x="5311941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311941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311941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27"/>
            <p:cNvSpPr/>
            <p:nvPr/>
          </p:nvSpPr>
          <p:spPr>
            <a:xfrm>
              <a:off x="5311941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27"/>
            <p:cNvSpPr/>
            <p:nvPr/>
          </p:nvSpPr>
          <p:spPr>
            <a:xfrm>
              <a:off x="5311941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311941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311941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27"/>
            <p:cNvSpPr/>
            <p:nvPr/>
          </p:nvSpPr>
          <p:spPr>
            <a:xfrm>
              <a:off x="5311941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27"/>
            <p:cNvSpPr/>
            <p:nvPr/>
          </p:nvSpPr>
          <p:spPr>
            <a:xfrm>
              <a:off x="5311941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27"/>
            <p:cNvSpPr/>
            <p:nvPr/>
          </p:nvSpPr>
          <p:spPr>
            <a:xfrm>
              <a:off x="5311941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27"/>
            <p:cNvSpPr/>
            <p:nvPr/>
          </p:nvSpPr>
          <p:spPr>
            <a:xfrm>
              <a:off x="5311941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27"/>
            <p:cNvSpPr/>
            <p:nvPr/>
          </p:nvSpPr>
          <p:spPr>
            <a:xfrm>
              <a:off x="5400731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27"/>
            <p:cNvSpPr/>
            <p:nvPr/>
          </p:nvSpPr>
          <p:spPr>
            <a:xfrm>
              <a:off x="5400731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27"/>
            <p:cNvSpPr/>
            <p:nvPr/>
          </p:nvSpPr>
          <p:spPr>
            <a:xfrm>
              <a:off x="5400731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27"/>
            <p:cNvSpPr/>
            <p:nvPr/>
          </p:nvSpPr>
          <p:spPr>
            <a:xfrm>
              <a:off x="5400731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27"/>
            <p:cNvSpPr/>
            <p:nvPr/>
          </p:nvSpPr>
          <p:spPr>
            <a:xfrm>
              <a:off x="5400731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27"/>
            <p:cNvSpPr/>
            <p:nvPr/>
          </p:nvSpPr>
          <p:spPr>
            <a:xfrm>
              <a:off x="5400731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27"/>
            <p:cNvSpPr/>
            <p:nvPr/>
          </p:nvSpPr>
          <p:spPr>
            <a:xfrm>
              <a:off x="5400731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27"/>
            <p:cNvSpPr/>
            <p:nvPr/>
          </p:nvSpPr>
          <p:spPr>
            <a:xfrm>
              <a:off x="5400731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27"/>
            <p:cNvSpPr/>
            <p:nvPr/>
          </p:nvSpPr>
          <p:spPr>
            <a:xfrm>
              <a:off x="5400731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27"/>
            <p:cNvSpPr/>
            <p:nvPr/>
          </p:nvSpPr>
          <p:spPr>
            <a:xfrm>
              <a:off x="5400731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27"/>
            <p:cNvSpPr/>
            <p:nvPr/>
          </p:nvSpPr>
          <p:spPr>
            <a:xfrm>
              <a:off x="5400731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27"/>
            <p:cNvSpPr/>
            <p:nvPr/>
          </p:nvSpPr>
          <p:spPr>
            <a:xfrm>
              <a:off x="5400731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27"/>
            <p:cNvSpPr/>
            <p:nvPr/>
          </p:nvSpPr>
          <p:spPr>
            <a:xfrm>
              <a:off x="5400731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27"/>
            <p:cNvSpPr/>
            <p:nvPr/>
          </p:nvSpPr>
          <p:spPr>
            <a:xfrm>
              <a:off x="5489520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27"/>
            <p:cNvSpPr/>
            <p:nvPr/>
          </p:nvSpPr>
          <p:spPr>
            <a:xfrm>
              <a:off x="5489520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27"/>
            <p:cNvSpPr/>
            <p:nvPr/>
          </p:nvSpPr>
          <p:spPr>
            <a:xfrm>
              <a:off x="5489520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27"/>
            <p:cNvSpPr/>
            <p:nvPr/>
          </p:nvSpPr>
          <p:spPr>
            <a:xfrm>
              <a:off x="5489520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27"/>
            <p:cNvSpPr/>
            <p:nvPr/>
          </p:nvSpPr>
          <p:spPr>
            <a:xfrm>
              <a:off x="5489520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27"/>
            <p:cNvSpPr/>
            <p:nvPr/>
          </p:nvSpPr>
          <p:spPr>
            <a:xfrm>
              <a:off x="5489520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27"/>
            <p:cNvSpPr/>
            <p:nvPr/>
          </p:nvSpPr>
          <p:spPr>
            <a:xfrm>
              <a:off x="5489520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27"/>
            <p:cNvSpPr/>
            <p:nvPr/>
          </p:nvSpPr>
          <p:spPr>
            <a:xfrm>
              <a:off x="5489520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27"/>
            <p:cNvSpPr/>
            <p:nvPr/>
          </p:nvSpPr>
          <p:spPr>
            <a:xfrm>
              <a:off x="5489520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27"/>
            <p:cNvSpPr/>
            <p:nvPr/>
          </p:nvSpPr>
          <p:spPr>
            <a:xfrm>
              <a:off x="5489520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27"/>
            <p:cNvSpPr/>
            <p:nvPr/>
          </p:nvSpPr>
          <p:spPr>
            <a:xfrm>
              <a:off x="5489520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27"/>
            <p:cNvSpPr/>
            <p:nvPr/>
          </p:nvSpPr>
          <p:spPr>
            <a:xfrm>
              <a:off x="5489520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27"/>
            <p:cNvSpPr/>
            <p:nvPr/>
          </p:nvSpPr>
          <p:spPr>
            <a:xfrm>
              <a:off x="5489520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27"/>
            <p:cNvSpPr/>
            <p:nvPr/>
          </p:nvSpPr>
          <p:spPr>
            <a:xfrm>
              <a:off x="5578309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27"/>
            <p:cNvSpPr/>
            <p:nvPr/>
          </p:nvSpPr>
          <p:spPr>
            <a:xfrm>
              <a:off x="5578309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27"/>
            <p:cNvSpPr/>
            <p:nvPr/>
          </p:nvSpPr>
          <p:spPr>
            <a:xfrm>
              <a:off x="5578309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27"/>
            <p:cNvSpPr/>
            <p:nvPr/>
          </p:nvSpPr>
          <p:spPr>
            <a:xfrm>
              <a:off x="5578309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27"/>
            <p:cNvSpPr/>
            <p:nvPr/>
          </p:nvSpPr>
          <p:spPr>
            <a:xfrm>
              <a:off x="5578309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27"/>
            <p:cNvSpPr/>
            <p:nvPr/>
          </p:nvSpPr>
          <p:spPr>
            <a:xfrm>
              <a:off x="5578309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27"/>
            <p:cNvSpPr/>
            <p:nvPr/>
          </p:nvSpPr>
          <p:spPr>
            <a:xfrm>
              <a:off x="5578309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27"/>
            <p:cNvSpPr/>
            <p:nvPr/>
          </p:nvSpPr>
          <p:spPr>
            <a:xfrm>
              <a:off x="5578309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27"/>
            <p:cNvSpPr/>
            <p:nvPr/>
          </p:nvSpPr>
          <p:spPr>
            <a:xfrm>
              <a:off x="5578309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27"/>
            <p:cNvSpPr/>
            <p:nvPr/>
          </p:nvSpPr>
          <p:spPr>
            <a:xfrm>
              <a:off x="5578309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27"/>
            <p:cNvSpPr/>
            <p:nvPr/>
          </p:nvSpPr>
          <p:spPr>
            <a:xfrm>
              <a:off x="5578309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27"/>
            <p:cNvSpPr/>
            <p:nvPr/>
          </p:nvSpPr>
          <p:spPr>
            <a:xfrm>
              <a:off x="5578309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27"/>
            <p:cNvSpPr/>
            <p:nvPr/>
          </p:nvSpPr>
          <p:spPr>
            <a:xfrm>
              <a:off x="5578309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27"/>
            <p:cNvSpPr/>
            <p:nvPr/>
          </p:nvSpPr>
          <p:spPr>
            <a:xfrm>
              <a:off x="5667098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27"/>
            <p:cNvSpPr/>
            <p:nvPr/>
          </p:nvSpPr>
          <p:spPr>
            <a:xfrm>
              <a:off x="5667098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27"/>
            <p:cNvSpPr/>
            <p:nvPr/>
          </p:nvSpPr>
          <p:spPr>
            <a:xfrm>
              <a:off x="5667098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27"/>
            <p:cNvSpPr/>
            <p:nvPr/>
          </p:nvSpPr>
          <p:spPr>
            <a:xfrm>
              <a:off x="5667098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5667098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5667098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5667098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5667098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5667098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5667098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5667098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5667098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5667098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5755887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5755887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5755887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27"/>
            <p:cNvSpPr/>
            <p:nvPr/>
          </p:nvSpPr>
          <p:spPr>
            <a:xfrm>
              <a:off x="5755887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27"/>
            <p:cNvSpPr/>
            <p:nvPr/>
          </p:nvSpPr>
          <p:spPr>
            <a:xfrm>
              <a:off x="5755887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27"/>
            <p:cNvSpPr/>
            <p:nvPr/>
          </p:nvSpPr>
          <p:spPr>
            <a:xfrm>
              <a:off x="5755887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27"/>
            <p:cNvSpPr/>
            <p:nvPr/>
          </p:nvSpPr>
          <p:spPr>
            <a:xfrm>
              <a:off x="5755887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27"/>
            <p:cNvSpPr/>
            <p:nvPr/>
          </p:nvSpPr>
          <p:spPr>
            <a:xfrm>
              <a:off x="5755887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27"/>
            <p:cNvSpPr/>
            <p:nvPr/>
          </p:nvSpPr>
          <p:spPr>
            <a:xfrm>
              <a:off x="5755887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27"/>
            <p:cNvSpPr/>
            <p:nvPr/>
          </p:nvSpPr>
          <p:spPr>
            <a:xfrm>
              <a:off x="5755887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27"/>
            <p:cNvSpPr/>
            <p:nvPr/>
          </p:nvSpPr>
          <p:spPr>
            <a:xfrm>
              <a:off x="5755887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27"/>
            <p:cNvSpPr/>
            <p:nvPr/>
          </p:nvSpPr>
          <p:spPr>
            <a:xfrm>
              <a:off x="5755887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27"/>
            <p:cNvSpPr/>
            <p:nvPr/>
          </p:nvSpPr>
          <p:spPr>
            <a:xfrm>
              <a:off x="5755887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27"/>
            <p:cNvSpPr/>
            <p:nvPr/>
          </p:nvSpPr>
          <p:spPr>
            <a:xfrm>
              <a:off x="5844677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27"/>
            <p:cNvSpPr/>
            <p:nvPr/>
          </p:nvSpPr>
          <p:spPr>
            <a:xfrm>
              <a:off x="5844677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27"/>
            <p:cNvSpPr/>
            <p:nvPr/>
          </p:nvSpPr>
          <p:spPr>
            <a:xfrm>
              <a:off x="5844677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27"/>
            <p:cNvSpPr/>
            <p:nvPr/>
          </p:nvSpPr>
          <p:spPr>
            <a:xfrm>
              <a:off x="5844677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27"/>
            <p:cNvSpPr/>
            <p:nvPr/>
          </p:nvSpPr>
          <p:spPr>
            <a:xfrm>
              <a:off x="5844677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27"/>
            <p:cNvSpPr/>
            <p:nvPr/>
          </p:nvSpPr>
          <p:spPr>
            <a:xfrm>
              <a:off x="5844677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27"/>
            <p:cNvSpPr/>
            <p:nvPr/>
          </p:nvSpPr>
          <p:spPr>
            <a:xfrm>
              <a:off x="5844677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27"/>
            <p:cNvSpPr/>
            <p:nvPr/>
          </p:nvSpPr>
          <p:spPr>
            <a:xfrm>
              <a:off x="5844677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27"/>
            <p:cNvSpPr/>
            <p:nvPr/>
          </p:nvSpPr>
          <p:spPr>
            <a:xfrm>
              <a:off x="5844677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27"/>
            <p:cNvSpPr/>
            <p:nvPr/>
          </p:nvSpPr>
          <p:spPr>
            <a:xfrm>
              <a:off x="5844677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27"/>
            <p:cNvSpPr/>
            <p:nvPr/>
          </p:nvSpPr>
          <p:spPr>
            <a:xfrm>
              <a:off x="5844677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5844677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5844677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5933466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27"/>
            <p:cNvSpPr/>
            <p:nvPr/>
          </p:nvSpPr>
          <p:spPr>
            <a:xfrm>
              <a:off x="5933466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27"/>
            <p:cNvSpPr/>
            <p:nvPr/>
          </p:nvSpPr>
          <p:spPr>
            <a:xfrm>
              <a:off x="5933466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5933466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5933466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5933466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5933466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5933466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5933466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5933466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5933466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5933466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5933466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6022255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6022255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6022255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6022255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6022255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6022255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6022255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6022255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27"/>
            <p:cNvSpPr/>
            <p:nvPr/>
          </p:nvSpPr>
          <p:spPr>
            <a:xfrm>
              <a:off x="6022255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27"/>
            <p:cNvSpPr/>
            <p:nvPr/>
          </p:nvSpPr>
          <p:spPr>
            <a:xfrm>
              <a:off x="6022255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27"/>
            <p:cNvSpPr/>
            <p:nvPr/>
          </p:nvSpPr>
          <p:spPr>
            <a:xfrm>
              <a:off x="6022255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27"/>
            <p:cNvSpPr/>
            <p:nvPr/>
          </p:nvSpPr>
          <p:spPr>
            <a:xfrm>
              <a:off x="6022255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27"/>
            <p:cNvSpPr/>
            <p:nvPr/>
          </p:nvSpPr>
          <p:spPr>
            <a:xfrm>
              <a:off x="6022255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27"/>
            <p:cNvSpPr/>
            <p:nvPr/>
          </p:nvSpPr>
          <p:spPr>
            <a:xfrm>
              <a:off x="4246471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27"/>
            <p:cNvSpPr/>
            <p:nvPr/>
          </p:nvSpPr>
          <p:spPr>
            <a:xfrm>
              <a:off x="4335261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27"/>
            <p:cNvSpPr/>
            <p:nvPr/>
          </p:nvSpPr>
          <p:spPr>
            <a:xfrm>
              <a:off x="4424050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27"/>
            <p:cNvSpPr/>
            <p:nvPr/>
          </p:nvSpPr>
          <p:spPr>
            <a:xfrm>
              <a:off x="4512839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27"/>
            <p:cNvSpPr/>
            <p:nvPr/>
          </p:nvSpPr>
          <p:spPr>
            <a:xfrm>
              <a:off x="4601628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27"/>
            <p:cNvSpPr/>
            <p:nvPr/>
          </p:nvSpPr>
          <p:spPr>
            <a:xfrm>
              <a:off x="4690417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27"/>
            <p:cNvSpPr/>
            <p:nvPr/>
          </p:nvSpPr>
          <p:spPr>
            <a:xfrm>
              <a:off x="4779206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27"/>
            <p:cNvSpPr/>
            <p:nvPr/>
          </p:nvSpPr>
          <p:spPr>
            <a:xfrm>
              <a:off x="4867996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27"/>
            <p:cNvSpPr/>
            <p:nvPr/>
          </p:nvSpPr>
          <p:spPr>
            <a:xfrm>
              <a:off x="4956785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27"/>
            <p:cNvSpPr/>
            <p:nvPr/>
          </p:nvSpPr>
          <p:spPr>
            <a:xfrm>
              <a:off x="5045574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27"/>
            <p:cNvSpPr/>
            <p:nvPr/>
          </p:nvSpPr>
          <p:spPr>
            <a:xfrm>
              <a:off x="5134363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27"/>
            <p:cNvSpPr/>
            <p:nvPr/>
          </p:nvSpPr>
          <p:spPr>
            <a:xfrm>
              <a:off x="5223152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27"/>
            <p:cNvSpPr/>
            <p:nvPr/>
          </p:nvSpPr>
          <p:spPr>
            <a:xfrm>
              <a:off x="5311941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27"/>
            <p:cNvSpPr/>
            <p:nvPr/>
          </p:nvSpPr>
          <p:spPr>
            <a:xfrm>
              <a:off x="5400731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27"/>
            <p:cNvSpPr/>
            <p:nvPr/>
          </p:nvSpPr>
          <p:spPr>
            <a:xfrm>
              <a:off x="5489520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27"/>
            <p:cNvSpPr/>
            <p:nvPr/>
          </p:nvSpPr>
          <p:spPr>
            <a:xfrm>
              <a:off x="5578309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27"/>
            <p:cNvSpPr/>
            <p:nvPr/>
          </p:nvSpPr>
          <p:spPr>
            <a:xfrm>
              <a:off x="5667098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27"/>
            <p:cNvSpPr/>
            <p:nvPr/>
          </p:nvSpPr>
          <p:spPr>
            <a:xfrm>
              <a:off x="5755887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27"/>
            <p:cNvSpPr/>
            <p:nvPr/>
          </p:nvSpPr>
          <p:spPr>
            <a:xfrm>
              <a:off x="5844677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27"/>
            <p:cNvSpPr/>
            <p:nvPr/>
          </p:nvSpPr>
          <p:spPr>
            <a:xfrm>
              <a:off x="5933466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27"/>
            <p:cNvSpPr/>
            <p:nvPr/>
          </p:nvSpPr>
          <p:spPr>
            <a:xfrm>
              <a:off x="6022255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27"/>
            <p:cNvSpPr/>
            <p:nvPr/>
          </p:nvSpPr>
          <p:spPr>
            <a:xfrm>
              <a:off x="4246471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27"/>
            <p:cNvSpPr/>
            <p:nvPr/>
          </p:nvSpPr>
          <p:spPr>
            <a:xfrm>
              <a:off x="4335261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27"/>
            <p:cNvSpPr/>
            <p:nvPr/>
          </p:nvSpPr>
          <p:spPr>
            <a:xfrm>
              <a:off x="4424050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27"/>
            <p:cNvSpPr/>
            <p:nvPr/>
          </p:nvSpPr>
          <p:spPr>
            <a:xfrm>
              <a:off x="4512839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27"/>
            <p:cNvSpPr/>
            <p:nvPr/>
          </p:nvSpPr>
          <p:spPr>
            <a:xfrm>
              <a:off x="4601628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27"/>
            <p:cNvSpPr/>
            <p:nvPr/>
          </p:nvSpPr>
          <p:spPr>
            <a:xfrm>
              <a:off x="4690417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27"/>
            <p:cNvSpPr/>
            <p:nvPr/>
          </p:nvSpPr>
          <p:spPr>
            <a:xfrm>
              <a:off x="4779206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27"/>
            <p:cNvSpPr/>
            <p:nvPr/>
          </p:nvSpPr>
          <p:spPr>
            <a:xfrm>
              <a:off x="4867996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27"/>
            <p:cNvSpPr/>
            <p:nvPr/>
          </p:nvSpPr>
          <p:spPr>
            <a:xfrm>
              <a:off x="4956785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27"/>
            <p:cNvSpPr/>
            <p:nvPr/>
          </p:nvSpPr>
          <p:spPr>
            <a:xfrm>
              <a:off x="5045574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27"/>
            <p:cNvSpPr/>
            <p:nvPr/>
          </p:nvSpPr>
          <p:spPr>
            <a:xfrm>
              <a:off x="5134363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27"/>
            <p:cNvSpPr/>
            <p:nvPr/>
          </p:nvSpPr>
          <p:spPr>
            <a:xfrm>
              <a:off x="5223152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27"/>
            <p:cNvSpPr/>
            <p:nvPr/>
          </p:nvSpPr>
          <p:spPr>
            <a:xfrm>
              <a:off x="5311941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27"/>
            <p:cNvSpPr/>
            <p:nvPr/>
          </p:nvSpPr>
          <p:spPr>
            <a:xfrm>
              <a:off x="5400731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27"/>
            <p:cNvSpPr/>
            <p:nvPr/>
          </p:nvSpPr>
          <p:spPr>
            <a:xfrm>
              <a:off x="5489520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27"/>
            <p:cNvSpPr/>
            <p:nvPr/>
          </p:nvSpPr>
          <p:spPr>
            <a:xfrm>
              <a:off x="5578309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27"/>
            <p:cNvSpPr/>
            <p:nvPr/>
          </p:nvSpPr>
          <p:spPr>
            <a:xfrm>
              <a:off x="5667098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27"/>
            <p:cNvSpPr/>
            <p:nvPr/>
          </p:nvSpPr>
          <p:spPr>
            <a:xfrm>
              <a:off x="5755887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27"/>
            <p:cNvSpPr/>
            <p:nvPr/>
          </p:nvSpPr>
          <p:spPr>
            <a:xfrm>
              <a:off x="5844677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27"/>
            <p:cNvSpPr/>
            <p:nvPr/>
          </p:nvSpPr>
          <p:spPr>
            <a:xfrm>
              <a:off x="5933466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27"/>
            <p:cNvSpPr/>
            <p:nvPr/>
          </p:nvSpPr>
          <p:spPr>
            <a:xfrm>
              <a:off x="6022255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27"/>
            <p:cNvSpPr/>
            <p:nvPr/>
          </p:nvSpPr>
          <p:spPr>
            <a:xfrm>
              <a:off x="6114544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27"/>
            <p:cNvSpPr/>
            <p:nvPr/>
          </p:nvSpPr>
          <p:spPr>
            <a:xfrm>
              <a:off x="6114544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27"/>
            <p:cNvSpPr/>
            <p:nvPr/>
          </p:nvSpPr>
          <p:spPr>
            <a:xfrm>
              <a:off x="6114544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27"/>
            <p:cNvSpPr/>
            <p:nvPr/>
          </p:nvSpPr>
          <p:spPr>
            <a:xfrm>
              <a:off x="6114544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27"/>
            <p:cNvSpPr/>
            <p:nvPr/>
          </p:nvSpPr>
          <p:spPr>
            <a:xfrm>
              <a:off x="6114544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27"/>
            <p:cNvSpPr/>
            <p:nvPr/>
          </p:nvSpPr>
          <p:spPr>
            <a:xfrm>
              <a:off x="6114544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27"/>
            <p:cNvSpPr/>
            <p:nvPr/>
          </p:nvSpPr>
          <p:spPr>
            <a:xfrm>
              <a:off x="6114544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27"/>
            <p:cNvSpPr/>
            <p:nvPr/>
          </p:nvSpPr>
          <p:spPr>
            <a:xfrm>
              <a:off x="6114544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27"/>
            <p:cNvSpPr/>
            <p:nvPr/>
          </p:nvSpPr>
          <p:spPr>
            <a:xfrm>
              <a:off x="6114544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27"/>
            <p:cNvSpPr/>
            <p:nvPr/>
          </p:nvSpPr>
          <p:spPr>
            <a:xfrm>
              <a:off x="6114544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27"/>
            <p:cNvSpPr/>
            <p:nvPr/>
          </p:nvSpPr>
          <p:spPr>
            <a:xfrm>
              <a:off x="6114544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27"/>
            <p:cNvSpPr/>
            <p:nvPr/>
          </p:nvSpPr>
          <p:spPr>
            <a:xfrm>
              <a:off x="6114544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27"/>
            <p:cNvSpPr/>
            <p:nvPr/>
          </p:nvSpPr>
          <p:spPr>
            <a:xfrm>
              <a:off x="6114544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27"/>
            <p:cNvSpPr/>
            <p:nvPr/>
          </p:nvSpPr>
          <p:spPr>
            <a:xfrm>
              <a:off x="6114544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27"/>
            <p:cNvSpPr/>
            <p:nvPr/>
          </p:nvSpPr>
          <p:spPr>
            <a:xfrm>
              <a:off x="6114544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27"/>
            <p:cNvSpPr/>
            <p:nvPr/>
          </p:nvSpPr>
          <p:spPr>
            <a:xfrm>
              <a:off x="4157682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27"/>
            <p:cNvSpPr/>
            <p:nvPr/>
          </p:nvSpPr>
          <p:spPr>
            <a:xfrm>
              <a:off x="4157682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27"/>
            <p:cNvSpPr/>
            <p:nvPr/>
          </p:nvSpPr>
          <p:spPr>
            <a:xfrm>
              <a:off x="4157682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27"/>
            <p:cNvSpPr/>
            <p:nvPr/>
          </p:nvSpPr>
          <p:spPr>
            <a:xfrm>
              <a:off x="4157682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27"/>
            <p:cNvSpPr/>
            <p:nvPr/>
          </p:nvSpPr>
          <p:spPr>
            <a:xfrm>
              <a:off x="4157682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27"/>
            <p:cNvSpPr/>
            <p:nvPr/>
          </p:nvSpPr>
          <p:spPr>
            <a:xfrm>
              <a:off x="4157682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27"/>
            <p:cNvSpPr/>
            <p:nvPr/>
          </p:nvSpPr>
          <p:spPr>
            <a:xfrm>
              <a:off x="4157682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27"/>
            <p:cNvSpPr/>
            <p:nvPr/>
          </p:nvSpPr>
          <p:spPr>
            <a:xfrm>
              <a:off x="4157682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27"/>
            <p:cNvSpPr/>
            <p:nvPr/>
          </p:nvSpPr>
          <p:spPr>
            <a:xfrm>
              <a:off x="4157682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27"/>
            <p:cNvSpPr/>
            <p:nvPr/>
          </p:nvSpPr>
          <p:spPr>
            <a:xfrm>
              <a:off x="4157682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27"/>
            <p:cNvSpPr/>
            <p:nvPr/>
          </p:nvSpPr>
          <p:spPr>
            <a:xfrm>
              <a:off x="4157682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27"/>
            <p:cNvSpPr/>
            <p:nvPr/>
          </p:nvSpPr>
          <p:spPr>
            <a:xfrm>
              <a:off x="4157682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27"/>
            <p:cNvSpPr/>
            <p:nvPr/>
          </p:nvSpPr>
          <p:spPr>
            <a:xfrm>
              <a:off x="4157682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27"/>
            <p:cNvSpPr/>
            <p:nvPr/>
          </p:nvSpPr>
          <p:spPr>
            <a:xfrm>
              <a:off x="4157682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27"/>
            <p:cNvSpPr/>
            <p:nvPr/>
          </p:nvSpPr>
          <p:spPr>
            <a:xfrm>
              <a:off x="4157682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27"/>
            <p:cNvSpPr/>
            <p:nvPr/>
          </p:nvSpPr>
          <p:spPr>
            <a:xfrm>
              <a:off x="4068893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27"/>
            <p:cNvSpPr/>
            <p:nvPr/>
          </p:nvSpPr>
          <p:spPr>
            <a:xfrm>
              <a:off x="4068893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27"/>
            <p:cNvSpPr/>
            <p:nvPr/>
          </p:nvSpPr>
          <p:spPr>
            <a:xfrm>
              <a:off x="4068893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27"/>
            <p:cNvSpPr/>
            <p:nvPr/>
          </p:nvSpPr>
          <p:spPr>
            <a:xfrm>
              <a:off x="4068893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27"/>
            <p:cNvSpPr/>
            <p:nvPr/>
          </p:nvSpPr>
          <p:spPr>
            <a:xfrm>
              <a:off x="4068893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27"/>
            <p:cNvSpPr/>
            <p:nvPr/>
          </p:nvSpPr>
          <p:spPr>
            <a:xfrm>
              <a:off x="4068893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27"/>
            <p:cNvSpPr/>
            <p:nvPr/>
          </p:nvSpPr>
          <p:spPr>
            <a:xfrm>
              <a:off x="4068893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27"/>
            <p:cNvSpPr/>
            <p:nvPr/>
          </p:nvSpPr>
          <p:spPr>
            <a:xfrm>
              <a:off x="4068893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27"/>
            <p:cNvSpPr/>
            <p:nvPr/>
          </p:nvSpPr>
          <p:spPr>
            <a:xfrm>
              <a:off x="4068893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27"/>
            <p:cNvSpPr/>
            <p:nvPr/>
          </p:nvSpPr>
          <p:spPr>
            <a:xfrm>
              <a:off x="4068893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27"/>
            <p:cNvSpPr/>
            <p:nvPr/>
          </p:nvSpPr>
          <p:spPr>
            <a:xfrm>
              <a:off x="4068893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27"/>
            <p:cNvSpPr/>
            <p:nvPr/>
          </p:nvSpPr>
          <p:spPr>
            <a:xfrm>
              <a:off x="4068893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27"/>
            <p:cNvSpPr/>
            <p:nvPr/>
          </p:nvSpPr>
          <p:spPr>
            <a:xfrm>
              <a:off x="4068893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27"/>
            <p:cNvSpPr/>
            <p:nvPr/>
          </p:nvSpPr>
          <p:spPr>
            <a:xfrm>
              <a:off x="4068893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27"/>
            <p:cNvSpPr/>
            <p:nvPr/>
          </p:nvSpPr>
          <p:spPr>
            <a:xfrm>
              <a:off x="4068893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27"/>
            <p:cNvSpPr/>
            <p:nvPr/>
          </p:nvSpPr>
          <p:spPr>
            <a:xfrm>
              <a:off x="3980104" y="31064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27"/>
            <p:cNvSpPr/>
            <p:nvPr/>
          </p:nvSpPr>
          <p:spPr>
            <a:xfrm>
              <a:off x="3980104" y="320443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27"/>
            <p:cNvSpPr/>
            <p:nvPr/>
          </p:nvSpPr>
          <p:spPr>
            <a:xfrm>
              <a:off x="3980104" y="330237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27"/>
            <p:cNvSpPr/>
            <p:nvPr/>
          </p:nvSpPr>
          <p:spPr>
            <a:xfrm>
              <a:off x="3980104" y="340030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27"/>
            <p:cNvSpPr/>
            <p:nvPr/>
          </p:nvSpPr>
          <p:spPr>
            <a:xfrm>
              <a:off x="3980104" y="349824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27"/>
            <p:cNvSpPr/>
            <p:nvPr/>
          </p:nvSpPr>
          <p:spPr>
            <a:xfrm>
              <a:off x="3980104" y="35961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27"/>
            <p:cNvSpPr/>
            <p:nvPr/>
          </p:nvSpPr>
          <p:spPr>
            <a:xfrm>
              <a:off x="3980104" y="36941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27"/>
            <p:cNvSpPr/>
            <p:nvPr/>
          </p:nvSpPr>
          <p:spPr>
            <a:xfrm>
              <a:off x="3980104" y="37920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27"/>
            <p:cNvSpPr/>
            <p:nvPr/>
          </p:nvSpPr>
          <p:spPr>
            <a:xfrm>
              <a:off x="3980104" y="388999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27"/>
            <p:cNvSpPr/>
            <p:nvPr/>
          </p:nvSpPr>
          <p:spPr>
            <a:xfrm>
              <a:off x="3980104" y="398793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27"/>
            <p:cNvSpPr/>
            <p:nvPr/>
          </p:nvSpPr>
          <p:spPr>
            <a:xfrm>
              <a:off x="3980104" y="408586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27"/>
            <p:cNvSpPr/>
            <p:nvPr/>
          </p:nvSpPr>
          <p:spPr>
            <a:xfrm>
              <a:off x="3980104" y="41838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27"/>
            <p:cNvSpPr/>
            <p:nvPr/>
          </p:nvSpPr>
          <p:spPr>
            <a:xfrm>
              <a:off x="3980104" y="428174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27"/>
            <p:cNvSpPr/>
            <p:nvPr/>
          </p:nvSpPr>
          <p:spPr>
            <a:xfrm>
              <a:off x="3980104" y="437967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27"/>
            <p:cNvSpPr/>
            <p:nvPr/>
          </p:nvSpPr>
          <p:spPr>
            <a:xfrm>
              <a:off x="3980104" y="4477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27"/>
            <p:cNvSpPr/>
            <p:nvPr/>
          </p:nvSpPr>
          <p:spPr>
            <a:xfrm>
              <a:off x="2027752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27"/>
            <p:cNvSpPr/>
            <p:nvPr/>
          </p:nvSpPr>
          <p:spPr>
            <a:xfrm>
              <a:off x="2116540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27"/>
            <p:cNvSpPr/>
            <p:nvPr/>
          </p:nvSpPr>
          <p:spPr>
            <a:xfrm>
              <a:off x="2205328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27"/>
            <p:cNvSpPr/>
            <p:nvPr/>
          </p:nvSpPr>
          <p:spPr>
            <a:xfrm>
              <a:off x="2294116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27"/>
            <p:cNvSpPr/>
            <p:nvPr/>
          </p:nvSpPr>
          <p:spPr>
            <a:xfrm>
              <a:off x="2382904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27"/>
            <p:cNvSpPr/>
            <p:nvPr/>
          </p:nvSpPr>
          <p:spPr>
            <a:xfrm>
              <a:off x="2471691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27"/>
            <p:cNvSpPr/>
            <p:nvPr/>
          </p:nvSpPr>
          <p:spPr>
            <a:xfrm>
              <a:off x="2027752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27"/>
            <p:cNvSpPr/>
            <p:nvPr/>
          </p:nvSpPr>
          <p:spPr>
            <a:xfrm>
              <a:off x="2116540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27"/>
            <p:cNvSpPr/>
            <p:nvPr/>
          </p:nvSpPr>
          <p:spPr>
            <a:xfrm>
              <a:off x="2205328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27"/>
            <p:cNvSpPr/>
            <p:nvPr/>
          </p:nvSpPr>
          <p:spPr>
            <a:xfrm>
              <a:off x="2294116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27"/>
            <p:cNvSpPr/>
            <p:nvPr/>
          </p:nvSpPr>
          <p:spPr>
            <a:xfrm>
              <a:off x="2382904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27"/>
            <p:cNvSpPr/>
            <p:nvPr/>
          </p:nvSpPr>
          <p:spPr>
            <a:xfrm>
              <a:off x="2471691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27"/>
            <p:cNvSpPr/>
            <p:nvPr/>
          </p:nvSpPr>
          <p:spPr>
            <a:xfrm>
              <a:off x="2027752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27"/>
            <p:cNvSpPr/>
            <p:nvPr/>
          </p:nvSpPr>
          <p:spPr>
            <a:xfrm>
              <a:off x="2116540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27"/>
            <p:cNvSpPr/>
            <p:nvPr/>
          </p:nvSpPr>
          <p:spPr>
            <a:xfrm>
              <a:off x="2205328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27"/>
            <p:cNvSpPr/>
            <p:nvPr/>
          </p:nvSpPr>
          <p:spPr>
            <a:xfrm>
              <a:off x="2294116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27"/>
            <p:cNvSpPr/>
            <p:nvPr/>
          </p:nvSpPr>
          <p:spPr>
            <a:xfrm>
              <a:off x="2382904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27"/>
            <p:cNvSpPr/>
            <p:nvPr/>
          </p:nvSpPr>
          <p:spPr>
            <a:xfrm>
              <a:off x="2471691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27"/>
            <p:cNvSpPr/>
            <p:nvPr/>
          </p:nvSpPr>
          <p:spPr>
            <a:xfrm>
              <a:off x="2027752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27"/>
            <p:cNvSpPr/>
            <p:nvPr/>
          </p:nvSpPr>
          <p:spPr>
            <a:xfrm>
              <a:off x="2116540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27"/>
            <p:cNvSpPr/>
            <p:nvPr/>
          </p:nvSpPr>
          <p:spPr>
            <a:xfrm>
              <a:off x="2205328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27"/>
            <p:cNvSpPr/>
            <p:nvPr/>
          </p:nvSpPr>
          <p:spPr>
            <a:xfrm>
              <a:off x="2294116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27"/>
            <p:cNvSpPr/>
            <p:nvPr/>
          </p:nvSpPr>
          <p:spPr>
            <a:xfrm>
              <a:off x="2382904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27"/>
            <p:cNvSpPr/>
            <p:nvPr/>
          </p:nvSpPr>
          <p:spPr>
            <a:xfrm>
              <a:off x="2471691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27"/>
            <p:cNvSpPr/>
            <p:nvPr/>
          </p:nvSpPr>
          <p:spPr>
            <a:xfrm>
              <a:off x="2027752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27"/>
            <p:cNvSpPr/>
            <p:nvPr/>
          </p:nvSpPr>
          <p:spPr>
            <a:xfrm>
              <a:off x="2116540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27"/>
            <p:cNvSpPr/>
            <p:nvPr/>
          </p:nvSpPr>
          <p:spPr>
            <a:xfrm>
              <a:off x="2205328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27"/>
            <p:cNvSpPr/>
            <p:nvPr/>
          </p:nvSpPr>
          <p:spPr>
            <a:xfrm>
              <a:off x="2294116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27"/>
            <p:cNvSpPr/>
            <p:nvPr/>
          </p:nvSpPr>
          <p:spPr>
            <a:xfrm>
              <a:off x="2382904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27"/>
            <p:cNvSpPr/>
            <p:nvPr/>
          </p:nvSpPr>
          <p:spPr>
            <a:xfrm>
              <a:off x="2471691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27"/>
            <p:cNvSpPr/>
            <p:nvPr/>
          </p:nvSpPr>
          <p:spPr>
            <a:xfrm>
              <a:off x="2027752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27"/>
            <p:cNvSpPr/>
            <p:nvPr/>
          </p:nvSpPr>
          <p:spPr>
            <a:xfrm>
              <a:off x="2116540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27"/>
            <p:cNvSpPr/>
            <p:nvPr/>
          </p:nvSpPr>
          <p:spPr>
            <a:xfrm>
              <a:off x="2205328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27"/>
            <p:cNvSpPr/>
            <p:nvPr/>
          </p:nvSpPr>
          <p:spPr>
            <a:xfrm>
              <a:off x="2294116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27"/>
            <p:cNvSpPr/>
            <p:nvPr/>
          </p:nvSpPr>
          <p:spPr>
            <a:xfrm>
              <a:off x="2382904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27"/>
            <p:cNvSpPr/>
            <p:nvPr/>
          </p:nvSpPr>
          <p:spPr>
            <a:xfrm>
              <a:off x="2471691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27"/>
            <p:cNvSpPr/>
            <p:nvPr/>
          </p:nvSpPr>
          <p:spPr>
            <a:xfrm>
              <a:off x="2027752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27"/>
            <p:cNvSpPr/>
            <p:nvPr/>
          </p:nvSpPr>
          <p:spPr>
            <a:xfrm>
              <a:off x="2116540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27"/>
            <p:cNvSpPr/>
            <p:nvPr/>
          </p:nvSpPr>
          <p:spPr>
            <a:xfrm>
              <a:off x="2205328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27"/>
            <p:cNvSpPr/>
            <p:nvPr/>
          </p:nvSpPr>
          <p:spPr>
            <a:xfrm>
              <a:off x="2294116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27"/>
            <p:cNvSpPr/>
            <p:nvPr/>
          </p:nvSpPr>
          <p:spPr>
            <a:xfrm>
              <a:off x="2382904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27"/>
            <p:cNvSpPr/>
            <p:nvPr/>
          </p:nvSpPr>
          <p:spPr>
            <a:xfrm>
              <a:off x="2471691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27"/>
            <p:cNvSpPr/>
            <p:nvPr/>
          </p:nvSpPr>
          <p:spPr>
            <a:xfrm>
              <a:off x="2027752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27"/>
            <p:cNvSpPr/>
            <p:nvPr/>
          </p:nvSpPr>
          <p:spPr>
            <a:xfrm>
              <a:off x="2116540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27"/>
            <p:cNvSpPr/>
            <p:nvPr/>
          </p:nvSpPr>
          <p:spPr>
            <a:xfrm>
              <a:off x="2205328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27"/>
            <p:cNvSpPr/>
            <p:nvPr/>
          </p:nvSpPr>
          <p:spPr>
            <a:xfrm>
              <a:off x="2294116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27"/>
            <p:cNvSpPr/>
            <p:nvPr/>
          </p:nvSpPr>
          <p:spPr>
            <a:xfrm>
              <a:off x="2382904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27"/>
            <p:cNvSpPr/>
            <p:nvPr/>
          </p:nvSpPr>
          <p:spPr>
            <a:xfrm>
              <a:off x="2471691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27"/>
            <p:cNvSpPr/>
            <p:nvPr/>
          </p:nvSpPr>
          <p:spPr>
            <a:xfrm>
              <a:off x="2027752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27"/>
            <p:cNvSpPr/>
            <p:nvPr/>
          </p:nvSpPr>
          <p:spPr>
            <a:xfrm>
              <a:off x="2116540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27"/>
            <p:cNvSpPr/>
            <p:nvPr/>
          </p:nvSpPr>
          <p:spPr>
            <a:xfrm>
              <a:off x="2205328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27"/>
            <p:cNvSpPr/>
            <p:nvPr/>
          </p:nvSpPr>
          <p:spPr>
            <a:xfrm>
              <a:off x="2294116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27"/>
            <p:cNvSpPr/>
            <p:nvPr/>
          </p:nvSpPr>
          <p:spPr>
            <a:xfrm>
              <a:off x="2382904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27"/>
            <p:cNvSpPr/>
            <p:nvPr/>
          </p:nvSpPr>
          <p:spPr>
            <a:xfrm>
              <a:off x="2471691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27"/>
            <p:cNvSpPr/>
            <p:nvPr/>
          </p:nvSpPr>
          <p:spPr>
            <a:xfrm>
              <a:off x="2027752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27"/>
            <p:cNvSpPr/>
            <p:nvPr/>
          </p:nvSpPr>
          <p:spPr>
            <a:xfrm>
              <a:off x="2116540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27"/>
            <p:cNvSpPr/>
            <p:nvPr/>
          </p:nvSpPr>
          <p:spPr>
            <a:xfrm>
              <a:off x="2205328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27"/>
            <p:cNvSpPr/>
            <p:nvPr/>
          </p:nvSpPr>
          <p:spPr>
            <a:xfrm>
              <a:off x="2294116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27"/>
            <p:cNvSpPr/>
            <p:nvPr/>
          </p:nvSpPr>
          <p:spPr>
            <a:xfrm>
              <a:off x="2382904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27"/>
            <p:cNvSpPr/>
            <p:nvPr/>
          </p:nvSpPr>
          <p:spPr>
            <a:xfrm>
              <a:off x="2471691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27"/>
            <p:cNvSpPr/>
            <p:nvPr/>
          </p:nvSpPr>
          <p:spPr>
            <a:xfrm>
              <a:off x="2027752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27"/>
            <p:cNvSpPr/>
            <p:nvPr/>
          </p:nvSpPr>
          <p:spPr>
            <a:xfrm>
              <a:off x="2116540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27"/>
            <p:cNvSpPr/>
            <p:nvPr/>
          </p:nvSpPr>
          <p:spPr>
            <a:xfrm>
              <a:off x="2205328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27"/>
            <p:cNvSpPr/>
            <p:nvPr/>
          </p:nvSpPr>
          <p:spPr>
            <a:xfrm>
              <a:off x="2294116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27"/>
            <p:cNvSpPr/>
            <p:nvPr/>
          </p:nvSpPr>
          <p:spPr>
            <a:xfrm>
              <a:off x="2382904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27"/>
            <p:cNvSpPr/>
            <p:nvPr/>
          </p:nvSpPr>
          <p:spPr>
            <a:xfrm>
              <a:off x="2471691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27"/>
            <p:cNvSpPr/>
            <p:nvPr/>
          </p:nvSpPr>
          <p:spPr>
            <a:xfrm>
              <a:off x="2027752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27"/>
            <p:cNvSpPr/>
            <p:nvPr/>
          </p:nvSpPr>
          <p:spPr>
            <a:xfrm>
              <a:off x="2116540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27"/>
            <p:cNvSpPr/>
            <p:nvPr/>
          </p:nvSpPr>
          <p:spPr>
            <a:xfrm>
              <a:off x="2205328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27"/>
            <p:cNvSpPr/>
            <p:nvPr/>
          </p:nvSpPr>
          <p:spPr>
            <a:xfrm>
              <a:off x="2294116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27"/>
            <p:cNvSpPr/>
            <p:nvPr/>
          </p:nvSpPr>
          <p:spPr>
            <a:xfrm>
              <a:off x="2382904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27"/>
            <p:cNvSpPr/>
            <p:nvPr/>
          </p:nvSpPr>
          <p:spPr>
            <a:xfrm>
              <a:off x="2471691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27"/>
            <p:cNvSpPr/>
            <p:nvPr/>
          </p:nvSpPr>
          <p:spPr>
            <a:xfrm>
              <a:off x="2027752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27"/>
            <p:cNvSpPr/>
            <p:nvPr/>
          </p:nvSpPr>
          <p:spPr>
            <a:xfrm>
              <a:off x="2116540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27"/>
            <p:cNvSpPr/>
            <p:nvPr/>
          </p:nvSpPr>
          <p:spPr>
            <a:xfrm>
              <a:off x="2205328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27"/>
            <p:cNvSpPr/>
            <p:nvPr/>
          </p:nvSpPr>
          <p:spPr>
            <a:xfrm>
              <a:off x="2294116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27"/>
            <p:cNvSpPr/>
            <p:nvPr/>
          </p:nvSpPr>
          <p:spPr>
            <a:xfrm>
              <a:off x="2382904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27"/>
            <p:cNvSpPr/>
            <p:nvPr/>
          </p:nvSpPr>
          <p:spPr>
            <a:xfrm>
              <a:off x="2471691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27"/>
            <p:cNvSpPr/>
            <p:nvPr/>
          </p:nvSpPr>
          <p:spPr>
            <a:xfrm>
              <a:off x="2560479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27"/>
            <p:cNvSpPr/>
            <p:nvPr/>
          </p:nvSpPr>
          <p:spPr>
            <a:xfrm>
              <a:off x="2560479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27"/>
            <p:cNvSpPr/>
            <p:nvPr/>
          </p:nvSpPr>
          <p:spPr>
            <a:xfrm>
              <a:off x="2560479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27"/>
            <p:cNvSpPr/>
            <p:nvPr/>
          </p:nvSpPr>
          <p:spPr>
            <a:xfrm>
              <a:off x="2560479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27"/>
            <p:cNvSpPr/>
            <p:nvPr/>
          </p:nvSpPr>
          <p:spPr>
            <a:xfrm>
              <a:off x="2560479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27"/>
            <p:cNvSpPr/>
            <p:nvPr/>
          </p:nvSpPr>
          <p:spPr>
            <a:xfrm>
              <a:off x="2560479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27"/>
            <p:cNvSpPr/>
            <p:nvPr/>
          </p:nvSpPr>
          <p:spPr>
            <a:xfrm>
              <a:off x="2560479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27"/>
            <p:cNvSpPr/>
            <p:nvPr/>
          </p:nvSpPr>
          <p:spPr>
            <a:xfrm>
              <a:off x="2560479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27"/>
            <p:cNvSpPr/>
            <p:nvPr/>
          </p:nvSpPr>
          <p:spPr>
            <a:xfrm>
              <a:off x="2560479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27"/>
            <p:cNvSpPr/>
            <p:nvPr/>
          </p:nvSpPr>
          <p:spPr>
            <a:xfrm>
              <a:off x="2560479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27"/>
            <p:cNvSpPr/>
            <p:nvPr/>
          </p:nvSpPr>
          <p:spPr>
            <a:xfrm>
              <a:off x="2560479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27"/>
            <p:cNvSpPr/>
            <p:nvPr/>
          </p:nvSpPr>
          <p:spPr>
            <a:xfrm>
              <a:off x="2560479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27"/>
            <p:cNvSpPr/>
            <p:nvPr/>
          </p:nvSpPr>
          <p:spPr>
            <a:xfrm>
              <a:off x="2560479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27"/>
            <p:cNvSpPr/>
            <p:nvPr/>
          </p:nvSpPr>
          <p:spPr>
            <a:xfrm>
              <a:off x="2649267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27"/>
            <p:cNvSpPr/>
            <p:nvPr/>
          </p:nvSpPr>
          <p:spPr>
            <a:xfrm>
              <a:off x="2649267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27"/>
            <p:cNvSpPr/>
            <p:nvPr/>
          </p:nvSpPr>
          <p:spPr>
            <a:xfrm>
              <a:off x="2649267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27"/>
            <p:cNvSpPr/>
            <p:nvPr/>
          </p:nvSpPr>
          <p:spPr>
            <a:xfrm>
              <a:off x="2649267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27"/>
            <p:cNvSpPr/>
            <p:nvPr/>
          </p:nvSpPr>
          <p:spPr>
            <a:xfrm>
              <a:off x="2649267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27"/>
            <p:cNvSpPr/>
            <p:nvPr/>
          </p:nvSpPr>
          <p:spPr>
            <a:xfrm>
              <a:off x="2649267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27"/>
            <p:cNvSpPr/>
            <p:nvPr/>
          </p:nvSpPr>
          <p:spPr>
            <a:xfrm>
              <a:off x="2649267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27"/>
            <p:cNvSpPr/>
            <p:nvPr/>
          </p:nvSpPr>
          <p:spPr>
            <a:xfrm>
              <a:off x="2649267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27"/>
            <p:cNvSpPr/>
            <p:nvPr/>
          </p:nvSpPr>
          <p:spPr>
            <a:xfrm>
              <a:off x="2649267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27"/>
            <p:cNvSpPr/>
            <p:nvPr/>
          </p:nvSpPr>
          <p:spPr>
            <a:xfrm>
              <a:off x="2649267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27"/>
            <p:cNvSpPr/>
            <p:nvPr/>
          </p:nvSpPr>
          <p:spPr>
            <a:xfrm>
              <a:off x="2649267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27"/>
            <p:cNvSpPr/>
            <p:nvPr/>
          </p:nvSpPr>
          <p:spPr>
            <a:xfrm>
              <a:off x="2649267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27"/>
            <p:cNvSpPr/>
            <p:nvPr/>
          </p:nvSpPr>
          <p:spPr>
            <a:xfrm>
              <a:off x="2649267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27"/>
            <p:cNvSpPr/>
            <p:nvPr/>
          </p:nvSpPr>
          <p:spPr>
            <a:xfrm>
              <a:off x="2738055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27"/>
            <p:cNvSpPr/>
            <p:nvPr/>
          </p:nvSpPr>
          <p:spPr>
            <a:xfrm>
              <a:off x="2738055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27"/>
            <p:cNvSpPr/>
            <p:nvPr/>
          </p:nvSpPr>
          <p:spPr>
            <a:xfrm>
              <a:off x="2738055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27"/>
            <p:cNvSpPr/>
            <p:nvPr/>
          </p:nvSpPr>
          <p:spPr>
            <a:xfrm>
              <a:off x="2738055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27"/>
            <p:cNvSpPr/>
            <p:nvPr/>
          </p:nvSpPr>
          <p:spPr>
            <a:xfrm>
              <a:off x="2738055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27"/>
            <p:cNvSpPr/>
            <p:nvPr/>
          </p:nvSpPr>
          <p:spPr>
            <a:xfrm>
              <a:off x="2738055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27"/>
            <p:cNvSpPr/>
            <p:nvPr/>
          </p:nvSpPr>
          <p:spPr>
            <a:xfrm>
              <a:off x="2738055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27"/>
            <p:cNvSpPr/>
            <p:nvPr/>
          </p:nvSpPr>
          <p:spPr>
            <a:xfrm>
              <a:off x="2738055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27"/>
            <p:cNvSpPr/>
            <p:nvPr/>
          </p:nvSpPr>
          <p:spPr>
            <a:xfrm>
              <a:off x="2738055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27"/>
            <p:cNvSpPr/>
            <p:nvPr/>
          </p:nvSpPr>
          <p:spPr>
            <a:xfrm>
              <a:off x="2738055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27"/>
            <p:cNvSpPr/>
            <p:nvPr/>
          </p:nvSpPr>
          <p:spPr>
            <a:xfrm>
              <a:off x="2738055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27"/>
            <p:cNvSpPr/>
            <p:nvPr/>
          </p:nvSpPr>
          <p:spPr>
            <a:xfrm>
              <a:off x="2738055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27"/>
            <p:cNvSpPr/>
            <p:nvPr/>
          </p:nvSpPr>
          <p:spPr>
            <a:xfrm>
              <a:off x="2738055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27"/>
            <p:cNvSpPr/>
            <p:nvPr/>
          </p:nvSpPr>
          <p:spPr>
            <a:xfrm>
              <a:off x="2826842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27"/>
            <p:cNvSpPr/>
            <p:nvPr/>
          </p:nvSpPr>
          <p:spPr>
            <a:xfrm>
              <a:off x="2826842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27"/>
            <p:cNvSpPr/>
            <p:nvPr/>
          </p:nvSpPr>
          <p:spPr>
            <a:xfrm>
              <a:off x="2826842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27"/>
            <p:cNvSpPr/>
            <p:nvPr/>
          </p:nvSpPr>
          <p:spPr>
            <a:xfrm>
              <a:off x="2826842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27"/>
            <p:cNvSpPr/>
            <p:nvPr/>
          </p:nvSpPr>
          <p:spPr>
            <a:xfrm>
              <a:off x="2826842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27"/>
            <p:cNvSpPr/>
            <p:nvPr/>
          </p:nvSpPr>
          <p:spPr>
            <a:xfrm>
              <a:off x="2826842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27"/>
            <p:cNvSpPr/>
            <p:nvPr/>
          </p:nvSpPr>
          <p:spPr>
            <a:xfrm>
              <a:off x="2826842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27"/>
            <p:cNvSpPr/>
            <p:nvPr/>
          </p:nvSpPr>
          <p:spPr>
            <a:xfrm>
              <a:off x="2826842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27"/>
            <p:cNvSpPr/>
            <p:nvPr/>
          </p:nvSpPr>
          <p:spPr>
            <a:xfrm>
              <a:off x="2826842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27"/>
            <p:cNvSpPr/>
            <p:nvPr/>
          </p:nvSpPr>
          <p:spPr>
            <a:xfrm>
              <a:off x="2826842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27"/>
            <p:cNvSpPr/>
            <p:nvPr/>
          </p:nvSpPr>
          <p:spPr>
            <a:xfrm>
              <a:off x="2826842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27"/>
            <p:cNvSpPr/>
            <p:nvPr/>
          </p:nvSpPr>
          <p:spPr>
            <a:xfrm>
              <a:off x="2826842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27"/>
            <p:cNvSpPr/>
            <p:nvPr/>
          </p:nvSpPr>
          <p:spPr>
            <a:xfrm>
              <a:off x="2826842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27"/>
            <p:cNvSpPr/>
            <p:nvPr/>
          </p:nvSpPr>
          <p:spPr>
            <a:xfrm>
              <a:off x="2915630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27"/>
            <p:cNvSpPr/>
            <p:nvPr/>
          </p:nvSpPr>
          <p:spPr>
            <a:xfrm>
              <a:off x="2915630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27"/>
            <p:cNvSpPr/>
            <p:nvPr/>
          </p:nvSpPr>
          <p:spPr>
            <a:xfrm>
              <a:off x="2915630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27"/>
            <p:cNvSpPr/>
            <p:nvPr/>
          </p:nvSpPr>
          <p:spPr>
            <a:xfrm>
              <a:off x="2915630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27"/>
            <p:cNvSpPr/>
            <p:nvPr/>
          </p:nvSpPr>
          <p:spPr>
            <a:xfrm>
              <a:off x="2915630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27"/>
            <p:cNvSpPr/>
            <p:nvPr/>
          </p:nvSpPr>
          <p:spPr>
            <a:xfrm>
              <a:off x="2915630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27"/>
            <p:cNvSpPr/>
            <p:nvPr/>
          </p:nvSpPr>
          <p:spPr>
            <a:xfrm>
              <a:off x="2915630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27"/>
            <p:cNvSpPr/>
            <p:nvPr/>
          </p:nvSpPr>
          <p:spPr>
            <a:xfrm>
              <a:off x="2915630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27"/>
            <p:cNvSpPr/>
            <p:nvPr/>
          </p:nvSpPr>
          <p:spPr>
            <a:xfrm>
              <a:off x="2915630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27"/>
            <p:cNvSpPr/>
            <p:nvPr/>
          </p:nvSpPr>
          <p:spPr>
            <a:xfrm>
              <a:off x="2915630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27"/>
            <p:cNvSpPr/>
            <p:nvPr/>
          </p:nvSpPr>
          <p:spPr>
            <a:xfrm>
              <a:off x="2915630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27"/>
            <p:cNvSpPr/>
            <p:nvPr/>
          </p:nvSpPr>
          <p:spPr>
            <a:xfrm>
              <a:off x="2915630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27"/>
            <p:cNvSpPr/>
            <p:nvPr/>
          </p:nvSpPr>
          <p:spPr>
            <a:xfrm>
              <a:off x="2915630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27"/>
            <p:cNvSpPr/>
            <p:nvPr/>
          </p:nvSpPr>
          <p:spPr>
            <a:xfrm>
              <a:off x="3004418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27"/>
            <p:cNvSpPr/>
            <p:nvPr/>
          </p:nvSpPr>
          <p:spPr>
            <a:xfrm>
              <a:off x="3004418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27"/>
            <p:cNvSpPr/>
            <p:nvPr/>
          </p:nvSpPr>
          <p:spPr>
            <a:xfrm>
              <a:off x="3004418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27"/>
            <p:cNvSpPr/>
            <p:nvPr/>
          </p:nvSpPr>
          <p:spPr>
            <a:xfrm>
              <a:off x="3004418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27"/>
            <p:cNvSpPr/>
            <p:nvPr/>
          </p:nvSpPr>
          <p:spPr>
            <a:xfrm>
              <a:off x="3004418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27"/>
            <p:cNvSpPr/>
            <p:nvPr/>
          </p:nvSpPr>
          <p:spPr>
            <a:xfrm>
              <a:off x="3004418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27"/>
            <p:cNvSpPr/>
            <p:nvPr/>
          </p:nvSpPr>
          <p:spPr>
            <a:xfrm>
              <a:off x="3004418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27"/>
            <p:cNvSpPr/>
            <p:nvPr/>
          </p:nvSpPr>
          <p:spPr>
            <a:xfrm>
              <a:off x="3004418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27"/>
            <p:cNvSpPr/>
            <p:nvPr/>
          </p:nvSpPr>
          <p:spPr>
            <a:xfrm>
              <a:off x="3004418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27"/>
            <p:cNvSpPr/>
            <p:nvPr/>
          </p:nvSpPr>
          <p:spPr>
            <a:xfrm>
              <a:off x="3004418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27"/>
            <p:cNvSpPr/>
            <p:nvPr/>
          </p:nvSpPr>
          <p:spPr>
            <a:xfrm>
              <a:off x="3004418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27"/>
            <p:cNvSpPr/>
            <p:nvPr/>
          </p:nvSpPr>
          <p:spPr>
            <a:xfrm>
              <a:off x="3004418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27"/>
            <p:cNvSpPr/>
            <p:nvPr/>
          </p:nvSpPr>
          <p:spPr>
            <a:xfrm>
              <a:off x="3004418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27"/>
            <p:cNvSpPr/>
            <p:nvPr/>
          </p:nvSpPr>
          <p:spPr>
            <a:xfrm>
              <a:off x="3093206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27"/>
            <p:cNvSpPr/>
            <p:nvPr/>
          </p:nvSpPr>
          <p:spPr>
            <a:xfrm>
              <a:off x="3093206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27"/>
            <p:cNvSpPr/>
            <p:nvPr/>
          </p:nvSpPr>
          <p:spPr>
            <a:xfrm>
              <a:off x="3093206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27"/>
            <p:cNvSpPr/>
            <p:nvPr/>
          </p:nvSpPr>
          <p:spPr>
            <a:xfrm>
              <a:off x="3093206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27"/>
            <p:cNvSpPr/>
            <p:nvPr/>
          </p:nvSpPr>
          <p:spPr>
            <a:xfrm>
              <a:off x="3093206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27"/>
            <p:cNvSpPr/>
            <p:nvPr/>
          </p:nvSpPr>
          <p:spPr>
            <a:xfrm>
              <a:off x="3093206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27"/>
            <p:cNvSpPr/>
            <p:nvPr/>
          </p:nvSpPr>
          <p:spPr>
            <a:xfrm>
              <a:off x="3093206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27"/>
            <p:cNvSpPr/>
            <p:nvPr/>
          </p:nvSpPr>
          <p:spPr>
            <a:xfrm>
              <a:off x="3093206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27"/>
            <p:cNvSpPr/>
            <p:nvPr/>
          </p:nvSpPr>
          <p:spPr>
            <a:xfrm>
              <a:off x="3093206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27"/>
            <p:cNvSpPr/>
            <p:nvPr/>
          </p:nvSpPr>
          <p:spPr>
            <a:xfrm>
              <a:off x="3093206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27"/>
            <p:cNvSpPr/>
            <p:nvPr/>
          </p:nvSpPr>
          <p:spPr>
            <a:xfrm>
              <a:off x="3093206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27"/>
            <p:cNvSpPr/>
            <p:nvPr/>
          </p:nvSpPr>
          <p:spPr>
            <a:xfrm>
              <a:off x="3093206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27"/>
            <p:cNvSpPr/>
            <p:nvPr/>
          </p:nvSpPr>
          <p:spPr>
            <a:xfrm>
              <a:off x="3093206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27"/>
            <p:cNvSpPr/>
            <p:nvPr/>
          </p:nvSpPr>
          <p:spPr>
            <a:xfrm>
              <a:off x="3181993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27"/>
            <p:cNvSpPr/>
            <p:nvPr/>
          </p:nvSpPr>
          <p:spPr>
            <a:xfrm>
              <a:off x="3181993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27"/>
            <p:cNvSpPr/>
            <p:nvPr/>
          </p:nvSpPr>
          <p:spPr>
            <a:xfrm>
              <a:off x="3181993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27"/>
            <p:cNvSpPr/>
            <p:nvPr/>
          </p:nvSpPr>
          <p:spPr>
            <a:xfrm>
              <a:off x="3181993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27"/>
            <p:cNvSpPr/>
            <p:nvPr/>
          </p:nvSpPr>
          <p:spPr>
            <a:xfrm>
              <a:off x="3181993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27"/>
            <p:cNvSpPr/>
            <p:nvPr/>
          </p:nvSpPr>
          <p:spPr>
            <a:xfrm>
              <a:off x="3181993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27"/>
            <p:cNvSpPr/>
            <p:nvPr/>
          </p:nvSpPr>
          <p:spPr>
            <a:xfrm>
              <a:off x="3181993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27"/>
            <p:cNvSpPr/>
            <p:nvPr/>
          </p:nvSpPr>
          <p:spPr>
            <a:xfrm>
              <a:off x="3181993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27"/>
            <p:cNvSpPr/>
            <p:nvPr/>
          </p:nvSpPr>
          <p:spPr>
            <a:xfrm>
              <a:off x="3181993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27"/>
            <p:cNvSpPr/>
            <p:nvPr/>
          </p:nvSpPr>
          <p:spPr>
            <a:xfrm>
              <a:off x="3181993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27"/>
            <p:cNvSpPr/>
            <p:nvPr/>
          </p:nvSpPr>
          <p:spPr>
            <a:xfrm>
              <a:off x="3181993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27"/>
            <p:cNvSpPr/>
            <p:nvPr/>
          </p:nvSpPr>
          <p:spPr>
            <a:xfrm>
              <a:off x="3181993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27"/>
            <p:cNvSpPr/>
            <p:nvPr/>
          </p:nvSpPr>
          <p:spPr>
            <a:xfrm>
              <a:off x="3181993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27"/>
            <p:cNvSpPr/>
            <p:nvPr/>
          </p:nvSpPr>
          <p:spPr>
            <a:xfrm>
              <a:off x="3270781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27"/>
            <p:cNvSpPr/>
            <p:nvPr/>
          </p:nvSpPr>
          <p:spPr>
            <a:xfrm>
              <a:off x="3270781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27"/>
            <p:cNvSpPr/>
            <p:nvPr/>
          </p:nvSpPr>
          <p:spPr>
            <a:xfrm>
              <a:off x="3270781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27"/>
            <p:cNvSpPr/>
            <p:nvPr/>
          </p:nvSpPr>
          <p:spPr>
            <a:xfrm>
              <a:off x="3270781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27"/>
            <p:cNvSpPr/>
            <p:nvPr/>
          </p:nvSpPr>
          <p:spPr>
            <a:xfrm>
              <a:off x="3270781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27"/>
            <p:cNvSpPr/>
            <p:nvPr/>
          </p:nvSpPr>
          <p:spPr>
            <a:xfrm>
              <a:off x="3270781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27"/>
            <p:cNvSpPr/>
            <p:nvPr/>
          </p:nvSpPr>
          <p:spPr>
            <a:xfrm>
              <a:off x="3270781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27"/>
            <p:cNvSpPr/>
            <p:nvPr/>
          </p:nvSpPr>
          <p:spPr>
            <a:xfrm>
              <a:off x="3270781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27"/>
            <p:cNvSpPr/>
            <p:nvPr/>
          </p:nvSpPr>
          <p:spPr>
            <a:xfrm>
              <a:off x="3270781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27"/>
            <p:cNvSpPr/>
            <p:nvPr/>
          </p:nvSpPr>
          <p:spPr>
            <a:xfrm>
              <a:off x="3270781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27"/>
            <p:cNvSpPr/>
            <p:nvPr/>
          </p:nvSpPr>
          <p:spPr>
            <a:xfrm>
              <a:off x="3270781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27"/>
            <p:cNvSpPr/>
            <p:nvPr/>
          </p:nvSpPr>
          <p:spPr>
            <a:xfrm>
              <a:off x="3270781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27"/>
            <p:cNvSpPr/>
            <p:nvPr/>
          </p:nvSpPr>
          <p:spPr>
            <a:xfrm>
              <a:off x="3270781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27"/>
            <p:cNvSpPr/>
            <p:nvPr/>
          </p:nvSpPr>
          <p:spPr>
            <a:xfrm>
              <a:off x="3359569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27"/>
            <p:cNvSpPr/>
            <p:nvPr/>
          </p:nvSpPr>
          <p:spPr>
            <a:xfrm>
              <a:off x="3359569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27"/>
            <p:cNvSpPr/>
            <p:nvPr/>
          </p:nvSpPr>
          <p:spPr>
            <a:xfrm>
              <a:off x="3359569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27"/>
            <p:cNvSpPr/>
            <p:nvPr/>
          </p:nvSpPr>
          <p:spPr>
            <a:xfrm>
              <a:off x="3359569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27"/>
            <p:cNvSpPr/>
            <p:nvPr/>
          </p:nvSpPr>
          <p:spPr>
            <a:xfrm>
              <a:off x="3359569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27"/>
            <p:cNvSpPr/>
            <p:nvPr/>
          </p:nvSpPr>
          <p:spPr>
            <a:xfrm>
              <a:off x="3359569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27"/>
            <p:cNvSpPr/>
            <p:nvPr/>
          </p:nvSpPr>
          <p:spPr>
            <a:xfrm>
              <a:off x="3359569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27"/>
            <p:cNvSpPr/>
            <p:nvPr/>
          </p:nvSpPr>
          <p:spPr>
            <a:xfrm>
              <a:off x="3359569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27"/>
            <p:cNvSpPr/>
            <p:nvPr/>
          </p:nvSpPr>
          <p:spPr>
            <a:xfrm>
              <a:off x="3359569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27"/>
            <p:cNvSpPr/>
            <p:nvPr/>
          </p:nvSpPr>
          <p:spPr>
            <a:xfrm>
              <a:off x="3359569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27"/>
            <p:cNvSpPr/>
            <p:nvPr/>
          </p:nvSpPr>
          <p:spPr>
            <a:xfrm>
              <a:off x="3359569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27"/>
            <p:cNvSpPr/>
            <p:nvPr/>
          </p:nvSpPr>
          <p:spPr>
            <a:xfrm>
              <a:off x="3359569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27"/>
            <p:cNvSpPr/>
            <p:nvPr/>
          </p:nvSpPr>
          <p:spPr>
            <a:xfrm>
              <a:off x="3359569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27"/>
            <p:cNvSpPr/>
            <p:nvPr/>
          </p:nvSpPr>
          <p:spPr>
            <a:xfrm>
              <a:off x="3448357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27"/>
            <p:cNvSpPr/>
            <p:nvPr/>
          </p:nvSpPr>
          <p:spPr>
            <a:xfrm>
              <a:off x="3448357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27"/>
            <p:cNvSpPr/>
            <p:nvPr/>
          </p:nvSpPr>
          <p:spPr>
            <a:xfrm>
              <a:off x="3448357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27"/>
            <p:cNvSpPr/>
            <p:nvPr/>
          </p:nvSpPr>
          <p:spPr>
            <a:xfrm>
              <a:off x="3448357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27"/>
            <p:cNvSpPr/>
            <p:nvPr/>
          </p:nvSpPr>
          <p:spPr>
            <a:xfrm>
              <a:off x="3448357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27"/>
            <p:cNvSpPr/>
            <p:nvPr/>
          </p:nvSpPr>
          <p:spPr>
            <a:xfrm>
              <a:off x="3448357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27"/>
            <p:cNvSpPr/>
            <p:nvPr/>
          </p:nvSpPr>
          <p:spPr>
            <a:xfrm>
              <a:off x="3448357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27"/>
            <p:cNvSpPr/>
            <p:nvPr/>
          </p:nvSpPr>
          <p:spPr>
            <a:xfrm>
              <a:off x="3448357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27"/>
            <p:cNvSpPr/>
            <p:nvPr/>
          </p:nvSpPr>
          <p:spPr>
            <a:xfrm>
              <a:off x="3448357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27"/>
            <p:cNvSpPr/>
            <p:nvPr/>
          </p:nvSpPr>
          <p:spPr>
            <a:xfrm>
              <a:off x="3448357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27"/>
            <p:cNvSpPr/>
            <p:nvPr/>
          </p:nvSpPr>
          <p:spPr>
            <a:xfrm>
              <a:off x="3448357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27"/>
            <p:cNvSpPr/>
            <p:nvPr/>
          </p:nvSpPr>
          <p:spPr>
            <a:xfrm>
              <a:off x="3448357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27"/>
            <p:cNvSpPr/>
            <p:nvPr/>
          </p:nvSpPr>
          <p:spPr>
            <a:xfrm>
              <a:off x="3448357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27"/>
            <p:cNvSpPr/>
            <p:nvPr/>
          </p:nvSpPr>
          <p:spPr>
            <a:xfrm>
              <a:off x="3537144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27"/>
            <p:cNvSpPr/>
            <p:nvPr/>
          </p:nvSpPr>
          <p:spPr>
            <a:xfrm>
              <a:off x="3537144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27"/>
            <p:cNvSpPr/>
            <p:nvPr/>
          </p:nvSpPr>
          <p:spPr>
            <a:xfrm>
              <a:off x="3537144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27"/>
            <p:cNvSpPr/>
            <p:nvPr/>
          </p:nvSpPr>
          <p:spPr>
            <a:xfrm>
              <a:off x="3537144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27"/>
            <p:cNvSpPr/>
            <p:nvPr/>
          </p:nvSpPr>
          <p:spPr>
            <a:xfrm>
              <a:off x="3537144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27"/>
            <p:cNvSpPr/>
            <p:nvPr/>
          </p:nvSpPr>
          <p:spPr>
            <a:xfrm>
              <a:off x="3537144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27"/>
            <p:cNvSpPr/>
            <p:nvPr/>
          </p:nvSpPr>
          <p:spPr>
            <a:xfrm>
              <a:off x="3537144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27"/>
            <p:cNvSpPr/>
            <p:nvPr/>
          </p:nvSpPr>
          <p:spPr>
            <a:xfrm>
              <a:off x="3537144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27"/>
            <p:cNvSpPr/>
            <p:nvPr/>
          </p:nvSpPr>
          <p:spPr>
            <a:xfrm>
              <a:off x="3537144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27"/>
            <p:cNvSpPr/>
            <p:nvPr/>
          </p:nvSpPr>
          <p:spPr>
            <a:xfrm>
              <a:off x="3537144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27"/>
            <p:cNvSpPr/>
            <p:nvPr/>
          </p:nvSpPr>
          <p:spPr>
            <a:xfrm>
              <a:off x="3537144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27"/>
            <p:cNvSpPr/>
            <p:nvPr/>
          </p:nvSpPr>
          <p:spPr>
            <a:xfrm>
              <a:off x="3537144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27"/>
            <p:cNvSpPr/>
            <p:nvPr/>
          </p:nvSpPr>
          <p:spPr>
            <a:xfrm>
              <a:off x="3537144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27"/>
            <p:cNvSpPr/>
            <p:nvPr/>
          </p:nvSpPr>
          <p:spPr>
            <a:xfrm>
              <a:off x="3625932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27"/>
            <p:cNvSpPr/>
            <p:nvPr/>
          </p:nvSpPr>
          <p:spPr>
            <a:xfrm>
              <a:off x="3625932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27"/>
            <p:cNvSpPr/>
            <p:nvPr/>
          </p:nvSpPr>
          <p:spPr>
            <a:xfrm>
              <a:off x="3625932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27"/>
            <p:cNvSpPr/>
            <p:nvPr/>
          </p:nvSpPr>
          <p:spPr>
            <a:xfrm>
              <a:off x="3625932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27"/>
            <p:cNvSpPr/>
            <p:nvPr/>
          </p:nvSpPr>
          <p:spPr>
            <a:xfrm>
              <a:off x="3625932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27"/>
            <p:cNvSpPr/>
            <p:nvPr/>
          </p:nvSpPr>
          <p:spPr>
            <a:xfrm>
              <a:off x="3625932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27"/>
            <p:cNvSpPr/>
            <p:nvPr/>
          </p:nvSpPr>
          <p:spPr>
            <a:xfrm>
              <a:off x="3625932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27"/>
            <p:cNvSpPr/>
            <p:nvPr/>
          </p:nvSpPr>
          <p:spPr>
            <a:xfrm>
              <a:off x="3625932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27"/>
            <p:cNvSpPr/>
            <p:nvPr/>
          </p:nvSpPr>
          <p:spPr>
            <a:xfrm>
              <a:off x="3625932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27"/>
            <p:cNvSpPr/>
            <p:nvPr/>
          </p:nvSpPr>
          <p:spPr>
            <a:xfrm>
              <a:off x="3625932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27"/>
            <p:cNvSpPr/>
            <p:nvPr/>
          </p:nvSpPr>
          <p:spPr>
            <a:xfrm>
              <a:off x="3625932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27"/>
            <p:cNvSpPr/>
            <p:nvPr/>
          </p:nvSpPr>
          <p:spPr>
            <a:xfrm>
              <a:off x="3625932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27"/>
            <p:cNvSpPr/>
            <p:nvPr/>
          </p:nvSpPr>
          <p:spPr>
            <a:xfrm>
              <a:off x="3625932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27"/>
            <p:cNvSpPr/>
            <p:nvPr/>
          </p:nvSpPr>
          <p:spPr>
            <a:xfrm>
              <a:off x="3714720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27"/>
            <p:cNvSpPr/>
            <p:nvPr/>
          </p:nvSpPr>
          <p:spPr>
            <a:xfrm>
              <a:off x="3714720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27"/>
            <p:cNvSpPr/>
            <p:nvPr/>
          </p:nvSpPr>
          <p:spPr>
            <a:xfrm>
              <a:off x="3714720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27"/>
            <p:cNvSpPr/>
            <p:nvPr/>
          </p:nvSpPr>
          <p:spPr>
            <a:xfrm>
              <a:off x="3714720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27"/>
            <p:cNvSpPr/>
            <p:nvPr/>
          </p:nvSpPr>
          <p:spPr>
            <a:xfrm>
              <a:off x="3714720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27"/>
            <p:cNvSpPr/>
            <p:nvPr/>
          </p:nvSpPr>
          <p:spPr>
            <a:xfrm>
              <a:off x="3714720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27"/>
            <p:cNvSpPr/>
            <p:nvPr/>
          </p:nvSpPr>
          <p:spPr>
            <a:xfrm>
              <a:off x="3714720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27"/>
            <p:cNvSpPr/>
            <p:nvPr/>
          </p:nvSpPr>
          <p:spPr>
            <a:xfrm>
              <a:off x="3714720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27"/>
            <p:cNvSpPr/>
            <p:nvPr/>
          </p:nvSpPr>
          <p:spPr>
            <a:xfrm>
              <a:off x="3714720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27"/>
            <p:cNvSpPr/>
            <p:nvPr/>
          </p:nvSpPr>
          <p:spPr>
            <a:xfrm>
              <a:off x="3714720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27"/>
            <p:cNvSpPr/>
            <p:nvPr/>
          </p:nvSpPr>
          <p:spPr>
            <a:xfrm>
              <a:off x="3714720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27"/>
            <p:cNvSpPr/>
            <p:nvPr/>
          </p:nvSpPr>
          <p:spPr>
            <a:xfrm>
              <a:off x="3714720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27"/>
            <p:cNvSpPr/>
            <p:nvPr/>
          </p:nvSpPr>
          <p:spPr>
            <a:xfrm>
              <a:off x="3714720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27"/>
            <p:cNvSpPr/>
            <p:nvPr/>
          </p:nvSpPr>
          <p:spPr>
            <a:xfrm>
              <a:off x="3803508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27"/>
            <p:cNvSpPr/>
            <p:nvPr/>
          </p:nvSpPr>
          <p:spPr>
            <a:xfrm>
              <a:off x="3803508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27"/>
            <p:cNvSpPr/>
            <p:nvPr/>
          </p:nvSpPr>
          <p:spPr>
            <a:xfrm>
              <a:off x="3803508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27"/>
            <p:cNvSpPr/>
            <p:nvPr/>
          </p:nvSpPr>
          <p:spPr>
            <a:xfrm>
              <a:off x="3803508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27"/>
            <p:cNvSpPr/>
            <p:nvPr/>
          </p:nvSpPr>
          <p:spPr>
            <a:xfrm>
              <a:off x="3803508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27"/>
            <p:cNvSpPr/>
            <p:nvPr/>
          </p:nvSpPr>
          <p:spPr>
            <a:xfrm>
              <a:off x="3803508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27"/>
            <p:cNvSpPr/>
            <p:nvPr/>
          </p:nvSpPr>
          <p:spPr>
            <a:xfrm>
              <a:off x="3803508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27"/>
            <p:cNvSpPr/>
            <p:nvPr/>
          </p:nvSpPr>
          <p:spPr>
            <a:xfrm>
              <a:off x="3803508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27"/>
            <p:cNvSpPr/>
            <p:nvPr/>
          </p:nvSpPr>
          <p:spPr>
            <a:xfrm>
              <a:off x="3803508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27"/>
            <p:cNvSpPr/>
            <p:nvPr/>
          </p:nvSpPr>
          <p:spPr>
            <a:xfrm>
              <a:off x="3803508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27"/>
            <p:cNvSpPr/>
            <p:nvPr/>
          </p:nvSpPr>
          <p:spPr>
            <a:xfrm>
              <a:off x="3803508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27"/>
            <p:cNvSpPr/>
            <p:nvPr/>
          </p:nvSpPr>
          <p:spPr>
            <a:xfrm>
              <a:off x="3803508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27"/>
            <p:cNvSpPr/>
            <p:nvPr/>
          </p:nvSpPr>
          <p:spPr>
            <a:xfrm>
              <a:off x="3803508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27"/>
            <p:cNvSpPr/>
            <p:nvPr/>
          </p:nvSpPr>
          <p:spPr>
            <a:xfrm>
              <a:off x="2027752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27"/>
            <p:cNvSpPr/>
            <p:nvPr/>
          </p:nvSpPr>
          <p:spPr>
            <a:xfrm>
              <a:off x="2116540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27"/>
            <p:cNvSpPr/>
            <p:nvPr/>
          </p:nvSpPr>
          <p:spPr>
            <a:xfrm>
              <a:off x="2205328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27"/>
            <p:cNvSpPr/>
            <p:nvPr/>
          </p:nvSpPr>
          <p:spPr>
            <a:xfrm>
              <a:off x="2294116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27"/>
            <p:cNvSpPr/>
            <p:nvPr/>
          </p:nvSpPr>
          <p:spPr>
            <a:xfrm>
              <a:off x="2382904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27"/>
            <p:cNvSpPr/>
            <p:nvPr/>
          </p:nvSpPr>
          <p:spPr>
            <a:xfrm>
              <a:off x="2471691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27"/>
            <p:cNvSpPr/>
            <p:nvPr/>
          </p:nvSpPr>
          <p:spPr>
            <a:xfrm>
              <a:off x="2560479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27"/>
            <p:cNvSpPr/>
            <p:nvPr/>
          </p:nvSpPr>
          <p:spPr>
            <a:xfrm>
              <a:off x="2649267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27"/>
            <p:cNvSpPr/>
            <p:nvPr/>
          </p:nvSpPr>
          <p:spPr>
            <a:xfrm>
              <a:off x="2738055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27"/>
            <p:cNvSpPr/>
            <p:nvPr/>
          </p:nvSpPr>
          <p:spPr>
            <a:xfrm>
              <a:off x="2826842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27"/>
            <p:cNvSpPr/>
            <p:nvPr/>
          </p:nvSpPr>
          <p:spPr>
            <a:xfrm>
              <a:off x="2915630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27"/>
            <p:cNvSpPr/>
            <p:nvPr/>
          </p:nvSpPr>
          <p:spPr>
            <a:xfrm>
              <a:off x="3004418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27"/>
            <p:cNvSpPr/>
            <p:nvPr/>
          </p:nvSpPr>
          <p:spPr>
            <a:xfrm>
              <a:off x="3093206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27"/>
            <p:cNvSpPr/>
            <p:nvPr/>
          </p:nvSpPr>
          <p:spPr>
            <a:xfrm>
              <a:off x="3181993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27"/>
            <p:cNvSpPr/>
            <p:nvPr/>
          </p:nvSpPr>
          <p:spPr>
            <a:xfrm>
              <a:off x="3270781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27"/>
            <p:cNvSpPr/>
            <p:nvPr/>
          </p:nvSpPr>
          <p:spPr>
            <a:xfrm>
              <a:off x="3359569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27"/>
            <p:cNvSpPr/>
            <p:nvPr/>
          </p:nvSpPr>
          <p:spPr>
            <a:xfrm>
              <a:off x="3448357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27"/>
            <p:cNvSpPr/>
            <p:nvPr/>
          </p:nvSpPr>
          <p:spPr>
            <a:xfrm>
              <a:off x="3537144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27"/>
            <p:cNvSpPr/>
            <p:nvPr/>
          </p:nvSpPr>
          <p:spPr>
            <a:xfrm>
              <a:off x="3625932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27"/>
            <p:cNvSpPr/>
            <p:nvPr/>
          </p:nvSpPr>
          <p:spPr>
            <a:xfrm>
              <a:off x="3714720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27"/>
            <p:cNvSpPr/>
            <p:nvPr/>
          </p:nvSpPr>
          <p:spPr>
            <a:xfrm>
              <a:off x="3803508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27"/>
            <p:cNvSpPr/>
            <p:nvPr/>
          </p:nvSpPr>
          <p:spPr>
            <a:xfrm>
              <a:off x="2027752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27"/>
            <p:cNvSpPr/>
            <p:nvPr/>
          </p:nvSpPr>
          <p:spPr>
            <a:xfrm>
              <a:off x="2116540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27"/>
            <p:cNvSpPr/>
            <p:nvPr/>
          </p:nvSpPr>
          <p:spPr>
            <a:xfrm>
              <a:off x="2205328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27"/>
            <p:cNvSpPr/>
            <p:nvPr/>
          </p:nvSpPr>
          <p:spPr>
            <a:xfrm>
              <a:off x="2294116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27"/>
            <p:cNvSpPr/>
            <p:nvPr/>
          </p:nvSpPr>
          <p:spPr>
            <a:xfrm>
              <a:off x="2382904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27"/>
            <p:cNvSpPr/>
            <p:nvPr/>
          </p:nvSpPr>
          <p:spPr>
            <a:xfrm>
              <a:off x="2471691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27"/>
            <p:cNvSpPr/>
            <p:nvPr/>
          </p:nvSpPr>
          <p:spPr>
            <a:xfrm>
              <a:off x="2560479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27"/>
            <p:cNvSpPr/>
            <p:nvPr/>
          </p:nvSpPr>
          <p:spPr>
            <a:xfrm>
              <a:off x="2649267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27"/>
            <p:cNvSpPr/>
            <p:nvPr/>
          </p:nvSpPr>
          <p:spPr>
            <a:xfrm>
              <a:off x="2738055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27"/>
            <p:cNvSpPr/>
            <p:nvPr/>
          </p:nvSpPr>
          <p:spPr>
            <a:xfrm>
              <a:off x="2826842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27"/>
            <p:cNvSpPr/>
            <p:nvPr/>
          </p:nvSpPr>
          <p:spPr>
            <a:xfrm>
              <a:off x="2915630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27"/>
            <p:cNvSpPr/>
            <p:nvPr/>
          </p:nvSpPr>
          <p:spPr>
            <a:xfrm>
              <a:off x="3004418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27"/>
            <p:cNvSpPr/>
            <p:nvPr/>
          </p:nvSpPr>
          <p:spPr>
            <a:xfrm>
              <a:off x="3093206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27"/>
            <p:cNvSpPr/>
            <p:nvPr/>
          </p:nvSpPr>
          <p:spPr>
            <a:xfrm>
              <a:off x="3181993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27"/>
            <p:cNvSpPr/>
            <p:nvPr/>
          </p:nvSpPr>
          <p:spPr>
            <a:xfrm>
              <a:off x="3270781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27"/>
            <p:cNvSpPr/>
            <p:nvPr/>
          </p:nvSpPr>
          <p:spPr>
            <a:xfrm>
              <a:off x="3359569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27"/>
            <p:cNvSpPr/>
            <p:nvPr/>
          </p:nvSpPr>
          <p:spPr>
            <a:xfrm>
              <a:off x="3448357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27"/>
            <p:cNvSpPr/>
            <p:nvPr/>
          </p:nvSpPr>
          <p:spPr>
            <a:xfrm>
              <a:off x="3537144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27"/>
            <p:cNvSpPr/>
            <p:nvPr/>
          </p:nvSpPr>
          <p:spPr>
            <a:xfrm>
              <a:off x="3625932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27"/>
            <p:cNvSpPr/>
            <p:nvPr/>
          </p:nvSpPr>
          <p:spPr>
            <a:xfrm>
              <a:off x="3714720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27"/>
            <p:cNvSpPr/>
            <p:nvPr/>
          </p:nvSpPr>
          <p:spPr>
            <a:xfrm>
              <a:off x="3803508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27"/>
            <p:cNvSpPr/>
            <p:nvPr/>
          </p:nvSpPr>
          <p:spPr>
            <a:xfrm>
              <a:off x="3895796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27"/>
            <p:cNvSpPr/>
            <p:nvPr/>
          </p:nvSpPr>
          <p:spPr>
            <a:xfrm>
              <a:off x="3895796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27"/>
            <p:cNvSpPr/>
            <p:nvPr/>
          </p:nvSpPr>
          <p:spPr>
            <a:xfrm>
              <a:off x="3895796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27"/>
            <p:cNvSpPr/>
            <p:nvPr/>
          </p:nvSpPr>
          <p:spPr>
            <a:xfrm>
              <a:off x="3895796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27"/>
            <p:cNvSpPr/>
            <p:nvPr/>
          </p:nvSpPr>
          <p:spPr>
            <a:xfrm>
              <a:off x="3895796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27"/>
            <p:cNvSpPr/>
            <p:nvPr/>
          </p:nvSpPr>
          <p:spPr>
            <a:xfrm>
              <a:off x="3895796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27"/>
            <p:cNvSpPr/>
            <p:nvPr/>
          </p:nvSpPr>
          <p:spPr>
            <a:xfrm>
              <a:off x="3895796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27"/>
            <p:cNvSpPr/>
            <p:nvPr/>
          </p:nvSpPr>
          <p:spPr>
            <a:xfrm>
              <a:off x="3895796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27"/>
            <p:cNvSpPr/>
            <p:nvPr/>
          </p:nvSpPr>
          <p:spPr>
            <a:xfrm>
              <a:off x="3895796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27"/>
            <p:cNvSpPr/>
            <p:nvPr/>
          </p:nvSpPr>
          <p:spPr>
            <a:xfrm>
              <a:off x="3895796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27"/>
            <p:cNvSpPr/>
            <p:nvPr/>
          </p:nvSpPr>
          <p:spPr>
            <a:xfrm>
              <a:off x="3895796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27"/>
            <p:cNvSpPr/>
            <p:nvPr/>
          </p:nvSpPr>
          <p:spPr>
            <a:xfrm>
              <a:off x="3895796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27"/>
            <p:cNvSpPr/>
            <p:nvPr/>
          </p:nvSpPr>
          <p:spPr>
            <a:xfrm>
              <a:off x="3895796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27"/>
            <p:cNvSpPr/>
            <p:nvPr/>
          </p:nvSpPr>
          <p:spPr>
            <a:xfrm>
              <a:off x="3895796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27"/>
            <p:cNvSpPr/>
            <p:nvPr/>
          </p:nvSpPr>
          <p:spPr>
            <a:xfrm>
              <a:off x="3895796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27"/>
            <p:cNvSpPr/>
            <p:nvPr/>
          </p:nvSpPr>
          <p:spPr>
            <a:xfrm>
              <a:off x="1938965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27"/>
            <p:cNvSpPr/>
            <p:nvPr/>
          </p:nvSpPr>
          <p:spPr>
            <a:xfrm>
              <a:off x="1938965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27"/>
            <p:cNvSpPr/>
            <p:nvPr/>
          </p:nvSpPr>
          <p:spPr>
            <a:xfrm>
              <a:off x="1938965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27"/>
            <p:cNvSpPr/>
            <p:nvPr/>
          </p:nvSpPr>
          <p:spPr>
            <a:xfrm>
              <a:off x="1938965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27"/>
            <p:cNvSpPr/>
            <p:nvPr/>
          </p:nvSpPr>
          <p:spPr>
            <a:xfrm>
              <a:off x="1938965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27"/>
            <p:cNvSpPr/>
            <p:nvPr/>
          </p:nvSpPr>
          <p:spPr>
            <a:xfrm>
              <a:off x="1938965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27"/>
            <p:cNvSpPr/>
            <p:nvPr/>
          </p:nvSpPr>
          <p:spPr>
            <a:xfrm>
              <a:off x="1938965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27"/>
            <p:cNvSpPr/>
            <p:nvPr/>
          </p:nvSpPr>
          <p:spPr>
            <a:xfrm>
              <a:off x="1938965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27"/>
            <p:cNvSpPr/>
            <p:nvPr/>
          </p:nvSpPr>
          <p:spPr>
            <a:xfrm>
              <a:off x="1938965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27"/>
            <p:cNvSpPr/>
            <p:nvPr/>
          </p:nvSpPr>
          <p:spPr>
            <a:xfrm>
              <a:off x="1938965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27"/>
            <p:cNvSpPr/>
            <p:nvPr/>
          </p:nvSpPr>
          <p:spPr>
            <a:xfrm>
              <a:off x="1938965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27"/>
            <p:cNvSpPr/>
            <p:nvPr/>
          </p:nvSpPr>
          <p:spPr>
            <a:xfrm>
              <a:off x="1938965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27"/>
            <p:cNvSpPr/>
            <p:nvPr/>
          </p:nvSpPr>
          <p:spPr>
            <a:xfrm>
              <a:off x="1938965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27"/>
            <p:cNvSpPr/>
            <p:nvPr/>
          </p:nvSpPr>
          <p:spPr>
            <a:xfrm>
              <a:off x="1938965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27"/>
            <p:cNvSpPr/>
            <p:nvPr/>
          </p:nvSpPr>
          <p:spPr>
            <a:xfrm>
              <a:off x="1938965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27"/>
            <p:cNvSpPr/>
            <p:nvPr/>
          </p:nvSpPr>
          <p:spPr>
            <a:xfrm>
              <a:off x="1850177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27"/>
            <p:cNvSpPr/>
            <p:nvPr/>
          </p:nvSpPr>
          <p:spPr>
            <a:xfrm>
              <a:off x="1850177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27"/>
            <p:cNvSpPr/>
            <p:nvPr/>
          </p:nvSpPr>
          <p:spPr>
            <a:xfrm>
              <a:off x="1850177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27"/>
            <p:cNvSpPr/>
            <p:nvPr/>
          </p:nvSpPr>
          <p:spPr>
            <a:xfrm>
              <a:off x="1850177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27"/>
            <p:cNvSpPr/>
            <p:nvPr/>
          </p:nvSpPr>
          <p:spPr>
            <a:xfrm>
              <a:off x="1850177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27"/>
            <p:cNvSpPr/>
            <p:nvPr/>
          </p:nvSpPr>
          <p:spPr>
            <a:xfrm>
              <a:off x="1850177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27"/>
            <p:cNvSpPr/>
            <p:nvPr/>
          </p:nvSpPr>
          <p:spPr>
            <a:xfrm>
              <a:off x="1850177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27"/>
            <p:cNvSpPr/>
            <p:nvPr/>
          </p:nvSpPr>
          <p:spPr>
            <a:xfrm>
              <a:off x="1850177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27"/>
            <p:cNvSpPr/>
            <p:nvPr/>
          </p:nvSpPr>
          <p:spPr>
            <a:xfrm>
              <a:off x="1850177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27"/>
            <p:cNvSpPr/>
            <p:nvPr/>
          </p:nvSpPr>
          <p:spPr>
            <a:xfrm>
              <a:off x="1850177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27"/>
            <p:cNvSpPr/>
            <p:nvPr/>
          </p:nvSpPr>
          <p:spPr>
            <a:xfrm>
              <a:off x="1850177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27"/>
            <p:cNvSpPr/>
            <p:nvPr/>
          </p:nvSpPr>
          <p:spPr>
            <a:xfrm>
              <a:off x="1850177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27"/>
            <p:cNvSpPr/>
            <p:nvPr/>
          </p:nvSpPr>
          <p:spPr>
            <a:xfrm>
              <a:off x="1850177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27"/>
            <p:cNvSpPr/>
            <p:nvPr/>
          </p:nvSpPr>
          <p:spPr>
            <a:xfrm>
              <a:off x="1850177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27"/>
            <p:cNvSpPr/>
            <p:nvPr/>
          </p:nvSpPr>
          <p:spPr>
            <a:xfrm>
              <a:off x="1850177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27"/>
            <p:cNvSpPr/>
            <p:nvPr/>
          </p:nvSpPr>
          <p:spPr>
            <a:xfrm>
              <a:off x="1761389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27"/>
            <p:cNvSpPr/>
            <p:nvPr/>
          </p:nvSpPr>
          <p:spPr>
            <a:xfrm>
              <a:off x="1761389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27"/>
            <p:cNvSpPr/>
            <p:nvPr/>
          </p:nvSpPr>
          <p:spPr>
            <a:xfrm>
              <a:off x="1761389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27"/>
            <p:cNvSpPr/>
            <p:nvPr/>
          </p:nvSpPr>
          <p:spPr>
            <a:xfrm>
              <a:off x="1761389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27"/>
            <p:cNvSpPr/>
            <p:nvPr/>
          </p:nvSpPr>
          <p:spPr>
            <a:xfrm>
              <a:off x="1761389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27"/>
            <p:cNvSpPr/>
            <p:nvPr/>
          </p:nvSpPr>
          <p:spPr>
            <a:xfrm>
              <a:off x="1761389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27"/>
            <p:cNvSpPr/>
            <p:nvPr/>
          </p:nvSpPr>
          <p:spPr>
            <a:xfrm>
              <a:off x="1761389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27"/>
            <p:cNvSpPr/>
            <p:nvPr/>
          </p:nvSpPr>
          <p:spPr>
            <a:xfrm>
              <a:off x="1761389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27"/>
            <p:cNvSpPr/>
            <p:nvPr/>
          </p:nvSpPr>
          <p:spPr>
            <a:xfrm>
              <a:off x="1761389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27"/>
            <p:cNvSpPr/>
            <p:nvPr/>
          </p:nvSpPr>
          <p:spPr>
            <a:xfrm>
              <a:off x="1761389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27"/>
            <p:cNvSpPr/>
            <p:nvPr/>
          </p:nvSpPr>
          <p:spPr>
            <a:xfrm>
              <a:off x="1761389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27"/>
            <p:cNvSpPr/>
            <p:nvPr/>
          </p:nvSpPr>
          <p:spPr>
            <a:xfrm>
              <a:off x="1761389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27"/>
            <p:cNvSpPr/>
            <p:nvPr/>
          </p:nvSpPr>
          <p:spPr>
            <a:xfrm>
              <a:off x="1761389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27"/>
            <p:cNvSpPr/>
            <p:nvPr/>
          </p:nvSpPr>
          <p:spPr>
            <a:xfrm>
              <a:off x="1761389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27"/>
            <p:cNvSpPr/>
            <p:nvPr/>
          </p:nvSpPr>
          <p:spPr>
            <a:xfrm>
              <a:off x="1761389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27"/>
            <p:cNvSpPr/>
            <p:nvPr/>
          </p:nvSpPr>
          <p:spPr>
            <a:xfrm>
              <a:off x="2027752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27"/>
            <p:cNvSpPr/>
            <p:nvPr/>
          </p:nvSpPr>
          <p:spPr>
            <a:xfrm>
              <a:off x="2116540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27"/>
            <p:cNvSpPr/>
            <p:nvPr/>
          </p:nvSpPr>
          <p:spPr>
            <a:xfrm>
              <a:off x="2205328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27"/>
            <p:cNvSpPr/>
            <p:nvPr/>
          </p:nvSpPr>
          <p:spPr>
            <a:xfrm>
              <a:off x="2294116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27"/>
            <p:cNvSpPr/>
            <p:nvPr/>
          </p:nvSpPr>
          <p:spPr>
            <a:xfrm>
              <a:off x="2382904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27"/>
            <p:cNvSpPr/>
            <p:nvPr/>
          </p:nvSpPr>
          <p:spPr>
            <a:xfrm>
              <a:off x="2471691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27"/>
            <p:cNvSpPr/>
            <p:nvPr/>
          </p:nvSpPr>
          <p:spPr>
            <a:xfrm>
              <a:off x="2027752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27"/>
            <p:cNvSpPr/>
            <p:nvPr/>
          </p:nvSpPr>
          <p:spPr>
            <a:xfrm>
              <a:off x="2116540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27"/>
            <p:cNvSpPr/>
            <p:nvPr/>
          </p:nvSpPr>
          <p:spPr>
            <a:xfrm>
              <a:off x="2205328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27"/>
            <p:cNvSpPr/>
            <p:nvPr/>
          </p:nvSpPr>
          <p:spPr>
            <a:xfrm>
              <a:off x="2294116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27"/>
            <p:cNvSpPr/>
            <p:nvPr/>
          </p:nvSpPr>
          <p:spPr>
            <a:xfrm>
              <a:off x="2382904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27"/>
            <p:cNvSpPr/>
            <p:nvPr/>
          </p:nvSpPr>
          <p:spPr>
            <a:xfrm>
              <a:off x="2471691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27"/>
            <p:cNvSpPr/>
            <p:nvPr/>
          </p:nvSpPr>
          <p:spPr>
            <a:xfrm>
              <a:off x="2027752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27"/>
            <p:cNvSpPr/>
            <p:nvPr/>
          </p:nvSpPr>
          <p:spPr>
            <a:xfrm>
              <a:off x="2116540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27"/>
            <p:cNvSpPr/>
            <p:nvPr/>
          </p:nvSpPr>
          <p:spPr>
            <a:xfrm>
              <a:off x="2205328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27"/>
            <p:cNvSpPr/>
            <p:nvPr/>
          </p:nvSpPr>
          <p:spPr>
            <a:xfrm>
              <a:off x="2294116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27"/>
            <p:cNvSpPr/>
            <p:nvPr/>
          </p:nvSpPr>
          <p:spPr>
            <a:xfrm>
              <a:off x="2382904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27"/>
            <p:cNvSpPr/>
            <p:nvPr/>
          </p:nvSpPr>
          <p:spPr>
            <a:xfrm>
              <a:off x="2471691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27"/>
            <p:cNvSpPr/>
            <p:nvPr/>
          </p:nvSpPr>
          <p:spPr>
            <a:xfrm>
              <a:off x="2027752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27"/>
            <p:cNvSpPr/>
            <p:nvPr/>
          </p:nvSpPr>
          <p:spPr>
            <a:xfrm>
              <a:off x="2116540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27"/>
            <p:cNvSpPr/>
            <p:nvPr/>
          </p:nvSpPr>
          <p:spPr>
            <a:xfrm>
              <a:off x="2205328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27"/>
            <p:cNvSpPr/>
            <p:nvPr/>
          </p:nvSpPr>
          <p:spPr>
            <a:xfrm>
              <a:off x="2294116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27"/>
            <p:cNvSpPr/>
            <p:nvPr/>
          </p:nvSpPr>
          <p:spPr>
            <a:xfrm>
              <a:off x="2382904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27"/>
            <p:cNvSpPr/>
            <p:nvPr/>
          </p:nvSpPr>
          <p:spPr>
            <a:xfrm>
              <a:off x="2471691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27"/>
            <p:cNvSpPr/>
            <p:nvPr/>
          </p:nvSpPr>
          <p:spPr>
            <a:xfrm>
              <a:off x="2027752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27"/>
            <p:cNvSpPr/>
            <p:nvPr/>
          </p:nvSpPr>
          <p:spPr>
            <a:xfrm>
              <a:off x="2116540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27"/>
            <p:cNvSpPr/>
            <p:nvPr/>
          </p:nvSpPr>
          <p:spPr>
            <a:xfrm>
              <a:off x="2205328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27"/>
            <p:cNvSpPr/>
            <p:nvPr/>
          </p:nvSpPr>
          <p:spPr>
            <a:xfrm>
              <a:off x="2294116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27"/>
            <p:cNvSpPr/>
            <p:nvPr/>
          </p:nvSpPr>
          <p:spPr>
            <a:xfrm>
              <a:off x="2382904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27"/>
            <p:cNvSpPr/>
            <p:nvPr/>
          </p:nvSpPr>
          <p:spPr>
            <a:xfrm>
              <a:off x="2471691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27"/>
            <p:cNvSpPr/>
            <p:nvPr/>
          </p:nvSpPr>
          <p:spPr>
            <a:xfrm>
              <a:off x="2027752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27"/>
            <p:cNvSpPr/>
            <p:nvPr/>
          </p:nvSpPr>
          <p:spPr>
            <a:xfrm>
              <a:off x="2116540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27"/>
            <p:cNvSpPr/>
            <p:nvPr/>
          </p:nvSpPr>
          <p:spPr>
            <a:xfrm>
              <a:off x="2205328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27"/>
            <p:cNvSpPr/>
            <p:nvPr/>
          </p:nvSpPr>
          <p:spPr>
            <a:xfrm>
              <a:off x="2294116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27"/>
            <p:cNvSpPr/>
            <p:nvPr/>
          </p:nvSpPr>
          <p:spPr>
            <a:xfrm>
              <a:off x="2382904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27"/>
            <p:cNvSpPr/>
            <p:nvPr/>
          </p:nvSpPr>
          <p:spPr>
            <a:xfrm>
              <a:off x="2471691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27"/>
            <p:cNvSpPr/>
            <p:nvPr/>
          </p:nvSpPr>
          <p:spPr>
            <a:xfrm>
              <a:off x="2027752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27"/>
            <p:cNvSpPr/>
            <p:nvPr/>
          </p:nvSpPr>
          <p:spPr>
            <a:xfrm>
              <a:off x="2116540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27"/>
            <p:cNvSpPr/>
            <p:nvPr/>
          </p:nvSpPr>
          <p:spPr>
            <a:xfrm>
              <a:off x="2205328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27"/>
            <p:cNvSpPr/>
            <p:nvPr/>
          </p:nvSpPr>
          <p:spPr>
            <a:xfrm>
              <a:off x="2294116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27"/>
            <p:cNvSpPr/>
            <p:nvPr/>
          </p:nvSpPr>
          <p:spPr>
            <a:xfrm>
              <a:off x="2382904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27"/>
            <p:cNvSpPr/>
            <p:nvPr/>
          </p:nvSpPr>
          <p:spPr>
            <a:xfrm>
              <a:off x="2471691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27"/>
            <p:cNvSpPr/>
            <p:nvPr/>
          </p:nvSpPr>
          <p:spPr>
            <a:xfrm>
              <a:off x="2027752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27"/>
            <p:cNvSpPr/>
            <p:nvPr/>
          </p:nvSpPr>
          <p:spPr>
            <a:xfrm>
              <a:off x="2116540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27"/>
            <p:cNvSpPr/>
            <p:nvPr/>
          </p:nvSpPr>
          <p:spPr>
            <a:xfrm>
              <a:off x="2205328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27"/>
            <p:cNvSpPr/>
            <p:nvPr/>
          </p:nvSpPr>
          <p:spPr>
            <a:xfrm>
              <a:off x="2294116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27"/>
            <p:cNvSpPr/>
            <p:nvPr/>
          </p:nvSpPr>
          <p:spPr>
            <a:xfrm>
              <a:off x="2382904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27"/>
            <p:cNvSpPr/>
            <p:nvPr/>
          </p:nvSpPr>
          <p:spPr>
            <a:xfrm>
              <a:off x="2471691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27"/>
            <p:cNvSpPr/>
            <p:nvPr/>
          </p:nvSpPr>
          <p:spPr>
            <a:xfrm>
              <a:off x="2027752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27"/>
            <p:cNvSpPr/>
            <p:nvPr/>
          </p:nvSpPr>
          <p:spPr>
            <a:xfrm>
              <a:off x="2116540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27"/>
            <p:cNvSpPr/>
            <p:nvPr/>
          </p:nvSpPr>
          <p:spPr>
            <a:xfrm>
              <a:off x="2205328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27"/>
            <p:cNvSpPr/>
            <p:nvPr/>
          </p:nvSpPr>
          <p:spPr>
            <a:xfrm>
              <a:off x="2294116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27"/>
            <p:cNvSpPr/>
            <p:nvPr/>
          </p:nvSpPr>
          <p:spPr>
            <a:xfrm>
              <a:off x="2382904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27"/>
            <p:cNvSpPr/>
            <p:nvPr/>
          </p:nvSpPr>
          <p:spPr>
            <a:xfrm>
              <a:off x="2471691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27"/>
            <p:cNvSpPr/>
            <p:nvPr/>
          </p:nvSpPr>
          <p:spPr>
            <a:xfrm>
              <a:off x="2027752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27"/>
            <p:cNvSpPr/>
            <p:nvPr/>
          </p:nvSpPr>
          <p:spPr>
            <a:xfrm>
              <a:off x="2116540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27"/>
            <p:cNvSpPr/>
            <p:nvPr/>
          </p:nvSpPr>
          <p:spPr>
            <a:xfrm>
              <a:off x="2205328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27"/>
            <p:cNvSpPr/>
            <p:nvPr/>
          </p:nvSpPr>
          <p:spPr>
            <a:xfrm>
              <a:off x="2294116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27"/>
            <p:cNvSpPr/>
            <p:nvPr/>
          </p:nvSpPr>
          <p:spPr>
            <a:xfrm>
              <a:off x="2382904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27"/>
            <p:cNvSpPr/>
            <p:nvPr/>
          </p:nvSpPr>
          <p:spPr>
            <a:xfrm>
              <a:off x="2471691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27"/>
            <p:cNvSpPr/>
            <p:nvPr/>
          </p:nvSpPr>
          <p:spPr>
            <a:xfrm>
              <a:off x="2027752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27"/>
            <p:cNvSpPr/>
            <p:nvPr/>
          </p:nvSpPr>
          <p:spPr>
            <a:xfrm>
              <a:off x="2116540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27"/>
            <p:cNvSpPr/>
            <p:nvPr/>
          </p:nvSpPr>
          <p:spPr>
            <a:xfrm>
              <a:off x="2205328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27"/>
            <p:cNvSpPr/>
            <p:nvPr/>
          </p:nvSpPr>
          <p:spPr>
            <a:xfrm>
              <a:off x="2294116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27"/>
            <p:cNvSpPr/>
            <p:nvPr/>
          </p:nvSpPr>
          <p:spPr>
            <a:xfrm>
              <a:off x="2382904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27"/>
            <p:cNvSpPr/>
            <p:nvPr/>
          </p:nvSpPr>
          <p:spPr>
            <a:xfrm>
              <a:off x="2471691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27"/>
            <p:cNvSpPr/>
            <p:nvPr/>
          </p:nvSpPr>
          <p:spPr>
            <a:xfrm>
              <a:off x="2027752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27"/>
            <p:cNvSpPr/>
            <p:nvPr/>
          </p:nvSpPr>
          <p:spPr>
            <a:xfrm>
              <a:off x="2116540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27"/>
            <p:cNvSpPr/>
            <p:nvPr/>
          </p:nvSpPr>
          <p:spPr>
            <a:xfrm>
              <a:off x="2205328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27"/>
            <p:cNvSpPr/>
            <p:nvPr/>
          </p:nvSpPr>
          <p:spPr>
            <a:xfrm>
              <a:off x="2294116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27"/>
            <p:cNvSpPr/>
            <p:nvPr/>
          </p:nvSpPr>
          <p:spPr>
            <a:xfrm>
              <a:off x="2382904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27"/>
            <p:cNvSpPr/>
            <p:nvPr/>
          </p:nvSpPr>
          <p:spPr>
            <a:xfrm>
              <a:off x="2471691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27"/>
            <p:cNvSpPr/>
            <p:nvPr/>
          </p:nvSpPr>
          <p:spPr>
            <a:xfrm>
              <a:off x="2027752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27"/>
            <p:cNvSpPr/>
            <p:nvPr/>
          </p:nvSpPr>
          <p:spPr>
            <a:xfrm>
              <a:off x="2116540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27"/>
            <p:cNvSpPr/>
            <p:nvPr/>
          </p:nvSpPr>
          <p:spPr>
            <a:xfrm>
              <a:off x="2205328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27"/>
            <p:cNvSpPr/>
            <p:nvPr/>
          </p:nvSpPr>
          <p:spPr>
            <a:xfrm>
              <a:off x="2294116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27"/>
            <p:cNvSpPr/>
            <p:nvPr/>
          </p:nvSpPr>
          <p:spPr>
            <a:xfrm>
              <a:off x="2382904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27"/>
            <p:cNvSpPr/>
            <p:nvPr/>
          </p:nvSpPr>
          <p:spPr>
            <a:xfrm>
              <a:off x="2471691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27"/>
            <p:cNvSpPr/>
            <p:nvPr/>
          </p:nvSpPr>
          <p:spPr>
            <a:xfrm>
              <a:off x="2560479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27"/>
            <p:cNvSpPr/>
            <p:nvPr/>
          </p:nvSpPr>
          <p:spPr>
            <a:xfrm>
              <a:off x="2560479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27"/>
            <p:cNvSpPr/>
            <p:nvPr/>
          </p:nvSpPr>
          <p:spPr>
            <a:xfrm>
              <a:off x="2560479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27"/>
            <p:cNvSpPr/>
            <p:nvPr/>
          </p:nvSpPr>
          <p:spPr>
            <a:xfrm>
              <a:off x="2560479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27"/>
            <p:cNvSpPr/>
            <p:nvPr/>
          </p:nvSpPr>
          <p:spPr>
            <a:xfrm>
              <a:off x="2560479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27"/>
            <p:cNvSpPr/>
            <p:nvPr/>
          </p:nvSpPr>
          <p:spPr>
            <a:xfrm>
              <a:off x="2560479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27"/>
            <p:cNvSpPr/>
            <p:nvPr/>
          </p:nvSpPr>
          <p:spPr>
            <a:xfrm>
              <a:off x="2560479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27"/>
            <p:cNvSpPr/>
            <p:nvPr/>
          </p:nvSpPr>
          <p:spPr>
            <a:xfrm>
              <a:off x="2560479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27"/>
            <p:cNvSpPr/>
            <p:nvPr/>
          </p:nvSpPr>
          <p:spPr>
            <a:xfrm>
              <a:off x="2560479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27"/>
            <p:cNvSpPr/>
            <p:nvPr/>
          </p:nvSpPr>
          <p:spPr>
            <a:xfrm>
              <a:off x="2560479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27"/>
            <p:cNvSpPr/>
            <p:nvPr/>
          </p:nvSpPr>
          <p:spPr>
            <a:xfrm>
              <a:off x="2560479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27"/>
            <p:cNvSpPr/>
            <p:nvPr/>
          </p:nvSpPr>
          <p:spPr>
            <a:xfrm>
              <a:off x="2560479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27"/>
            <p:cNvSpPr/>
            <p:nvPr/>
          </p:nvSpPr>
          <p:spPr>
            <a:xfrm>
              <a:off x="2560479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27"/>
            <p:cNvSpPr/>
            <p:nvPr/>
          </p:nvSpPr>
          <p:spPr>
            <a:xfrm>
              <a:off x="2649267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27"/>
            <p:cNvSpPr/>
            <p:nvPr/>
          </p:nvSpPr>
          <p:spPr>
            <a:xfrm>
              <a:off x="2649267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27"/>
            <p:cNvSpPr/>
            <p:nvPr/>
          </p:nvSpPr>
          <p:spPr>
            <a:xfrm>
              <a:off x="2649267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27"/>
            <p:cNvSpPr/>
            <p:nvPr/>
          </p:nvSpPr>
          <p:spPr>
            <a:xfrm>
              <a:off x="2649267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27"/>
            <p:cNvSpPr/>
            <p:nvPr/>
          </p:nvSpPr>
          <p:spPr>
            <a:xfrm>
              <a:off x="2649267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27"/>
            <p:cNvSpPr/>
            <p:nvPr/>
          </p:nvSpPr>
          <p:spPr>
            <a:xfrm>
              <a:off x="2649267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27"/>
            <p:cNvSpPr/>
            <p:nvPr/>
          </p:nvSpPr>
          <p:spPr>
            <a:xfrm>
              <a:off x="2649267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27"/>
            <p:cNvSpPr/>
            <p:nvPr/>
          </p:nvSpPr>
          <p:spPr>
            <a:xfrm>
              <a:off x="2649267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27"/>
            <p:cNvSpPr/>
            <p:nvPr/>
          </p:nvSpPr>
          <p:spPr>
            <a:xfrm>
              <a:off x="2649267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27"/>
            <p:cNvSpPr/>
            <p:nvPr/>
          </p:nvSpPr>
          <p:spPr>
            <a:xfrm>
              <a:off x="2649267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27"/>
            <p:cNvSpPr/>
            <p:nvPr/>
          </p:nvSpPr>
          <p:spPr>
            <a:xfrm>
              <a:off x="2649267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7"/>
            <p:cNvSpPr/>
            <p:nvPr/>
          </p:nvSpPr>
          <p:spPr>
            <a:xfrm>
              <a:off x="2649267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27"/>
            <p:cNvSpPr/>
            <p:nvPr/>
          </p:nvSpPr>
          <p:spPr>
            <a:xfrm>
              <a:off x="2649267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27"/>
            <p:cNvSpPr/>
            <p:nvPr/>
          </p:nvSpPr>
          <p:spPr>
            <a:xfrm>
              <a:off x="2738055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27"/>
            <p:cNvSpPr/>
            <p:nvPr/>
          </p:nvSpPr>
          <p:spPr>
            <a:xfrm>
              <a:off x="2738055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27"/>
            <p:cNvSpPr/>
            <p:nvPr/>
          </p:nvSpPr>
          <p:spPr>
            <a:xfrm>
              <a:off x="2738055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27"/>
            <p:cNvSpPr/>
            <p:nvPr/>
          </p:nvSpPr>
          <p:spPr>
            <a:xfrm>
              <a:off x="2738055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27"/>
            <p:cNvSpPr/>
            <p:nvPr/>
          </p:nvSpPr>
          <p:spPr>
            <a:xfrm>
              <a:off x="2738055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27"/>
            <p:cNvSpPr/>
            <p:nvPr/>
          </p:nvSpPr>
          <p:spPr>
            <a:xfrm>
              <a:off x="2738055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27"/>
            <p:cNvSpPr/>
            <p:nvPr/>
          </p:nvSpPr>
          <p:spPr>
            <a:xfrm>
              <a:off x="2738055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27"/>
            <p:cNvSpPr/>
            <p:nvPr/>
          </p:nvSpPr>
          <p:spPr>
            <a:xfrm>
              <a:off x="2738055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27"/>
            <p:cNvSpPr/>
            <p:nvPr/>
          </p:nvSpPr>
          <p:spPr>
            <a:xfrm>
              <a:off x="2738055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27"/>
            <p:cNvSpPr/>
            <p:nvPr/>
          </p:nvSpPr>
          <p:spPr>
            <a:xfrm>
              <a:off x="2738055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27"/>
            <p:cNvSpPr/>
            <p:nvPr/>
          </p:nvSpPr>
          <p:spPr>
            <a:xfrm>
              <a:off x="2738055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p27"/>
            <p:cNvSpPr/>
            <p:nvPr/>
          </p:nvSpPr>
          <p:spPr>
            <a:xfrm>
              <a:off x="2738055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p27"/>
            <p:cNvSpPr/>
            <p:nvPr/>
          </p:nvSpPr>
          <p:spPr>
            <a:xfrm>
              <a:off x="2738055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p27"/>
            <p:cNvSpPr/>
            <p:nvPr/>
          </p:nvSpPr>
          <p:spPr>
            <a:xfrm>
              <a:off x="2826842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p27"/>
            <p:cNvSpPr/>
            <p:nvPr/>
          </p:nvSpPr>
          <p:spPr>
            <a:xfrm>
              <a:off x="2826842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27"/>
            <p:cNvSpPr/>
            <p:nvPr/>
          </p:nvSpPr>
          <p:spPr>
            <a:xfrm>
              <a:off x="2826842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p27"/>
            <p:cNvSpPr/>
            <p:nvPr/>
          </p:nvSpPr>
          <p:spPr>
            <a:xfrm>
              <a:off x="2826842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27"/>
            <p:cNvSpPr/>
            <p:nvPr/>
          </p:nvSpPr>
          <p:spPr>
            <a:xfrm>
              <a:off x="2826842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27"/>
            <p:cNvSpPr/>
            <p:nvPr/>
          </p:nvSpPr>
          <p:spPr>
            <a:xfrm>
              <a:off x="2826842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p27"/>
            <p:cNvSpPr/>
            <p:nvPr/>
          </p:nvSpPr>
          <p:spPr>
            <a:xfrm>
              <a:off x="2826842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27"/>
            <p:cNvSpPr/>
            <p:nvPr/>
          </p:nvSpPr>
          <p:spPr>
            <a:xfrm>
              <a:off x="2826842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27"/>
            <p:cNvSpPr/>
            <p:nvPr/>
          </p:nvSpPr>
          <p:spPr>
            <a:xfrm>
              <a:off x="2826842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27"/>
            <p:cNvSpPr/>
            <p:nvPr/>
          </p:nvSpPr>
          <p:spPr>
            <a:xfrm>
              <a:off x="2826842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27"/>
            <p:cNvSpPr/>
            <p:nvPr/>
          </p:nvSpPr>
          <p:spPr>
            <a:xfrm>
              <a:off x="2826842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27"/>
            <p:cNvSpPr/>
            <p:nvPr/>
          </p:nvSpPr>
          <p:spPr>
            <a:xfrm>
              <a:off x="2826842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27"/>
            <p:cNvSpPr/>
            <p:nvPr/>
          </p:nvSpPr>
          <p:spPr>
            <a:xfrm>
              <a:off x="2826842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27"/>
            <p:cNvSpPr/>
            <p:nvPr/>
          </p:nvSpPr>
          <p:spPr>
            <a:xfrm>
              <a:off x="2915630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27"/>
            <p:cNvSpPr/>
            <p:nvPr/>
          </p:nvSpPr>
          <p:spPr>
            <a:xfrm>
              <a:off x="2915630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27"/>
            <p:cNvSpPr/>
            <p:nvPr/>
          </p:nvSpPr>
          <p:spPr>
            <a:xfrm>
              <a:off x="2915630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27"/>
            <p:cNvSpPr/>
            <p:nvPr/>
          </p:nvSpPr>
          <p:spPr>
            <a:xfrm>
              <a:off x="2915630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27"/>
            <p:cNvSpPr/>
            <p:nvPr/>
          </p:nvSpPr>
          <p:spPr>
            <a:xfrm>
              <a:off x="2915630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27"/>
            <p:cNvSpPr/>
            <p:nvPr/>
          </p:nvSpPr>
          <p:spPr>
            <a:xfrm>
              <a:off x="2915630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27"/>
            <p:cNvSpPr/>
            <p:nvPr/>
          </p:nvSpPr>
          <p:spPr>
            <a:xfrm>
              <a:off x="2915630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27"/>
            <p:cNvSpPr/>
            <p:nvPr/>
          </p:nvSpPr>
          <p:spPr>
            <a:xfrm>
              <a:off x="2915630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27"/>
            <p:cNvSpPr/>
            <p:nvPr/>
          </p:nvSpPr>
          <p:spPr>
            <a:xfrm>
              <a:off x="2915630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27"/>
            <p:cNvSpPr/>
            <p:nvPr/>
          </p:nvSpPr>
          <p:spPr>
            <a:xfrm>
              <a:off x="2915630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27"/>
            <p:cNvSpPr/>
            <p:nvPr/>
          </p:nvSpPr>
          <p:spPr>
            <a:xfrm>
              <a:off x="2915630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27"/>
            <p:cNvSpPr/>
            <p:nvPr/>
          </p:nvSpPr>
          <p:spPr>
            <a:xfrm>
              <a:off x="2915630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27"/>
            <p:cNvSpPr/>
            <p:nvPr/>
          </p:nvSpPr>
          <p:spPr>
            <a:xfrm>
              <a:off x="2915630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27"/>
            <p:cNvSpPr/>
            <p:nvPr/>
          </p:nvSpPr>
          <p:spPr>
            <a:xfrm>
              <a:off x="3004418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27"/>
            <p:cNvSpPr/>
            <p:nvPr/>
          </p:nvSpPr>
          <p:spPr>
            <a:xfrm>
              <a:off x="3004418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27"/>
            <p:cNvSpPr/>
            <p:nvPr/>
          </p:nvSpPr>
          <p:spPr>
            <a:xfrm>
              <a:off x="3004418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27"/>
            <p:cNvSpPr/>
            <p:nvPr/>
          </p:nvSpPr>
          <p:spPr>
            <a:xfrm>
              <a:off x="3004418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27"/>
            <p:cNvSpPr/>
            <p:nvPr/>
          </p:nvSpPr>
          <p:spPr>
            <a:xfrm>
              <a:off x="3004418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27"/>
            <p:cNvSpPr/>
            <p:nvPr/>
          </p:nvSpPr>
          <p:spPr>
            <a:xfrm>
              <a:off x="3004418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27"/>
            <p:cNvSpPr/>
            <p:nvPr/>
          </p:nvSpPr>
          <p:spPr>
            <a:xfrm>
              <a:off x="3004418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27"/>
            <p:cNvSpPr/>
            <p:nvPr/>
          </p:nvSpPr>
          <p:spPr>
            <a:xfrm>
              <a:off x="3004418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27"/>
            <p:cNvSpPr/>
            <p:nvPr/>
          </p:nvSpPr>
          <p:spPr>
            <a:xfrm>
              <a:off x="3004418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27"/>
            <p:cNvSpPr/>
            <p:nvPr/>
          </p:nvSpPr>
          <p:spPr>
            <a:xfrm>
              <a:off x="3004418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27"/>
            <p:cNvSpPr/>
            <p:nvPr/>
          </p:nvSpPr>
          <p:spPr>
            <a:xfrm>
              <a:off x="3004418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27"/>
            <p:cNvSpPr/>
            <p:nvPr/>
          </p:nvSpPr>
          <p:spPr>
            <a:xfrm>
              <a:off x="3004418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27"/>
            <p:cNvSpPr/>
            <p:nvPr/>
          </p:nvSpPr>
          <p:spPr>
            <a:xfrm>
              <a:off x="3004418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27"/>
            <p:cNvSpPr/>
            <p:nvPr/>
          </p:nvSpPr>
          <p:spPr>
            <a:xfrm>
              <a:off x="3093206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27"/>
            <p:cNvSpPr/>
            <p:nvPr/>
          </p:nvSpPr>
          <p:spPr>
            <a:xfrm>
              <a:off x="3093206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27"/>
            <p:cNvSpPr/>
            <p:nvPr/>
          </p:nvSpPr>
          <p:spPr>
            <a:xfrm>
              <a:off x="3093206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27"/>
            <p:cNvSpPr/>
            <p:nvPr/>
          </p:nvSpPr>
          <p:spPr>
            <a:xfrm>
              <a:off x="3093206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27"/>
            <p:cNvSpPr/>
            <p:nvPr/>
          </p:nvSpPr>
          <p:spPr>
            <a:xfrm>
              <a:off x="3093206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27"/>
            <p:cNvSpPr/>
            <p:nvPr/>
          </p:nvSpPr>
          <p:spPr>
            <a:xfrm>
              <a:off x="3093206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27"/>
            <p:cNvSpPr/>
            <p:nvPr/>
          </p:nvSpPr>
          <p:spPr>
            <a:xfrm>
              <a:off x="3093206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27"/>
            <p:cNvSpPr/>
            <p:nvPr/>
          </p:nvSpPr>
          <p:spPr>
            <a:xfrm>
              <a:off x="3093206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27"/>
            <p:cNvSpPr/>
            <p:nvPr/>
          </p:nvSpPr>
          <p:spPr>
            <a:xfrm>
              <a:off x="3093206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27"/>
            <p:cNvSpPr/>
            <p:nvPr/>
          </p:nvSpPr>
          <p:spPr>
            <a:xfrm>
              <a:off x="3093206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27"/>
            <p:cNvSpPr/>
            <p:nvPr/>
          </p:nvSpPr>
          <p:spPr>
            <a:xfrm>
              <a:off x="3093206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27"/>
            <p:cNvSpPr/>
            <p:nvPr/>
          </p:nvSpPr>
          <p:spPr>
            <a:xfrm>
              <a:off x="3093206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27"/>
            <p:cNvSpPr/>
            <p:nvPr/>
          </p:nvSpPr>
          <p:spPr>
            <a:xfrm>
              <a:off x="3093206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27"/>
            <p:cNvSpPr/>
            <p:nvPr/>
          </p:nvSpPr>
          <p:spPr>
            <a:xfrm>
              <a:off x="3181993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27"/>
            <p:cNvSpPr/>
            <p:nvPr/>
          </p:nvSpPr>
          <p:spPr>
            <a:xfrm>
              <a:off x="3181993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27"/>
            <p:cNvSpPr/>
            <p:nvPr/>
          </p:nvSpPr>
          <p:spPr>
            <a:xfrm>
              <a:off x="3181993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27"/>
            <p:cNvSpPr/>
            <p:nvPr/>
          </p:nvSpPr>
          <p:spPr>
            <a:xfrm>
              <a:off x="3181993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27"/>
            <p:cNvSpPr/>
            <p:nvPr/>
          </p:nvSpPr>
          <p:spPr>
            <a:xfrm>
              <a:off x="3181993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27"/>
            <p:cNvSpPr/>
            <p:nvPr/>
          </p:nvSpPr>
          <p:spPr>
            <a:xfrm>
              <a:off x="3181993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27"/>
            <p:cNvSpPr/>
            <p:nvPr/>
          </p:nvSpPr>
          <p:spPr>
            <a:xfrm>
              <a:off x="3181993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27"/>
            <p:cNvSpPr/>
            <p:nvPr/>
          </p:nvSpPr>
          <p:spPr>
            <a:xfrm>
              <a:off x="3181993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27"/>
            <p:cNvSpPr/>
            <p:nvPr/>
          </p:nvSpPr>
          <p:spPr>
            <a:xfrm>
              <a:off x="3181993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27"/>
            <p:cNvSpPr/>
            <p:nvPr/>
          </p:nvSpPr>
          <p:spPr>
            <a:xfrm>
              <a:off x="3181993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27"/>
            <p:cNvSpPr/>
            <p:nvPr/>
          </p:nvSpPr>
          <p:spPr>
            <a:xfrm>
              <a:off x="3181993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27"/>
            <p:cNvSpPr/>
            <p:nvPr/>
          </p:nvSpPr>
          <p:spPr>
            <a:xfrm>
              <a:off x="3181993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27"/>
            <p:cNvSpPr/>
            <p:nvPr/>
          </p:nvSpPr>
          <p:spPr>
            <a:xfrm>
              <a:off x="3181993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27"/>
            <p:cNvSpPr/>
            <p:nvPr/>
          </p:nvSpPr>
          <p:spPr>
            <a:xfrm>
              <a:off x="3270781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27"/>
            <p:cNvSpPr/>
            <p:nvPr/>
          </p:nvSpPr>
          <p:spPr>
            <a:xfrm>
              <a:off x="3270781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27"/>
            <p:cNvSpPr/>
            <p:nvPr/>
          </p:nvSpPr>
          <p:spPr>
            <a:xfrm>
              <a:off x="3270781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27"/>
            <p:cNvSpPr/>
            <p:nvPr/>
          </p:nvSpPr>
          <p:spPr>
            <a:xfrm>
              <a:off x="3270781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27"/>
            <p:cNvSpPr/>
            <p:nvPr/>
          </p:nvSpPr>
          <p:spPr>
            <a:xfrm>
              <a:off x="3270781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27"/>
            <p:cNvSpPr/>
            <p:nvPr/>
          </p:nvSpPr>
          <p:spPr>
            <a:xfrm>
              <a:off x="3270781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27"/>
            <p:cNvSpPr/>
            <p:nvPr/>
          </p:nvSpPr>
          <p:spPr>
            <a:xfrm>
              <a:off x="3270781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27"/>
            <p:cNvSpPr/>
            <p:nvPr/>
          </p:nvSpPr>
          <p:spPr>
            <a:xfrm>
              <a:off x="3270781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27"/>
            <p:cNvSpPr/>
            <p:nvPr/>
          </p:nvSpPr>
          <p:spPr>
            <a:xfrm>
              <a:off x="3270781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27"/>
            <p:cNvSpPr/>
            <p:nvPr/>
          </p:nvSpPr>
          <p:spPr>
            <a:xfrm>
              <a:off x="3270781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27"/>
            <p:cNvSpPr/>
            <p:nvPr/>
          </p:nvSpPr>
          <p:spPr>
            <a:xfrm>
              <a:off x="3270781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27"/>
            <p:cNvSpPr/>
            <p:nvPr/>
          </p:nvSpPr>
          <p:spPr>
            <a:xfrm>
              <a:off x="3270781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27"/>
            <p:cNvSpPr/>
            <p:nvPr/>
          </p:nvSpPr>
          <p:spPr>
            <a:xfrm>
              <a:off x="3270781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27"/>
            <p:cNvSpPr/>
            <p:nvPr/>
          </p:nvSpPr>
          <p:spPr>
            <a:xfrm>
              <a:off x="3359569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27"/>
            <p:cNvSpPr/>
            <p:nvPr/>
          </p:nvSpPr>
          <p:spPr>
            <a:xfrm>
              <a:off x="3359569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27"/>
            <p:cNvSpPr/>
            <p:nvPr/>
          </p:nvSpPr>
          <p:spPr>
            <a:xfrm>
              <a:off x="3359569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27"/>
            <p:cNvSpPr/>
            <p:nvPr/>
          </p:nvSpPr>
          <p:spPr>
            <a:xfrm>
              <a:off x="3359569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27"/>
            <p:cNvSpPr/>
            <p:nvPr/>
          </p:nvSpPr>
          <p:spPr>
            <a:xfrm>
              <a:off x="3359569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27"/>
            <p:cNvSpPr/>
            <p:nvPr/>
          </p:nvSpPr>
          <p:spPr>
            <a:xfrm>
              <a:off x="3359569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27"/>
            <p:cNvSpPr/>
            <p:nvPr/>
          </p:nvSpPr>
          <p:spPr>
            <a:xfrm>
              <a:off x="3359569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27"/>
            <p:cNvSpPr/>
            <p:nvPr/>
          </p:nvSpPr>
          <p:spPr>
            <a:xfrm>
              <a:off x="3359569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27"/>
            <p:cNvSpPr/>
            <p:nvPr/>
          </p:nvSpPr>
          <p:spPr>
            <a:xfrm>
              <a:off x="3359569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27"/>
            <p:cNvSpPr/>
            <p:nvPr/>
          </p:nvSpPr>
          <p:spPr>
            <a:xfrm>
              <a:off x="3359569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27"/>
            <p:cNvSpPr/>
            <p:nvPr/>
          </p:nvSpPr>
          <p:spPr>
            <a:xfrm>
              <a:off x="3359569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27"/>
            <p:cNvSpPr/>
            <p:nvPr/>
          </p:nvSpPr>
          <p:spPr>
            <a:xfrm>
              <a:off x="3359569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27"/>
            <p:cNvSpPr/>
            <p:nvPr/>
          </p:nvSpPr>
          <p:spPr>
            <a:xfrm>
              <a:off x="3359569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27"/>
            <p:cNvSpPr/>
            <p:nvPr/>
          </p:nvSpPr>
          <p:spPr>
            <a:xfrm>
              <a:off x="3448357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27"/>
            <p:cNvSpPr/>
            <p:nvPr/>
          </p:nvSpPr>
          <p:spPr>
            <a:xfrm>
              <a:off x="3448357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27"/>
            <p:cNvSpPr/>
            <p:nvPr/>
          </p:nvSpPr>
          <p:spPr>
            <a:xfrm>
              <a:off x="3448357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27"/>
            <p:cNvSpPr/>
            <p:nvPr/>
          </p:nvSpPr>
          <p:spPr>
            <a:xfrm>
              <a:off x="3448357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27"/>
            <p:cNvSpPr/>
            <p:nvPr/>
          </p:nvSpPr>
          <p:spPr>
            <a:xfrm>
              <a:off x="3448357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27"/>
            <p:cNvSpPr/>
            <p:nvPr/>
          </p:nvSpPr>
          <p:spPr>
            <a:xfrm>
              <a:off x="3448357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27"/>
            <p:cNvSpPr/>
            <p:nvPr/>
          </p:nvSpPr>
          <p:spPr>
            <a:xfrm>
              <a:off x="3448357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27"/>
            <p:cNvSpPr/>
            <p:nvPr/>
          </p:nvSpPr>
          <p:spPr>
            <a:xfrm>
              <a:off x="3448357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27"/>
            <p:cNvSpPr/>
            <p:nvPr/>
          </p:nvSpPr>
          <p:spPr>
            <a:xfrm>
              <a:off x="3448357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27"/>
            <p:cNvSpPr/>
            <p:nvPr/>
          </p:nvSpPr>
          <p:spPr>
            <a:xfrm>
              <a:off x="3448357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27"/>
            <p:cNvSpPr/>
            <p:nvPr/>
          </p:nvSpPr>
          <p:spPr>
            <a:xfrm>
              <a:off x="3448357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27"/>
            <p:cNvSpPr/>
            <p:nvPr/>
          </p:nvSpPr>
          <p:spPr>
            <a:xfrm>
              <a:off x="3448357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27"/>
            <p:cNvSpPr/>
            <p:nvPr/>
          </p:nvSpPr>
          <p:spPr>
            <a:xfrm>
              <a:off x="3448357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27"/>
            <p:cNvSpPr/>
            <p:nvPr/>
          </p:nvSpPr>
          <p:spPr>
            <a:xfrm>
              <a:off x="3537144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27"/>
            <p:cNvSpPr/>
            <p:nvPr/>
          </p:nvSpPr>
          <p:spPr>
            <a:xfrm>
              <a:off x="3537144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27"/>
            <p:cNvSpPr/>
            <p:nvPr/>
          </p:nvSpPr>
          <p:spPr>
            <a:xfrm>
              <a:off x="3537144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27"/>
            <p:cNvSpPr/>
            <p:nvPr/>
          </p:nvSpPr>
          <p:spPr>
            <a:xfrm>
              <a:off x="3537144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27"/>
            <p:cNvSpPr/>
            <p:nvPr/>
          </p:nvSpPr>
          <p:spPr>
            <a:xfrm>
              <a:off x="3537144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27"/>
            <p:cNvSpPr/>
            <p:nvPr/>
          </p:nvSpPr>
          <p:spPr>
            <a:xfrm>
              <a:off x="3537144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27"/>
            <p:cNvSpPr/>
            <p:nvPr/>
          </p:nvSpPr>
          <p:spPr>
            <a:xfrm>
              <a:off x="3537144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27"/>
            <p:cNvSpPr/>
            <p:nvPr/>
          </p:nvSpPr>
          <p:spPr>
            <a:xfrm>
              <a:off x="3537144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27"/>
            <p:cNvSpPr/>
            <p:nvPr/>
          </p:nvSpPr>
          <p:spPr>
            <a:xfrm>
              <a:off x="3537144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27"/>
            <p:cNvSpPr/>
            <p:nvPr/>
          </p:nvSpPr>
          <p:spPr>
            <a:xfrm>
              <a:off x="3537144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27"/>
            <p:cNvSpPr/>
            <p:nvPr/>
          </p:nvSpPr>
          <p:spPr>
            <a:xfrm>
              <a:off x="3537144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27"/>
            <p:cNvSpPr/>
            <p:nvPr/>
          </p:nvSpPr>
          <p:spPr>
            <a:xfrm>
              <a:off x="3537144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27"/>
            <p:cNvSpPr/>
            <p:nvPr/>
          </p:nvSpPr>
          <p:spPr>
            <a:xfrm>
              <a:off x="3537144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27"/>
            <p:cNvSpPr/>
            <p:nvPr/>
          </p:nvSpPr>
          <p:spPr>
            <a:xfrm>
              <a:off x="3625932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27"/>
            <p:cNvSpPr/>
            <p:nvPr/>
          </p:nvSpPr>
          <p:spPr>
            <a:xfrm>
              <a:off x="3625932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27"/>
            <p:cNvSpPr/>
            <p:nvPr/>
          </p:nvSpPr>
          <p:spPr>
            <a:xfrm>
              <a:off x="3625932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27"/>
            <p:cNvSpPr/>
            <p:nvPr/>
          </p:nvSpPr>
          <p:spPr>
            <a:xfrm>
              <a:off x="3625932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27"/>
            <p:cNvSpPr/>
            <p:nvPr/>
          </p:nvSpPr>
          <p:spPr>
            <a:xfrm>
              <a:off x="3625932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27"/>
            <p:cNvSpPr/>
            <p:nvPr/>
          </p:nvSpPr>
          <p:spPr>
            <a:xfrm>
              <a:off x="3625932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27"/>
            <p:cNvSpPr/>
            <p:nvPr/>
          </p:nvSpPr>
          <p:spPr>
            <a:xfrm>
              <a:off x="3625932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27"/>
            <p:cNvSpPr/>
            <p:nvPr/>
          </p:nvSpPr>
          <p:spPr>
            <a:xfrm>
              <a:off x="3625932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27"/>
            <p:cNvSpPr/>
            <p:nvPr/>
          </p:nvSpPr>
          <p:spPr>
            <a:xfrm>
              <a:off x="3625932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27"/>
            <p:cNvSpPr/>
            <p:nvPr/>
          </p:nvSpPr>
          <p:spPr>
            <a:xfrm>
              <a:off x="3625932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27"/>
            <p:cNvSpPr/>
            <p:nvPr/>
          </p:nvSpPr>
          <p:spPr>
            <a:xfrm>
              <a:off x="3625932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27"/>
            <p:cNvSpPr/>
            <p:nvPr/>
          </p:nvSpPr>
          <p:spPr>
            <a:xfrm>
              <a:off x="3625932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27"/>
            <p:cNvSpPr/>
            <p:nvPr/>
          </p:nvSpPr>
          <p:spPr>
            <a:xfrm>
              <a:off x="3625932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27"/>
            <p:cNvSpPr/>
            <p:nvPr/>
          </p:nvSpPr>
          <p:spPr>
            <a:xfrm>
              <a:off x="3714720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27"/>
            <p:cNvSpPr/>
            <p:nvPr/>
          </p:nvSpPr>
          <p:spPr>
            <a:xfrm>
              <a:off x="3714720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27"/>
            <p:cNvSpPr/>
            <p:nvPr/>
          </p:nvSpPr>
          <p:spPr>
            <a:xfrm>
              <a:off x="3714720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27"/>
            <p:cNvSpPr/>
            <p:nvPr/>
          </p:nvSpPr>
          <p:spPr>
            <a:xfrm>
              <a:off x="3714720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27"/>
            <p:cNvSpPr/>
            <p:nvPr/>
          </p:nvSpPr>
          <p:spPr>
            <a:xfrm>
              <a:off x="3714720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27"/>
            <p:cNvSpPr/>
            <p:nvPr/>
          </p:nvSpPr>
          <p:spPr>
            <a:xfrm>
              <a:off x="3714720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p27"/>
            <p:cNvSpPr/>
            <p:nvPr/>
          </p:nvSpPr>
          <p:spPr>
            <a:xfrm>
              <a:off x="3714720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p27"/>
            <p:cNvSpPr/>
            <p:nvPr/>
          </p:nvSpPr>
          <p:spPr>
            <a:xfrm>
              <a:off x="3714720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27"/>
            <p:cNvSpPr/>
            <p:nvPr/>
          </p:nvSpPr>
          <p:spPr>
            <a:xfrm>
              <a:off x="3714720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27"/>
            <p:cNvSpPr/>
            <p:nvPr/>
          </p:nvSpPr>
          <p:spPr>
            <a:xfrm>
              <a:off x="3714720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p27"/>
            <p:cNvSpPr/>
            <p:nvPr/>
          </p:nvSpPr>
          <p:spPr>
            <a:xfrm>
              <a:off x="3714720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27"/>
            <p:cNvSpPr/>
            <p:nvPr/>
          </p:nvSpPr>
          <p:spPr>
            <a:xfrm>
              <a:off x="3714720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p27"/>
            <p:cNvSpPr/>
            <p:nvPr/>
          </p:nvSpPr>
          <p:spPr>
            <a:xfrm>
              <a:off x="3714720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p27"/>
            <p:cNvSpPr/>
            <p:nvPr/>
          </p:nvSpPr>
          <p:spPr>
            <a:xfrm>
              <a:off x="3803508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p27"/>
            <p:cNvSpPr/>
            <p:nvPr/>
          </p:nvSpPr>
          <p:spPr>
            <a:xfrm>
              <a:off x="3803508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p27"/>
            <p:cNvSpPr/>
            <p:nvPr/>
          </p:nvSpPr>
          <p:spPr>
            <a:xfrm>
              <a:off x="3803508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p27"/>
            <p:cNvSpPr/>
            <p:nvPr/>
          </p:nvSpPr>
          <p:spPr>
            <a:xfrm>
              <a:off x="3803508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p27"/>
            <p:cNvSpPr/>
            <p:nvPr/>
          </p:nvSpPr>
          <p:spPr>
            <a:xfrm>
              <a:off x="3803508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7" name="Google Shape;2247;p27"/>
            <p:cNvSpPr/>
            <p:nvPr/>
          </p:nvSpPr>
          <p:spPr>
            <a:xfrm>
              <a:off x="3803508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p27"/>
            <p:cNvSpPr/>
            <p:nvPr/>
          </p:nvSpPr>
          <p:spPr>
            <a:xfrm>
              <a:off x="3803508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p27"/>
            <p:cNvSpPr/>
            <p:nvPr/>
          </p:nvSpPr>
          <p:spPr>
            <a:xfrm>
              <a:off x="3803508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p27"/>
            <p:cNvSpPr/>
            <p:nvPr/>
          </p:nvSpPr>
          <p:spPr>
            <a:xfrm>
              <a:off x="3803508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27"/>
            <p:cNvSpPr/>
            <p:nvPr/>
          </p:nvSpPr>
          <p:spPr>
            <a:xfrm>
              <a:off x="3803508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27"/>
            <p:cNvSpPr/>
            <p:nvPr/>
          </p:nvSpPr>
          <p:spPr>
            <a:xfrm>
              <a:off x="3803508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27"/>
            <p:cNvSpPr/>
            <p:nvPr/>
          </p:nvSpPr>
          <p:spPr>
            <a:xfrm>
              <a:off x="3803508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27"/>
            <p:cNvSpPr/>
            <p:nvPr/>
          </p:nvSpPr>
          <p:spPr>
            <a:xfrm>
              <a:off x="3803508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27"/>
            <p:cNvSpPr/>
            <p:nvPr/>
          </p:nvSpPr>
          <p:spPr>
            <a:xfrm>
              <a:off x="2027752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27"/>
            <p:cNvSpPr/>
            <p:nvPr/>
          </p:nvSpPr>
          <p:spPr>
            <a:xfrm>
              <a:off x="2116540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27"/>
            <p:cNvSpPr/>
            <p:nvPr/>
          </p:nvSpPr>
          <p:spPr>
            <a:xfrm>
              <a:off x="2205328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p27"/>
            <p:cNvSpPr/>
            <p:nvPr/>
          </p:nvSpPr>
          <p:spPr>
            <a:xfrm>
              <a:off x="2294116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p27"/>
            <p:cNvSpPr/>
            <p:nvPr/>
          </p:nvSpPr>
          <p:spPr>
            <a:xfrm>
              <a:off x="2382904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p27"/>
            <p:cNvSpPr/>
            <p:nvPr/>
          </p:nvSpPr>
          <p:spPr>
            <a:xfrm>
              <a:off x="2471691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27"/>
            <p:cNvSpPr/>
            <p:nvPr/>
          </p:nvSpPr>
          <p:spPr>
            <a:xfrm>
              <a:off x="2560479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27"/>
            <p:cNvSpPr/>
            <p:nvPr/>
          </p:nvSpPr>
          <p:spPr>
            <a:xfrm>
              <a:off x="2649267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p27"/>
            <p:cNvSpPr/>
            <p:nvPr/>
          </p:nvSpPr>
          <p:spPr>
            <a:xfrm>
              <a:off x="2738055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p27"/>
            <p:cNvSpPr/>
            <p:nvPr/>
          </p:nvSpPr>
          <p:spPr>
            <a:xfrm>
              <a:off x="2826842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p27"/>
            <p:cNvSpPr/>
            <p:nvPr/>
          </p:nvSpPr>
          <p:spPr>
            <a:xfrm>
              <a:off x="2915630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27"/>
            <p:cNvSpPr/>
            <p:nvPr/>
          </p:nvSpPr>
          <p:spPr>
            <a:xfrm>
              <a:off x="3004418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p27"/>
            <p:cNvSpPr/>
            <p:nvPr/>
          </p:nvSpPr>
          <p:spPr>
            <a:xfrm>
              <a:off x="3093206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p27"/>
            <p:cNvSpPr/>
            <p:nvPr/>
          </p:nvSpPr>
          <p:spPr>
            <a:xfrm>
              <a:off x="3181993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27"/>
            <p:cNvSpPr/>
            <p:nvPr/>
          </p:nvSpPr>
          <p:spPr>
            <a:xfrm>
              <a:off x="3270781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p27"/>
            <p:cNvSpPr/>
            <p:nvPr/>
          </p:nvSpPr>
          <p:spPr>
            <a:xfrm>
              <a:off x="3359569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p27"/>
            <p:cNvSpPr/>
            <p:nvPr/>
          </p:nvSpPr>
          <p:spPr>
            <a:xfrm>
              <a:off x="3448357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27"/>
            <p:cNvSpPr/>
            <p:nvPr/>
          </p:nvSpPr>
          <p:spPr>
            <a:xfrm>
              <a:off x="3537144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27"/>
            <p:cNvSpPr/>
            <p:nvPr/>
          </p:nvSpPr>
          <p:spPr>
            <a:xfrm>
              <a:off x="3625932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27"/>
            <p:cNvSpPr/>
            <p:nvPr/>
          </p:nvSpPr>
          <p:spPr>
            <a:xfrm>
              <a:off x="3714720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p27"/>
            <p:cNvSpPr/>
            <p:nvPr/>
          </p:nvSpPr>
          <p:spPr>
            <a:xfrm>
              <a:off x="3803508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p27"/>
            <p:cNvSpPr/>
            <p:nvPr/>
          </p:nvSpPr>
          <p:spPr>
            <a:xfrm>
              <a:off x="2027752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27"/>
            <p:cNvSpPr/>
            <p:nvPr/>
          </p:nvSpPr>
          <p:spPr>
            <a:xfrm>
              <a:off x="2116540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27"/>
            <p:cNvSpPr/>
            <p:nvPr/>
          </p:nvSpPr>
          <p:spPr>
            <a:xfrm>
              <a:off x="2205328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27"/>
            <p:cNvSpPr/>
            <p:nvPr/>
          </p:nvSpPr>
          <p:spPr>
            <a:xfrm>
              <a:off x="2294116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27"/>
            <p:cNvSpPr/>
            <p:nvPr/>
          </p:nvSpPr>
          <p:spPr>
            <a:xfrm>
              <a:off x="2382904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27"/>
            <p:cNvSpPr/>
            <p:nvPr/>
          </p:nvSpPr>
          <p:spPr>
            <a:xfrm>
              <a:off x="2471691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27"/>
            <p:cNvSpPr/>
            <p:nvPr/>
          </p:nvSpPr>
          <p:spPr>
            <a:xfrm>
              <a:off x="2560479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27"/>
            <p:cNvSpPr/>
            <p:nvPr/>
          </p:nvSpPr>
          <p:spPr>
            <a:xfrm>
              <a:off x="2649267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27"/>
            <p:cNvSpPr/>
            <p:nvPr/>
          </p:nvSpPr>
          <p:spPr>
            <a:xfrm>
              <a:off x="2738055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27"/>
            <p:cNvSpPr/>
            <p:nvPr/>
          </p:nvSpPr>
          <p:spPr>
            <a:xfrm>
              <a:off x="2826842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27"/>
            <p:cNvSpPr/>
            <p:nvPr/>
          </p:nvSpPr>
          <p:spPr>
            <a:xfrm>
              <a:off x="2915630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27"/>
            <p:cNvSpPr/>
            <p:nvPr/>
          </p:nvSpPr>
          <p:spPr>
            <a:xfrm>
              <a:off x="3004418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27"/>
            <p:cNvSpPr/>
            <p:nvPr/>
          </p:nvSpPr>
          <p:spPr>
            <a:xfrm>
              <a:off x="3093206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27"/>
            <p:cNvSpPr/>
            <p:nvPr/>
          </p:nvSpPr>
          <p:spPr>
            <a:xfrm>
              <a:off x="3181993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27"/>
            <p:cNvSpPr/>
            <p:nvPr/>
          </p:nvSpPr>
          <p:spPr>
            <a:xfrm>
              <a:off x="3270781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27"/>
            <p:cNvSpPr/>
            <p:nvPr/>
          </p:nvSpPr>
          <p:spPr>
            <a:xfrm>
              <a:off x="3359569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27"/>
            <p:cNvSpPr/>
            <p:nvPr/>
          </p:nvSpPr>
          <p:spPr>
            <a:xfrm>
              <a:off x="3448357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27"/>
            <p:cNvSpPr/>
            <p:nvPr/>
          </p:nvSpPr>
          <p:spPr>
            <a:xfrm>
              <a:off x="3537144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27"/>
            <p:cNvSpPr/>
            <p:nvPr/>
          </p:nvSpPr>
          <p:spPr>
            <a:xfrm>
              <a:off x="3625932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27"/>
            <p:cNvSpPr/>
            <p:nvPr/>
          </p:nvSpPr>
          <p:spPr>
            <a:xfrm>
              <a:off x="3714720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27"/>
            <p:cNvSpPr/>
            <p:nvPr/>
          </p:nvSpPr>
          <p:spPr>
            <a:xfrm>
              <a:off x="3803508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27"/>
            <p:cNvSpPr/>
            <p:nvPr/>
          </p:nvSpPr>
          <p:spPr>
            <a:xfrm>
              <a:off x="3895796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27"/>
            <p:cNvSpPr/>
            <p:nvPr/>
          </p:nvSpPr>
          <p:spPr>
            <a:xfrm>
              <a:off x="3895796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27"/>
            <p:cNvSpPr/>
            <p:nvPr/>
          </p:nvSpPr>
          <p:spPr>
            <a:xfrm>
              <a:off x="3895796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27"/>
            <p:cNvSpPr/>
            <p:nvPr/>
          </p:nvSpPr>
          <p:spPr>
            <a:xfrm>
              <a:off x="3895796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p27"/>
            <p:cNvSpPr/>
            <p:nvPr/>
          </p:nvSpPr>
          <p:spPr>
            <a:xfrm>
              <a:off x="3895796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p27"/>
            <p:cNvSpPr/>
            <p:nvPr/>
          </p:nvSpPr>
          <p:spPr>
            <a:xfrm>
              <a:off x="3895796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27"/>
            <p:cNvSpPr/>
            <p:nvPr/>
          </p:nvSpPr>
          <p:spPr>
            <a:xfrm>
              <a:off x="3895796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27"/>
            <p:cNvSpPr/>
            <p:nvPr/>
          </p:nvSpPr>
          <p:spPr>
            <a:xfrm>
              <a:off x="3895796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27"/>
            <p:cNvSpPr/>
            <p:nvPr/>
          </p:nvSpPr>
          <p:spPr>
            <a:xfrm>
              <a:off x="3895796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27"/>
            <p:cNvSpPr/>
            <p:nvPr/>
          </p:nvSpPr>
          <p:spPr>
            <a:xfrm>
              <a:off x="3895796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p27"/>
            <p:cNvSpPr/>
            <p:nvPr/>
          </p:nvSpPr>
          <p:spPr>
            <a:xfrm>
              <a:off x="3895796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p27"/>
            <p:cNvSpPr/>
            <p:nvPr/>
          </p:nvSpPr>
          <p:spPr>
            <a:xfrm>
              <a:off x="3895796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p27"/>
            <p:cNvSpPr/>
            <p:nvPr/>
          </p:nvSpPr>
          <p:spPr>
            <a:xfrm>
              <a:off x="3895796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3895796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3895796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1938965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1938965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1938965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1938965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1938965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1938965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1938965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1938965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1938965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1938965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1938965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1938965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1938965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1938965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1938965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1850177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1850177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1850177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1850177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1850177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1850177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1850177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1850177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1850177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1850177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1850177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1850177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1850177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1850177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1850177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1761389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1761389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1761389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1761389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1761389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27"/>
            <p:cNvSpPr/>
            <p:nvPr/>
          </p:nvSpPr>
          <p:spPr>
            <a:xfrm>
              <a:off x="1761389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27"/>
            <p:cNvSpPr/>
            <p:nvPr/>
          </p:nvSpPr>
          <p:spPr>
            <a:xfrm>
              <a:off x="1761389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27"/>
            <p:cNvSpPr/>
            <p:nvPr/>
          </p:nvSpPr>
          <p:spPr>
            <a:xfrm>
              <a:off x="1761389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27"/>
            <p:cNvSpPr/>
            <p:nvPr/>
          </p:nvSpPr>
          <p:spPr>
            <a:xfrm>
              <a:off x="1761389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27"/>
            <p:cNvSpPr/>
            <p:nvPr/>
          </p:nvSpPr>
          <p:spPr>
            <a:xfrm>
              <a:off x="1761389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p27"/>
            <p:cNvSpPr/>
            <p:nvPr/>
          </p:nvSpPr>
          <p:spPr>
            <a:xfrm>
              <a:off x="1761389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p27"/>
            <p:cNvSpPr/>
            <p:nvPr/>
          </p:nvSpPr>
          <p:spPr>
            <a:xfrm>
              <a:off x="1761389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27"/>
            <p:cNvSpPr/>
            <p:nvPr/>
          </p:nvSpPr>
          <p:spPr>
            <a:xfrm>
              <a:off x="1761389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27"/>
            <p:cNvSpPr/>
            <p:nvPr/>
          </p:nvSpPr>
          <p:spPr>
            <a:xfrm>
              <a:off x="1761389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27"/>
            <p:cNvSpPr/>
            <p:nvPr/>
          </p:nvSpPr>
          <p:spPr>
            <a:xfrm>
              <a:off x="1761389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p27"/>
            <p:cNvSpPr/>
            <p:nvPr/>
          </p:nvSpPr>
          <p:spPr>
            <a:xfrm>
              <a:off x="873527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p27"/>
            <p:cNvSpPr/>
            <p:nvPr/>
          </p:nvSpPr>
          <p:spPr>
            <a:xfrm>
              <a:off x="962315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27"/>
            <p:cNvSpPr/>
            <p:nvPr/>
          </p:nvSpPr>
          <p:spPr>
            <a:xfrm>
              <a:off x="1051103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27"/>
            <p:cNvSpPr/>
            <p:nvPr/>
          </p:nvSpPr>
          <p:spPr>
            <a:xfrm>
              <a:off x="1139891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27"/>
            <p:cNvSpPr/>
            <p:nvPr/>
          </p:nvSpPr>
          <p:spPr>
            <a:xfrm>
              <a:off x="1228679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1317466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873527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962315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1051103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27"/>
            <p:cNvSpPr/>
            <p:nvPr/>
          </p:nvSpPr>
          <p:spPr>
            <a:xfrm>
              <a:off x="1139891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27"/>
            <p:cNvSpPr/>
            <p:nvPr/>
          </p:nvSpPr>
          <p:spPr>
            <a:xfrm>
              <a:off x="1228679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1317466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873527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962315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1051103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p27"/>
            <p:cNvSpPr/>
            <p:nvPr/>
          </p:nvSpPr>
          <p:spPr>
            <a:xfrm>
              <a:off x="1139891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p27"/>
            <p:cNvSpPr/>
            <p:nvPr/>
          </p:nvSpPr>
          <p:spPr>
            <a:xfrm>
              <a:off x="1228679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1317466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27"/>
            <p:cNvSpPr/>
            <p:nvPr/>
          </p:nvSpPr>
          <p:spPr>
            <a:xfrm>
              <a:off x="873527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27"/>
            <p:cNvSpPr/>
            <p:nvPr/>
          </p:nvSpPr>
          <p:spPr>
            <a:xfrm>
              <a:off x="962315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1051103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1139891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27"/>
            <p:cNvSpPr/>
            <p:nvPr/>
          </p:nvSpPr>
          <p:spPr>
            <a:xfrm>
              <a:off x="1228679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27"/>
            <p:cNvSpPr/>
            <p:nvPr/>
          </p:nvSpPr>
          <p:spPr>
            <a:xfrm>
              <a:off x="1317466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27"/>
            <p:cNvSpPr/>
            <p:nvPr/>
          </p:nvSpPr>
          <p:spPr>
            <a:xfrm>
              <a:off x="873527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27"/>
            <p:cNvSpPr/>
            <p:nvPr/>
          </p:nvSpPr>
          <p:spPr>
            <a:xfrm>
              <a:off x="962315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27"/>
            <p:cNvSpPr/>
            <p:nvPr/>
          </p:nvSpPr>
          <p:spPr>
            <a:xfrm>
              <a:off x="1051103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27"/>
            <p:cNvSpPr/>
            <p:nvPr/>
          </p:nvSpPr>
          <p:spPr>
            <a:xfrm>
              <a:off x="1139891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27"/>
            <p:cNvSpPr/>
            <p:nvPr/>
          </p:nvSpPr>
          <p:spPr>
            <a:xfrm>
              <a:off x="1228679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27"/>
            <p:cNvSpPr/>
            <p:nvPr/>
          </p:nvSpPr>
          <p:spPr>
            <a:xfrm>
              <a:off x="1317466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27"/>
            <p:cNvSpPr/>
            <p:nvPr/>
          </p:nvSpPr>
          <p:spPr>
            <a:xfrm>
              <a:off x="873527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p27"/>
            <p:cNvSpPr/>
            <p:nvPr/>
          </p:nvSpPr>
          <p:spPr>
            <a:xfrm>
              <a:off x="962315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27"/>
            <p:cNvSpPr/>
            <p:nvPr/>
          </p:nvSpPr>
          <p:spPr>
            <a:xfrm>
              <a:off x="1051103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27"/>
            <p:cNvSpPr/>
            <p:nvPr/>
          </p:nvSpPr>
          <p:spPr>
            <a:xfrm>
              <a:off x="1139891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27"/>
            <p:cNvSpPr/>
            <p:nvPr/>
          </p:nvSpPr>
          <p:spPr>
            <a:xfrm>
              <a:off x="1228679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27"/>
            <p:cNvSpPr/>
            <p:nvPr/>
          </p:nvSpPr>
          <p:spPr>
            <a:xfrm>
              <a:off x="1317466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27"/>
            <p:cNvSpPr/>
            <p:nvPr/>
          </p:nvSpPr>
          <p:spPr>
            <a:xfrm>
              <a:off x="873527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27"/>
            <p:cNvSpPr/>
            <p:nvPr/>
          </p:nvSpPr>
          <p:spPr>
            <a:xfrm>
              <a:off x="962315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27"/>
            <p:cNvSpPr/>
            <p:nvPr/>
          </p:nvSpPr>
          <p:spPr>
            <a:xfrm>
              <a:off x="1051103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27"/>
            <p:cNvSpPr/>
            <p:nvPr/>
          </p:nvSpPr>
          <p:spPr>
            <a:xfrm>
              <a:off x="1139891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27"/>
            <p:cNvSpPr/>
            <p:nvPr/>
          </p:nvSpPr>
          <p:spPr>
            <a:xfrm>
              <a:off x="1228679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p27"/>
            <p:cNvSpPr/>
            <p:nvPr/>
          </p:nvSpPr>
          <p:spPr>
            <a:xfrm>
              <a:off x="1317466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27"/>
            <p:cNvSpPr/>
            <p:nvPr/>
          </p:nvSpPr>
          <p:spPr>
            <a:xfrm>
              <a:off x="873527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27"/>
            <p:cNvSpPr/>
            <p:nvPr/>
          </p:nvSpPr>
          <p:spPr>
            <a:xfrm>
              <a:off x="962315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27"/>
            <p:cNvSpPr/>
            <p:nvPr/>
          </p:nvSpPr>
          <p:spPr>
            <a:xfrm>
              <a:off x="1051103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p27"/>
            <p:cNvSpPr/>
            <p:nvPr/>
          </p:nvSpPr>
          <p:spPr>
            <a:xfrm>
              <a:off x="1139891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p27"/>
            <p:cNvSpPr/>
            <p:nvPr/>
          </p:nvSpPr>
          <p:spPr>
            <a:xfrm>
              <a:off x="1228679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4" name="Google Shape;2404;p27"/>
            <p:cNvSpPr/>
            <p:nvPr/>
          </p:nvSpPr>
          <p:spPr>
            <a:xfrm>
              <a:off x="1317466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p27"/>
            <p:cNvSpPr/>
            <p:nvPr/>
          </p:nvSpPr>
          <p:spPr>
            <a:xfrm>
              <a:off x="873527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962315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1051103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1139891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1228679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1317466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p27"/>
            <p:cNvSpPr/>
            <p:nvPr/>
          </p:nvSpPr>
          <p:spPr>
            <a:xfrm>
              <a:off x="873527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27"/>
            <p:cNvSpPr/>
            <p:nvPr/>
          </p:nvSpPr>
          <p:spPr>
            <a:xfrm>
              <a:off x="962315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27"/>
            <p:cNvSpPr/>
            <p:nvPr/>
          </p:nvSpPr>
          <p:spPr>
            <a:xfrm>
              <a:off x="1051103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27"/>
            <p:cNvSpPr/>
            <p:nvPr/>
          </p:nvSpPr>
          <p:spPr>
            <a:xfrm>
              <a:off x="1139891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27"/>
            <p:cNvSpPr/>
            <p:nvPr/>
          </p:nvSpPr>
          <p:spPr>
            <a:xfrm>
              <a:off x="1228679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27"/>
            <p:cNvSpPr/>
            <p:nvPr/>
          </p:nvSpPr>
          <p:spPr>
            <a:xfrm>
              <a:off x="1317466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27"/>
            <p:cNvSpPr/>
            <p:nvPr/>
          </p:nvSpPr>
          <p:spPr>
            <a:xfrm>
              <a:off x="873527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27"/>
            <p:cNvSpPr/>
            <p:nvPr/>
          </p:nvSpPr>
          <p:spPr>
            <a:xfrm>
              <a:off x="962315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p27"/>
            <p:cNvSpPr/>
            <p:nvPr/>
          </p:nvSpPr>
          <p:spPr>
            <a:xfrm>
              <a:off x="1051103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p27"/>
            <p:cNvSpPr/>
            <p:nvPr/>
          </p:nvSpPr>
          <p:spPr>
            <a:xfrm>
              <a:off x="1139891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p27"/>
            <p:cNvSpPr/>
            <p:nvPr/>
          </p:nvSpPr>
          <p:spPr>
            <a:xfrm>
              <a:off x="1228679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27"/>
            <p:cNvSpPr/>
            <p:nvPr/>
          </p:nvSpPr>
          <p:spPr>
            <a:xfrm>
              <a:off x="1317466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27"/>
            <p:cNvSpPr/>
            <p:nvPr/>
          </p:nvSpPr>
          <p:spPr>
            <a:xfrm>
              <a:off x="873527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27"/>
            <p:cNvSpPr/>
            <p:nvPr/>
          </p:nvSpPr>
          <p:spPr>
            <a:xfrm>
              <a:off x="962315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27"/>
            <p:cNvSpPr/>
            <p:nvPr/>
          </p:nvSpPr>
          <p:spPr>
            <a:xfrm>
              <a:off x="1051103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p27"/>
            <p:cNvSpPr/>
            <p:nvPr/>
          </p:nvSpPr>
          <p:spPr>
            <a:xfrm>
              <a:off x="1139891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27"/>
            <p:cNvSpPr/>
            <p:nvPr/>
          </p:nvSpPr>
          <p:spPr>
            <a:xfrm>
              <a:off x="1228679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27"/>
            <p:cNvSpPr/>
            <p:nvPr/>
          </p:nvSpPr>
          <p:spPr>
            <a:xfrm>
              <a:off x="1317466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p27"/>
            <p:cNvSpPr/>
            <p:nvPr/>
          </p:nvSpPr>
          <p:spPr>
            <a:xfrm>
              <a:off x="873527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27"/>
            <p:cNvSpPr/>
            <p:nvPr/>
          </p:nvSpPr>
          <p:spPr>
            <a:xfrm>
              <a:off x="962315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p27"/>
            <p:cNvSpPr/>
            <p:nvPr/>
          </p:nvSpPr>
          <p:spPr>
            <a:xfrm>
              <a:off x="1051103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27"/>
            <p:cNvSpPr/>
            <p:nvPr/>
          </p:nvSpPr>
          <p:spPr>
            <a:xfrm>
              <a:off x="1139891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27"/>
            <p:cNvSpPr/>
            <p:nvPr/>
          </p:nvSpPr>
          <p:spPr>
            <a:xfrm>
              <a:off x="1228679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27"/>
            <p:cNvSpPr/>
            <p:nvPr/>
          </p:nvSpPr>
          <p:spPr>
            <a:xfrm>
              <a:off x="1317466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27"/>
            <p:cNvSpPr/>
            <p:nvPr/>
          </p:nvSpPr>
          <p:spPr>
            <a:xfrm>
              <a:off x="1406254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1406254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1406254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1406254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1406254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1406254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1406254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1406254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1406254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1406254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1406254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1406254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1406254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1495042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p27"/>
            <p:cNvSpPr/>
            <p:nvPr/>
          </p:nvSpPr>
          <p:spPr>
            <a:xfrm>
              <a:off x="1495042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p27"/>
            <p:cNvSpPr/>
            <p:nvPr/>
          </p:nvSpPr>
          <p:spPr>
            <a:xfrm>
              <a:off x="1495042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p27"/>
            <p:cNvSpPr/>
            <p:nvPr/>
          </p:nvSpPr>
          <p:spPr>
            <a:xfrm>
              <a:off x="1495042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27"/>
            <p:cNvSpPr/>
            <p:nvPr/>
          </p:nvSpPr>
          <p:spPr>
            <a:xfrm>
              <a:off x="1495042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p27"/>
            <p:cNvSpPr/>
            <p:nvPr/>
          </p:nvSpPr>
          <p:spPr>
            <a:xfrm>
              <a:off x="1495042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p27"/>
            <p:cNvSpPr/>
            <p:nvPr/>
          </p:nvSpPr>
          <p:spPr>
            <a:xfrm>
              <a:off x="1495042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5" name="Google Shape;2455;p27"/>
            <p:cNvSpPr/>
            <p:nvPr/>
          </p:nvSpPr>
          <p:spPr>
            <a:xfrm>
              <a:off x="1495042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p27"/>
            <p:cNvSpPr/>
            <p:nvPr/>
          </p:nvSpPr>
          <p:spPr>
            <a:xfrm>
              <a:off x="1495042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27"/>
            <p:cNvSpPr/>
            <p:nvPr/>
          </p:nvSpPr>
          <p:spPr>
            <a:xfrm>
              <a:off x="1495042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p27"/>
            <p:cNvSpPr/>
            <p:nvPr/>
          </p:nvSpPr>
          <p:spPr>
            <a:xfrm>
              <a:off x="1495042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p27"/>
            <p:cNvSpPr/>
            <p:nvPr/>
          </p:nvSpPr>
          <p:spPr>
            <a:xfrm>
              <a:off x="1495042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p27"/>
            <p:cNvSpPr/>
            <p:nvPr/>
          </p:nvSpPr>
          <p:spPr>
            <a:xfrm>
              <a:off x="1495042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p27"/>
            <p:cNvSpPr/>
            <p:nvPr/>
          </p:nvSpPr>
          <p:spPr>
            <a:xfrm>
              <a:off x="1583830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p27"/>
            <p:cNvSpPr/>
            <p:nvPr/>
          </p:nvSpPr>
          <p:spPr>
            <a:xfrm>
              <a:off x="1583830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p27"/>
            <p:cNvSpPr/>
            <p:nvPr/>
          </p:nvSpPr>
          <p:spPr>
            <a:xfrm>
              <a:off x="1583830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27"/>
            <p:cNvSpPr/>
            <p:nvPr/>
          </p:nvSpPr>
          <p:spPr>
            <a:xfrm>
              <a:off x="1583830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p27"/>
            <p:cNvSpPr/>
            <p:nvPr/>
          </p:nvSpPr>
          <p:spPr>
            <a:xfrm>
              <a:off x="1583830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p27"/>
            <p:cNvSpPr/>
            <p:nvPr/>
          </p:nvSpPr>
          <p:spPr>
            <a:xfrm>
              <a:off x="1583830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7" name="Google Shape;2467;p27"/>
            <p:cNvSpPr/>
            <p:nvPr/>
          </p:nvSpPr>
          <p:spPr>
            <a:xfrm>
              <a:off x="1583830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p27"/>
            <p:cNvSpPr/>
            <p:nvPr/>
          </p:nvSpPr>
          <p:spPr>
            <a:xfrm>
              <a:off x="1583830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p27"/>
            <p:cNvSpPr/>
            <p:nvPr/>
          </p:nvSpPr>
          <p:spPr>
            <a:xfrm>
              <a:off x="1583830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p27"/>
            <p:cNvSpPr/>
            <p:nvPr/>
          </p:nvSpPr>
          <p:spPr>
            <a:xfrm>
              <a:off x="1583830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p27"/>
            <p:cNvSpPr/>
            <p:nvPr/>
          </p:nvSpPr>
          <p:spPr>
            <a:xfrm>
              <a:off x="1583830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2" name="Google Shape;2472;p27"/>
            <p:cNvSpPr/>
            <p:nvPr/>
          </p:nvSpPr>
          <p:spPr>
            <a:xfrm>
              <a:off x="1583830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p27"/>
            <p:cNvSpPr/>
            <p:nvPr/>
          </p:nvSpPr>
          <p:spPr>
            <a:xfrm>
              <a:off x="1583830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p27"/>
            <p:cNvSpPr/>
            <p:nvPr/>
          </p:nvSpPr>
          <p:spPr>
            <a:xfrm>
              <a:off x="1672617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5" name="Google Shape;2475;p27"/>
            <p:cNvSpPr/>
            <p:nvPr/>
          </p:nvSpPr>
          <p:spPr>
            <a:xfrm>
              <a:off x="1672617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p27"/>
            <p:cNvSpPr/>
            <p:nvPr/>
          </p:nvSpPr>
          <p:spPr>
            <a:xfrm>
              <a:off x="1672617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p27"/>
            <p:cNvSpPr/>
            <p:nvPr/>
          </p:nvSpPr>
          <p:spPr>
            <a:xfrm>
              <a:off x="1672617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p27"/>
            <p:cNvSpPr/>
            <p:nvPr/>
          </p:nvSpPr>
          <p:spPr>
            <a:xfrm>
              <a:off x="1672617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p27"/>
            <p:cNvSpPr/>
            <p:nvPr/>
          </p:nvSpPr>
          <p:spPr>
            <a:xfrm>
              <a:off x="1672617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0" name="Google Shape;2480;p27"/>
            <p:cNvSpPr/>
            <p:nvPr/>
          </p:nvSpPr>
          <p:spPr>
            <a:xfrm>
              <a:off x="1672617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1" name="Google Shape;2481;p27"/>
            <p:cNvSpPr/>
            <p:nvPr/>
          </p:nvSpPr>
          <p:spPr>
            <a:xfrm>
              <a:off x="1672617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p27"/>
            <p:cNvSpPr/>
            <p:nvPr/>
          </p:nvSpPr>
          <p:spPr>
            <a:xfrm>
              <a:off x="1672617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3" name="Google Shape;2483;p27"/>
            <p:cNvSpPr/>
            <p:nvPr/>
          </p:nvSpPr>
          <p:spPr>
            <a:xfrm>
              <a:off x="1672617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p27"/>
            <p:cNvSpPr/>
            <p:nvPr/>
          </p:nvSpPr>
          <p:spPr>
            <a:xfrm>
              <a:off x="1672617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27"/>
            <p:cNvSpPr/>
            <p:nvPr/>
          </p:nvSpPr>
          <p:spPr>
            <a:xfrm>
              <a:off x="1672617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p27"/>
            <p:cNvSpPr/>
            <p:nvPr/>
          </p:nvSpPr>
          <p:spPr>
            <a:xfrm>
              <a:off x="1672617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7" name="Google Shape;2487;p27"/>
            <p:cNvSpPr/>
            <p:nvPr/>
          </p:nvSpPr>
          <p:spPr>
            <a:xfrm>
              <a:off x="873527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8" name="Google Shape;2488;p27"/>
            <p:cNvSpPr/>
            <p:nvPr/>
          </p:nvSpPr>
          <p:spPr>
            <a:xfrm>
              <a:off x="962315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9" name="Google Shape;2489;p27"/>
            <p:cNvSpPr/>
            <p:nvPr/>
          </p:nvSpPr>
          <p:spPr>
            <a:xfrm>
              <a:off x="1051103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0" name="Google Shape;2490;p27"/>
            <p:cNvSpPr/>
            <p:nvPr/>
          </p:nvSpPr>
          <p:spPr>
            <a:xfrm>
              <a:off x="1139891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p27"/>
            <p:cNvSpPr/>
            <p:nvPr/>
          </p:nvSpPr>
          <p:spPr>
            <a:xfrm>
              <a:off x="1228679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2" name="Google Shape;2492;p27"/>
            <p:cNvSpPr/>
            <p:nvPr/>
          </p:nvSpPr>
          <p:spPr>
            <a:xfrm>
              <a:off x="1317466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27"/>
            <p:cNvSpPr/>
            <p:nvPr/>
          </p:nvSpPr>
          <p:spPr>
            <a:xfrm>
              <a:off x="1406254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p27"/>
            <p:cNvSpPr/>
            <p:nvPr/>
          </p:nvSpPr>
          <p:spPr>
            <a:xfrm>
              <a:off x="1495042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p27"/>
            <p:cNvSpPr/>
            <p:nvPr/>
          </p:nvSpPr>
          <p:spPr>
            <a:xfrm>
              <a:off x="1583830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p27"/>
            <p:cNvSpPr/>
            <p:nvPr/>
          </p:nvSpPr>
          <p:spPr>
            <a:xfrm>
              <a:off x="1672617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7" name="Google Shape;2497;p27"/>
            <p:cNvSpPr/>
            <p:nvPr/>
          </p:nvSpPr>
          <p:spPr>
            <a:xfrm>
              <a:off x="873527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8" name="Google Shape;2498;p27"/>
            <p:cNvSpPr/>
            <p:nvPr/>
          </p:nvSpPr>
          <p:spPr>
            <a:xfrm>
              <a:off x="962315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9" name="Google Shape;2499;p27"/>
            <p:cNvSpPr/>
            <p:nvPr/>
          </p:nvSpPr>
          <p:spPr>
            <a:xfrm>
              <a:off x="1051103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0" name="Google Shape;2500;p27"/>
            <p:cNvSpPr/>
            <p:nvPr/>
          </p:nvSpPr>
          <p:spPr>
            <a:xfrm>
              <a:off x="1139891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1" name="Google Shape;2501;p27"/>
            <p:cNvSpPr/>
            <p:nvPr/>
          </p:nvSpPr>
          <p:spPr>
            <a:xfrm>
              <a:off x="1228679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2" name="Google Shape;2502;p27"/>
            <p:cNvSpPr/>
            <p:nvPr/>
          </p:nvSpPr>
          <p:spPr>
            <a:xfrm>
              <a:off x="1317466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3" name="Google Shape;2503;p27"/>
            <p:cNvSpPr/>
            <p:nvPr/>
          </p:nvSpPr>
          <p:spPr>
            <a:xfrm>
              <a:off x="1406254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p27"/>
            <p:cNvSpPr/>
            <p:nvPr/>
          </p:nvSpPr>
          <p:spPr>
            <a:xfrm>
              <a:off x="1495042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p27"/>
            <p:cNvSpPr/>
            <p:nvPr/>
          </p:nvSpPr>
          <p:spPr>
            <a:xfrm>
              <a:off x="1583830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p27"/>
            <p:cNvSpPr/>
            <p:nvPr/>
          </p:nvSpPr>
          <p:spPr>
            <a:xfrm>
              <a:off x="1672617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p27"/>
            <p:cNvSpPr/>
            <p:nvPr/>
          </p:nvSpPr>
          <p:spPr>
            <a:xfrm>
              <a:off x="784740" y="163081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8" name="Google Shape;2508;p27"/>
            <p:cNvSpPr/>
            <p:nvPr/>
          </p:nvSpPr>
          <p:spPr>
            <a:xfrm>
              <a:off x="784740" y="172874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p27"/>
            <p:cNvSpPr/>
            <p:nvPr/>
          </p:nvSpPr>
          <p:spPr>
            <a:xfrm>
              <a:off x="784740" y="182668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p27"/>
            <p:cNvSpPr/>
            <p:nvPr/>
          </p:nvSpPr>
          <p:spPr>
            <a:xfrm>
              <a:off x="784740" y="192461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p27"/>
            <p:cNvSpPr/>
            <p:nvPr/>
          </p:nvSpPr>
          <p:spPr>
            <a:xfrm>
              <a:off x="784740" y="202255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p27"/>
            <p:cNvSpPr/>
            <p:nvPr/>
          </p:nvSpPr>
          <p:spPr>
            <a:xfrm>
              <a:off x="784740" y="212048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27"/>
            <p:cNvSpPr/>
            <p:nvPr/>
          </p:nvSpPr>
          <p:spPr>
            <a:xfrm>
              <a:off x="784740" y="2218424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p27"/>
            <p:cNvSpPr/>
            <p:nvPr/>
          </p:nvSpPr>
          <p:spPr>
            <a:xfrm>
              <a:off x="784740" y="231635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p27"/>
            <p:cNvSpPr/>
            <p:nvPr/>
          </p:nvSpPr>
          <p:spPr>
            <a:xfrm>
              <a:off x="784740" y="241429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27"/>
            <p:cNvSpPr/>
            <p:nvPr/>
          </p:nvSpPr>
          <p:spPr>
            <a:xfrm>
              <a:off x="784740" y="251223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p27"/>
            <p:cNvSpPr/>
            <p:nvPr/>
          </p:nvSpPr>
          <p:spPr>
            <a:xfrm>
              <a:off x="784740" y="261016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27"/>
            <p:cNvSpPr/>
            <p:nvPr/>
          </p:nvSpPr>
          <p:spPr>
            <a:xfrm>
              <a:off x="784740" y="270810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27"/>
            <p:cNvSpPr/>
            <p:nvPr/>
          </p:nvSpPr>
          <p:spPr>
            <a:xfrm>
              <a:off x="784740" y="280603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27"/>
            <p:cNvSpPr/>
            <p:nvPr/>
          </p:nvSpPr>
          <p:spPr>
            <a:xfrm>
              <a:off x="784740" y="290397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p27"/>
            <p:cNvSpPr/>
            <p:nvPr/>
          </p:nvSpPr>
          <p:spPr>
            <a:xfrm>
              <a:off x="784740" y="300190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27"/>
            <p:cNvSpPr/>
            <p:nvPr/>
          </p:nvSpPr>
          <p:spPr>
            <a:xfrm>
              <a:off x="873527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p27"/>
            <p:cNvSpPr/>
            <p:nvPr/>
          </p:nvSpPr>
          <p:spPr>
            <a:xfrm>
              <a:off x="962315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4" name="Google Shape;2524;p27"/>
            <p:cNvSpPr/>
            <p:nvPr/>
          </p:nvSpPr>
          <p:spPr>
            <a:xfrm>
              <a:off x="1051103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p27"/>
            <p:cNvSpPr/>
            <p:nvPr/>
          </p:nvSpPr>
          <p:spPr>
            <a:xfrm>
              <a:off x="1139891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p27"/>
            <p:cNvSpPr/>
            <p:nvPr/>
          </p:nvSpPr>
          <p:spPr>
            <a:xfrm>
              <a:off x="1228679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7" name="Google Shape;2527;p27"/>
            <p:cNvSpPr/>
            <p:nvPr/>
          </p:nvSpPr>
          <p:spPr>
            <a:xfrm>
              <a:off x="1317466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8" name="Google Shape;2528;p27"/>
            <p:cNvSpPr/>
            <p:nvPr/>
          </p:nvSpPr>
          <p:spPr>
            <a:xfrm>
              <a:off x="873527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9" name="Google Shape;2529;p27"/>
            <p:cNvSpPr/>
            <p:nvPr/>
          </p:nvSpPr>
          <p:spPr>
            <a:xfrm>
              <a:off x="962315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0" name="Google Shape;2530;p27"/>
            <p:cNvSpPr/>
            <p:nvPr/>
          </p:nvSpPr>
          <p:spPr>
            <a:xfrm>
              <a:off x="1051103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p27"/>
            <p:cNvSpPr/>
            <p:nvPr/>
          </p:nvSpPr>
          <p:spPr>
            <a:xfrm>
              <a:off x="1139891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p27"/>
            <p:cNvSpPr/>
            <p:nvPr/>
          </p:nvSpPr>
          <p:spPr>
            <a:xfrm>
              <a:off x="1228679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3" name="Google Shape;2533;p27"/>
            <p:cNvSpPr/>
            <p:nvPr/>
          </p:nvSpPr>
          <p:spPr>
            <a:xfrm>
              <a:off x="1317466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p27"/>
            <p:cNvSpPr/>
            <p:nvPr/>
          </p:nvSpPr>
          <p:spPr>
            <a:xfrm>
              <a:off x="873527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p27"/>
            <p:cNvSpPr/>
            <p:nvPr/>
          </p:nvSpPr>
          <p:spPr>
            <a:xfrm>
              <a:off x="962315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p27"/>
            <p:cNvSpPr/>
            <p:nvPr/>
          </p:nvSpPr>
          <p:spPr>
            <a:xfrm>
              <a:off x="1051103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p27"/>
            <p:cNvSpPr/>
            <p:nvPr/>
          </p:nvSpPr>
          <p:spPr>
            <a:xfrm>
              <a:off x="1139891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p27"/>
            <p:cNvSpPr/>
            <p:nvPr/>
          </p:nvSpPr>
          <p:spPr>
            <a:xfrm>
              <a:off x="1228679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9" name="Google Shape;2539;p27"/>
            <p:cNvSpPr/>
            <p:nvPr/>
          </p:nvSpPr>
          <p:spPr>
            <a:xfrm>
              <a:off x="1317466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0" name="Google Shape;2540;p27"/>
            <p:cNvSpPr/>
            <p:nvPr/>
          </p:nvSpPr>
          <p:spPr>
            <a:xfrm>
              <a:off x="873527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1" name="Google Shape;2541;p27"/>
            <p:cNvSpPr/>
            <p:nvPr/>
          </p:nvSpPr>
          <p:spPr>
            <a:xfrm>
              <a:off x="962315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2" name="Google Shape;2542;p27"/>
            <p:cNvSpPr/>
            <p:nvPr/>
          </p:nvSpPr>
          <p:spPr>
            <a:xfrm>
              <a:off x="1051103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p27"/>
            <p:cNvSpPr/>
            <p:nvPr/>
          </p:nvSpPr>
          <p:spPr>
            <a:xfrm>
              <a:off x="1139891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4" name="Google Shape;2544;p27"/>
            <p:cNvSpPr/>
            <p:nvPr/>
          </p:nvSpPr>
          <p:spPr>
            <a:xfrm>
              <a:off x="1228679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5" name="Google Shape;2545;p27"/>
            <p:cNvSpPr/>
            <p:nvPr/>
          </p:nvSpPr>
          <p:spPr>
            <a:xfrm>
              <a:off x="1317466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6" name="Google Shape;2546;p27"/>
            <p:cNvSpPr/>
            <p:nvPr/>
          </p:nvSpPr>
          <p:spPr>
            <a:xfrm>
              <a:off x="873527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7" name="Google Shape;2547;p27"/>
            <p:cNvSpPr/>
            <p:nvPr/>
          </p:nvSpPr>
          <p:spPr>
            <a:xfrm>
              <a:off x="962315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p27"/>
            <p:cNvSpPr/>
            <p:nvPr/>
          </p:nvSpPr>
          <p:spPr>
            <a:xfrm>
              <a:off x="1051103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p27"/>
            <p:cNvSpPr/>
            <p:nvPr/>
          </p:nvSpPr>
          <p:spPr>
            <a:xfrm>
              <a:off x="1139891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p27"/>
            <p:cNvSpPr/>
            <p:nvPr/>
          </p:nvSpPr>
          <p:spPr>
            <a:xfrm>
              <a:off x="1228679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27"/>
            <p:cNvSpPr/>
            <p:nvPr/>
          </p:nvSpPr>
          <p:spPr>
            <a:xfrm>
              <a:off x="1317466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p27"/>
            <p:cNvSpPr/>
            <p:nvPr/>
          </p:nvSpPr>
          <p:spPr>
            <a:xfrm>
              <a:off x="873527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27"/>
            <p:cNvSpPr/>
            <p:nvPr/>
          </p:nvSpPr>
          <p:spPr>
            <a:xfrm>
              <a:off x="962315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27"/>
            <p:cNvSpPr/>
            <p:nvPr/>
          </p:nvSpPr>
          <p:spPr>
            <a:xfrm>
              <a:off x="1051103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p27"/>
            <p:cNvSpPr/>
            <p:nvPr/>
          </p:nvSpPr>
          <p:spPr>
            <a:xfrm>
              <a:off x="1139891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p27"/>
            <p:cNvSpPr/>
            <p:nvPr/>
          </p:nvSpPr>
          <p:spPr>
            <a:xfrm>
              <a:off x="1228679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p27"/>
            <p:cNvSpPr/>
            <p:nvPr/>
          </p:nvSpPr>
          <p:spPr>
            <a:xfrm>
              <a:off x="1317466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p27"/>
            <p:cNvSpPr/>
            <p:nvPr/>
          </p:nvSpPr>
          <p:spPr>
            <a:xfrm>
              <a:off x="873527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27"/>
            <p:cNvSpPr/>
            <p:nvPr/>
          </p:nvSpPr>
          <p:spPr>
            <a:xfrm>
              <a:off x="962315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p27"/>
            <p:cNvSpPr/>
            <p:nvPr/>
          </p:nvSpPr>
          <p:spPr>
            <a:xfrm>
              <a:off x="1051103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p27"/>
            <p:cNvSpPr/>
            <p:nvPr/>
          </p:nvSpPr>
          <p:spPr>
            <a:xfrm>
              <a:off x="1139891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p27"/>
            <p:cNvSpPr/>
            <p:nvPr/>
          </p:nvSpPr>
          <p:spPr>
            <a:xfrm>
              <a:off x="1228679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p27"/>
            <p:cNvSpPr/>
            <p:nvPr/>
          </p:nvSpPr>
          <p:spPr>
            <a:xfrm>
              <a:off x="1317466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27"/>
            <p:cNvSpPr/>
            <p:nvPr/>
          </p:nvSpPr>
          <p:spPr>
            <a:xfrm>
              <a:off x="873527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27"/>
            <p:cNvSpPr/>
            <p:nvPr/>
          </p:nvSpPr>
          <p:spPr>
            <a:xfrm>
              <a:off x="962315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27"/>
            <p:cNvSpPr/>
            <p:nvPr/>
          </p:nvSpPr>
          <p:spPr>
            <a:xfrm>
              <a:off x="1051103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p27"/>
            <p:cNvSpPr/>
            <p:nvPr/>
          </p:nvSpPr>
          <p:spPr>
            <a:xfrm>
              <a:off x="1139891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p27"/>
            <p:cNvSpPr/>
            <p:nvPr/>
          </p:nvSpPr>
          <p:spPr>
            <a:xfrm>
              <a:off x="1228679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p27"/>
            <p:cNvSpPr/>
            <p:nvPr/>
          </p:nvSpPr>
          <p:spPr>
            <a:xfrm>
              <a:off x="1317466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p27"/>
            <p:cNvSpPr/>
            <p:nvPr/>
          </p:nvSpPr>
          <p:spPr>
            <a:xfrm>
              <a:off x="873527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p27"/>
            <p:cNvSpPr/>
            <p:nvPr/>
          </p:nvSpPr>
          <p:spPr>
            <a:xfrm>
              <a:off x="962315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p27"/>
            <p:cNvSpPr/>
            <p:nvPr/>
          </p:nvSpPr>
          <p:spPr>
            <a:xfrm>
              <a:off x="1051103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p27"/>
            <p:cNvSpPr/>
            <p:nvPr/>
          </p:nvSpPr>
          <p:spPr>
            <a:xfrm>
              <a:off x="1139891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27"/>
            <p:cNvSpPr/>
            <p:nvPr/>
          </p:nvSpPr>
          <p:spPr>
            <a:xfrm>
              <a:off x="1228679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27"/>
            <p:cNvSpPr/>
            <p:nvPr/>
          </p:nvSpPr>
          <p:spPr>
            <a:xfrm>
              <a:off x="1317466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27"/>
            <p:cNvSpPr/>
            <p:nvPr/>
          </p:nvSpPr>
          <p:spPr>
            <a:xfrm>
              <a:off x="873527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p27"/>
            <p:cNvSpPr/>
            <p:nvPr/>
          </p:nvSpPr>
          <p:spPr>
            <a:xfrm>
              <a:off x="962315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27"/>
            <p:cNvSpPr/>
            <p:nvPr/>
          </p:nvSpPr>
          <p:spPr>
            <a:xfrm>
              <a:off x="1051103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p27"/>
            <p:cNvSpPr/>
            <p:nvPr/>
          </p:nvSpPr>
          <p:spPr>
            <a:xfrm>
              <a:off x="1139891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p27"/>
            <p:cNvSpPr/>
            <p:nvPr/>
          </p:nvSpPr>
          <p:spPr>
            <a:xfrm>
              <a:off x="1228679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p27"/>
            <p:cNvSpPr/>
            <p:nvPr/>
          </p:nvSpPr>
          <p:spPr>
            <a:xfrm>
              <a:off x="1317466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p27"/>
            <p:cNvSpPr/>
            <p:nvPr/>
          </p:nvSpPr>
          <p:spPr>
            <a:xfrm>
              <a:off x="873527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27"/>
            <p:cNvSpPr/>
            <p:nvPr/>
          </p:nvSpPr>
          <p:spPr>
            <a:xfrm>
              <a:off x="962315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p27"/>
            <p:cNvSpPr/>
            <p:nvPr/>
          </p:nvSpPr>
          <p:spPr>
            <a:xfrm>
              <a:off x="1051103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p27"/>
            <p:cNvSpPr/>
            <p:nvPr/>
          </p:nvSpPr>
          <p:spPr>
            <a:xfrm>
              <a:off x="1139891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6" name="Google Shape;2586;p27"/>
            <p:cNvSpPr/>
            <p:nvPr/>
          </p:nvSpPr>
          <p:spPr>
            <a:xfrm>
              <a:off x="1228679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7" name="Google Shape;2587;p27"/>
            <p:cNvSpPr/>
            <p:nvPr/>
          </p:nvSpPr>
          <p:spPr>
            <a:xfrm>
              <a:off x="1317466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8" name="Google Shape;2588;p27"/>
            <p:cNvSpPr/>
            <p:nvPr/>
          </p:nvSpPr>
          <p:spPr>
            <a:xfrm>
              <a:off x="873527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27"/>
            <p:cNvSpPr/>
            <p:nvPr/>
          </p:nvSpPr>
          <p:spPr>
            <a:xfrm>
              <a:off x="962315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p27"/>
            <p:cNvSpPr/>
            <p:nvPr/>
          </p:nvSpPr>
          <p:spPr>
            <a:xfrm>
              <a:off x="1051103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p27"/>
            <p:cNvSpPr/>
            <p:nvPr/>
          </p:nvSpPr>
          <p:spPr>
            <a:xfrm>
              <a:off x="1139891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p27"/>
            <p:cNvSpPr/>
            <p:nvPr/>
          </p:nvSpPr>
          <p:spPr>
            <a:xfrm>
              <a:off x="1228679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3" name="Google Shape;2593;p27"/>
            <p:cNvSpPr/>
            <p:nvPr/>
          </p:nvSpPr>
          <p:spPr>
            <a:xfrm>
              <a:off x="1317466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p27"/>
            <p:cNvSpPr/>
            <p:nvPr/>
          </p:nvSpPr>
          <p:spPr>
            <a:xfrm>
              <a:off x="873527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5" name="Google Shape;2595;p27"/>
            <p:cNvSpPr/>
            <p:nvPr/>
          </p:nvSpPr>
          <p:spPr>
            <a:xfrm>
              <a:off x="962315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6" name="Google Shape;2596;p27"/>
            <p:cNvSpPr/>
            <p:nvPr/>
          </p:nvSpPr>
          <p:spPr>
            <a:xfrm>
              <a:off x="1051103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7" name="Google Shape;2597;p27"/>
            <p:cNvSpPr/>
            <p:nvPr/>
          </p:nvSpPr>
          <p:spPr>
            <a:xfrm>
              <a:off x="1139891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8" name="Google Shape;2598;p27"/>
            <p:cNvSpPr/>
            <p:nvPr/>
          </p:nvSpPr>
          <p:spPr>
            <a:xfrm>
              <a:off x="1228679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9" name="Google Shape;2599;p27"/>
            <p:cNvSpPr/>
            <p:nvPr/>
          </p:nvSpPr>
          <p:spPr>
            <a:xfrm>
              <a:off x="1317466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0" name="Google Shape;2600;p27"/>
            <p:cNvSpPr/>
            <p:nvPr/>
          </p:nvSpPr>
          <p:spPr>
            <a:xfrm>
              <a:off x="1406254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p27"/>
            <p:cNvSpPr/>
            <p:nvPr/>
          </p:nvSpPr>
          <p:spPr>
            <a:xfrm>
              <a:off x="1406254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2" name="Google Shape;2602;p27"/>
            <p:cNvSpPr/>
            <p:nvPr/>
          </p:nvSpPr>
          <p:spPr>
            <a:xfrm>
              <a:off x="1406254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3" name="Google Shape;2603;p27"/>
            <p:cNvSpPr/>
            <p:nvPr/>
          </p:nvSpPr>
          <p:spPr>
            <a:xfrm>
              <a:off x="1406254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p27"/>
            <p:cNvSpPr/>
            <p:nvPr/>
          </p:nvSpPr>
          <p:spPr>
            <a:xfrm>
              <a:off x="1406254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p27"/>
            <p:cNvSpPr/>
            <p:nvPr/>
          </p:nvSpPr>
          <p:spPr>
            <a:xfrm>
              <a:off x="1406254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6" name="Google Shape;2606;p27"/>
            <p:cNvSpPr/>
            <p:nvPr/>
          </p:nvSpPr>
          <p:spPr>
            <a:xfrm>
              <a:off x="1406254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7" name="Google Shape;2607;p27"/>
            <p:cNvSpPr/>
            <p:nvPr/>
          </p:nvSpPr>
          <p:spPr>
            <a:xfrm>
              <a:off x="1406254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8" name="Google Shape;2608;p27"/>
            <p:cNvSpPr/>
            <p:nvPr/>
          </p:nvSpPr>
          <p:spPr>
            <a:xfrm>
              <a:off x="1406254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9" name="Google Shape;2609;p27"/>
            <p:cNvSpPr/>
            <p:nvPr/>
          </p:nvSpPr>
          <p:spPr>
            <a:xfrm>
              <a:off x="1406254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p27"/>
            <p:cNvSpPr/>
            <p:nvPr/>
          </p:nvSpPr>
          <p:spPr>
            <a:xfrm>
              <a:off x="1406254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p27"/>
            <p:cNvSpPr/>
            <p:nvPr/>
          </p:nvSpPr>
          <p:spPr>
            <a:xfrm>
              <a:off x="1406254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p27"/>
            <p:cNvSpPr/>
            <p:nvPr/>
          </p:nvSpPr>
          <p:spPr>
            <a:xfrm>
              <a:off x="1406254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p27"/>
            <p:cNvSpPr/>
            <p:nvPr/>
          </p:nvSpPr>
          <p:spPr>
            <a:xfrm>
              <a:off x="1495042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p27"/>
            <p:cNvSpPr/>
            <p:nvPr/>
          </p:nvSpPr>
          <p:spPr>
            <a:xfrm>
              <a:off x="1495042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p27"/>
            <p:cNvSpPr/>
            <p:nvPr/>
          </p:nvSpPr>
          <p:spPr>
            <a:xfrm>
              <a:off x="1495042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p27"/>
            <p:cNvSpPr/>
            <p:nvPr/>
          </p:nvSpPr>
          <p:spPr>
            <a:xfrm>
              <a:off x="1495042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p27"/>
            <p:cNvSpPr/>
            <p:nvPr/>
          </p:nvSpPr>
          <p:spPr>
            <a:xfrm>
              <a:off x="1495042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p27"/>
            <p:cNvSpPr/>
            <p:nvPr/>
          </p:nvSpPr>
          <p:spPr>
            <a:xfrm>
              <a:off x="1495042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9" name="Google Shape;2619;p27"/>
            <p:cNvSpPr/>
            <p:nvPr/>
          </p:nvSpPr>
          <p:spPr>
            <a:xfrm>
              <a:off x="1495042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0" name="Google Shape;2620;p27"/>
            <p:cNvSpPr/>
            <p:nvPr/>
          </p:nvSpPr>
          <p:spPr>
            <a:xfrm>
              <a:off x="1495042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1" name="Google Shape;2621;p27"/>
            <p:cNvSpPr/>
            <p:nvPr/>
          </p:nvSpPr>
          <p:spPr>
            <a:xfrm>
              <a:off x="1495042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2" name="Google Shape;2622;p27"/>
            <p:cNvSpPr/>
            <p:nvPr/>
          </p:nvSpPr>
          <p:spPr>
            <a:xfrm>
              <a:off x="1495042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p27"/>
            <p:cNvSpPr/>
            <p:nvPr/>
          </p:nvSpPr>
          <p:spPr>
            <a:xfrm>
              <a:off x="1495042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4" name="Google Shape;2624;p27"/>
            <p:cNvSpPr/>
            <p:nvPr/>
          </p:nvSpPr>
          <p:spPr>
            <a:xfrm>
              <a:off x="1495042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p27"/>
            <p:cNvSpPr/>
            <p:nvPr/>
          </p:nvSpPr>
          <p:spPr>
            <a:xfrm>
              <a:off x="1495042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6" name="Google Shape;2626;p27"/>
            <p:cNvSpPr/>
            <p:nvPr/>
          </p:nvSpPr>
          <p:spPr>
            <a:xfrm>
              <a:off x="1583830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7" name="Google Shape;2627;p27"/>
            <p:cNvSpPr/>
            <p:nvPr/>
          </p:nvSpPr>
          <p:spPr>
            <a:xfrm>
              <a:off x="1583830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8" name="Google Shape;2628;p27"/>
            <p:cNvSpPr/>
            <p:nvPr/>
          </p:nvSpPr>
          <p:spPr>
            <a:xfrm>
              <a:off x="1583830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p27"/>
            <p:cNvSpPr/>
            <p:nvPr/>
          </p:nvSpPr>
          <p:spPr>
            <a:xfrm>
              <a:off x="1583830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p27"/>
            <p:cNvSpPr/>
            <p:nvPr/>
          </p:nvSpPr>
          <p:spPr>
            <a:xfrm>
              <a:off x="1583830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1" name="Google Shape;2631;p27"/>
            <p:cNvSpPr/>
            <p:nvPr/>
          </p:nvSpPr>
          <p:spPr>
            <a:xfrm>
              <a:off x="1583830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p27"/>
            <p:cNvSpPr/>
            <p:nvPr/>
          </p:nvSpPr>
          <p:spPr>
            <a:xfrm>
              <a:off x="1583830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p27"/>
            <p:cNvSpPr/>
            <p:nvPr/>
          </p:nvSpPr>
          <p:spPr>
            <a:xfrm>
              <a:off x="1583830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p27"/>
            <p:cNvSpPr/>
            <p:nvPr/>
          </p:nvSpPr>
          <p:spPr>
            <a:xfrm>
              <a:off x="1583830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5" name="Google Shape;2635;p27"/>
            <p:cNvSpPr/>
            <p:nvPr/>
          </p:nvSpPr>
          <p:spPr>
            <a:xfrm>
              <a:off x="1583830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6" name="Google Shape;2636;p27"/>
            <p:cNvSpPr/>
            <p:nvPr/>
          </p:nvSpPr>
          <p:spPr>
            <a:xfrm>
              <a:off x="1583830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7" name="Google Shape;2637;p27"/>
            <p:cNvSpPr/>
            <p:nvPr/>
          </p:nvSpPr>
          <p:spPr>
            <a:xfrm>
              <a:off x="1583830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8" name="Google Shape;2638;p27"/>
            <p:cNvSpPr/>
            <p:nvPr/>
          </p:nvSpPr>
          <p:spPr>
            <a:xfrm>
              <a:off x="1583830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9" name="Google Shape;2639;p27"/>
            <p:cNvSpPr/>
            <p:nvPr/>
          </p:nvSpPr>
          <p:spPr>
            <a:xfrm>
              <a:off x="1672617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0" name="Google Shape;2640;p27"/>
            <p:cNvSpPr/>
            <p:nvPr/>
          </p:nvSpPr>
          <p:spPr>
            <a:xfrm>
              <a:off x="1672617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1" name="Google Shape;2641;p27"/>
            <p:cNvSpPr/>
            <p:nvPr/>
          </p:nvSpPr>
          <p:spPr>
            <a:xfrm>
              <a:off x="1672617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2" name="Google Shape;2642;p27"/>
            <p:cNvSpPr/>
            <p:nvPr/>
          </p:nvSpPr>
          <p:spPr>
            <a:xfrm>
              <a:off x="1672617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p27"/>
            <p:cNvSpPr/>
            <p:nvPr/>
          </p:nvSpPr>
          <p:spPr>
            <a:xfrm>
              <a:off x="1672617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p27"/>
            <p:cNvSpPr/>
            <p:nvPr/>
          </p:nvSpPr>
          <p:spPr>
            <a:xfrm>
              <a:off x="1672617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p27"/>
            <p:cNvSpPr/>
            <p:nvPr/>
          </p:nvSpPr>
          <p:spPr>
            <a:xfrm>
              <a:off x="1672617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p27"/>
            <p:cNvSpPr/>
            <p:nvPr/>
          </p:nvSpPr>
          <p:spPr>
            <a:xfrm>
              <a:off x="1672617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p27"/>
            <p:cNvSpPr/>
            <p:nvPr/>
          </p:nvSpPr>
          <p:spPr>
            <a:xfrm>
              <a:off x="1672617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p27"/>
            <p:cNvSpPr/>
            <p:nvPr/>
          </p:nvSpPr>
          <p:spPr>
            <a:xfrm>
              <a:off x="1672617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9" name="Google Shape;2649;p27"/>
            <p:cNvSpPr/>
            <p:nvPr/>
          </p:nvSpPr>
          <p:spPr>
            <a:xfrm>
              <a:off x="1672617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p27"/>
            <p:cNvSpPr/>
            <p:nvPr/>
          </p:nvSpPr>
          <p:spPr>
            <a:xfrm>
              <a:off x="1672617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p27"/>
            <p:cNvSpPr/>
            <p:nvPr/>
          </p:nvSpPr>
          <p:spPr>
            <a:xfrm>
              <a:off x="1672617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p27"/>
            <p:cNvSpPr/>
            <p:nvPr/>
          </p:nvSpPr>
          <p:spPr>
            <a:xfrm>
              <a:off x="873527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3" name="Google Shape;2653;p27"/>
            <p:cNvSpPr/>
            <p:nvPr/>
          </p:nvSpPr>
          <p:spPr>
            <a:xfrm>
              <a:off x="962315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4" name="Google Shape;2654;p27"/>
            <p:cNvSpPr/>
            <p:nvPr/>
          </p:nvSpPr>
          <p:spPr>
            <a:xfrm>
              <a:off x="1051103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p27"/>
            <p:cNvSpPr/>
            <p:nvPr/>
          </p:nvSpPr>
          <p:spPr>
            <a:xfrm>
              <a:off x="1139891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p27"/>
            <p:cNvSpPr/>
            <p:nvPr/>
          </p:nvSpPr>
          <p:spPr>
            <a:xfrm>
              <a:off x="1228679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7" name="Google Shape;2657;p27"/>
            <p:cNvSpPr/>
            <p:nvPr/>
          </p:nvSpPr>
          <p:spPr>
            <a:xfrm>
              <a:off x="1317466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8" name="Google Shape;2658;p27"/>
            <p:cNvSpPr/>
            <p:nvPr/>
          </p:nvSpPr>
          <p:spPr>
            <a:xfrm>
              <a:off x="1406254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9" name="Google Shape;2659;p27"/>
            <p:cNvSpPr/>
            <p:nvPr/>
          </p:nvSpPr>
          <p:spPr>
            <a:xfrm>
              <a:off x="1495042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0" name="Google Shape;2660;p27"/>
            <p:cNvSpPr/>
            <p:nvPr/>
          </p:nvSpPr>
          <p:spPr>
            <a:xfrm>
              <a:off x="1583830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1" name="Google Shape;2661;p27"/>
            <p:cNvSpPr/>
            <p:nvPr/>
          </p:nvSpPr>
          <p:spPr>
            <a:xfrm>
              <a:off x="1672617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2" name="Google Shape;2662;p27"/>
            <p:cNvSpPr/>
            <p:nvPr/>
          </p:nvSpPr>
          <p:spPr>
            <a:xfrm>
              <a:off x="873527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3" name="Google Shape;2663;p27"/>
            <p:cNvSpPr/>
            <p:nvPr/>
          </p:nvSpPr>
          <p:spPr>
            <a:xfrm>
              <a:off x="962315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4" name="Google Shape;2664;p27"/>
            <p:cNvSpPr/>
            <p:nvPr/>
          </p:nvSpPr>
          <p:spPr>
            <a:xfrm>
              <a:off x="1051103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5" name="Google Shape;2665;p27"/>
            <p:cNvSpPr/>
            <p:nvPr/>
          </p:nvSpPr>
          <p:spPr>
            <a:xfrm>
              <a:off x="1139891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6" name="Google Shape;2666;p27"/>
            <p:cNvSpPr/>
            <p:nvPr/>
          </p:nvSpPr>
          <p:spPr>
            <a:xfrm>
              <a:off x="1228679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7" name="Google Shape;2667;p27"/>
            <p:cNvSpPr/>
            <p:nvPr/>
          </p:nvSpPr>
          <p:spPr>
            <a:xfrm>
              <a:off x="1317466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8" name="Google Shape;2668;p27"/>
            <p:cNvSpPr/>
            <p:nvPr/>
          </p:nvSpPr>
          <p:spPr>
            <a:xfrm>
              <a:off x="1406254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9" name="Google Shape;2669;p27"/>
            <p:cNvSpPr/>
            <p:nvPr/>
          </p:nvSpPr>
          <p:spPr>
            <a:xfrm>
              <a:off x="1495042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0" name="Google Shape;2670;p27"/>
            <p:cNvSpPr/>
            <p:nvPr/>
          </p:nvSpPr>
          <p:spPr>
            <a:xfrm>
              <a:off x="1583830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1" name="Google Shape;2671;p27"/>
            <p:cNvSpPr/>
            <p:nvPr/>
          </p:nvSpPr>
          <p:spPr>
            <a:xfrm>
              <a:off x="1672617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2" name="Google Shape;2672;p27"/>
            <p:cNvSpPr/>
            <p:nvPr/>
          </p:nvSpPr>
          <p:spPr>
            <a:xfrm>
              <a:off x="784740" y="31064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3" name="Google Shape;2673;p27"/>
            <p:cNvSpPr/>
            <p:nvPr/>
          </p:nvSpPr>
          <p:spPr>
            <a:xfrm>
              <a:off x="784740" y="320441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4" name="Google Shape;2674;p27"/>
            <p:cNvSpPr/>
            <p:nvPr/>
          </p:nvSpPr>
          <p:spPr>
            <a:xfrm>
              <a:off x="784740" y="330234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5" name="Google Shape;2675;p27"/>
            <p:cNvSpPr/>
            <p:nvPr/>
          </p:nvSpPr>
          <p:spPr>
            <a:xfrm>
              <a:off x="784740" y="340028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6" name="Google Shape;2676;p27"/>
            <p:cNvSpPr/>
            <p:nvPr/>
          </p:nvSpPr>
          <p:spPr>
            <a:xfrm>
              <a:off x="784740" y="349821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7" name="Google Shape;2677;p27"/>
            <p:cNvSpPr/>
            <p:nvPr/>
          </p:nvSpPr>
          <p:spPr>
            <a:xfrm>
              <a:off x="784740" y="359615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8" name="Google Shape;2678;p27"/>
            <p:cNvSpPr/>
            <p:nvPr/>
          </p:nvSpPr>
          <p:spPr>
            <a:xfrm>
              <a:off x="784740" y="369409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9" name="Google Shape;2679;p27"/>
            <p:cNvSpPr/>
            <p:nvPr/>
          </p:nvSpPr>
          <p:spPr>
            <a:xfrm>
              <a:off x="784740" y="379202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0" name="Google Shape;2680;p27"/>
            <p:cNvSpPr/>
            <p:nvPr/>
          </p:nvSpPr>
          <p:spPr>
            <a:xfrm>
              <a:off x="784740" y="3889962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1" name="Google Shape;2681;p27"/>
            <p:cNvSpPr/>
            <p:nvPr/>
          </p:nvSpPr>
          <p:spPr>
            <a:xfrm>
              <a:off x="784740" y="3987897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2" name="Google Shape;2682;p27"/>
            <p:cNvSpPr/>
            <p:nvPr/>
          </p:nvSpPr>
          <p:spPr>
            <a:xfrm>
              <a:off x="784740" y="408583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3" name="Google Shape;2683;p27"/>
            <p:cNvSpPr/>
            <p:nvPr/>
          </p:nvSpPr>
          <p:spPr>
            <a:xfrm>
              <a:off x="784740" y="4183769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4" name="Google Shape;2684;p27"/>
            <p:cNvSpPr/>
            <p:nvPr/>
          </p:nvSpPr>
          <p:spPr>
            <a:xfrm>
              <a:off x="784740" y="428170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5" name="Google Shape;2685;p27"/>
            <p:cNvSpPr/>
            <p:nvPr/>
          </p:nvSpPr>
          <p:spPr>
            <a:xfrm>
              <a:off x="784740" y="437964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6" name="Google Shape;2686;p27"/>
            <p:cNvSpPr/>
            <p:nvPr/>
          </p:nvSpPr>
          <p:spPr>
            <a:xfrm>
              <a:off x="784740" y="447757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7" name="Google Shape;2687;p27"/>
            <p:cNvSpPr/>
            <p:nvPr/>
          </p:nvSpPr>
          <p:spPr>
            <a:xfrm>
              <a:off x="6465144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8" name="Google Shape;2688;p27"/>
            <p:cNvSpPr/>
            <p:nvPr/>
          </p:nvSpPr>
          <p:spPr>
            <a:xfrm>
              <a:off x="6553933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9" name="Google Shape;2689;p27"/>
            <p:cNvSpPr/>
            <p:nvPr/>
          </p:nvSpPr>
          <p:spPr>
            <a:xfrm>
              <a:off x="6642723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0" name="Google Shape;2690;p27"/>
            <p:cNvSpPr/>
            <p:nvPr/>
          </p:nvSpPr>
          <p:spPr>
            <a:xfrm>
              <a:off x="6731512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1" name="Google Shape;2691;p27"/>
            <p:cNvSpPr/>
            <p:nvPr/>
          </p:nvSpPr>
          <p:spPr>
            <a:xfrm>
              <a:off x="6820301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2" name="Google Shape;2692;p27"/>
            <p:cNvSpPr/>
            <p:nvPr/>
          </p:nvSpPr>
          <p:spPr>
            <a:xfrm>
              <a:off x="6909090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3" name="Google Shape;2693;p27"/>
            <p:cNvSpPr/>
            <p:nvPr/>
          </p:nvSpPr>
          <p:spPr>
            <a:xfrm>
              <a:off x="6465144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4" name="Google Shape;2694;p27"/>
            <p:cNvSpPr/>
            <p:nvPr/>
          </p:nvSpPr>
          <p:spPr>
            <a:xfrm>
              <a:off x="6553933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5" name="Google Shape;2695;p27"/>
            <p:cNvSpPr/>
            <p:nvPr/>
          </p:nvSpPr>
          <p:spPr>
            <a:xfrm>
              <a:off x="6642723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6" name="Google Shape;2696;p27"/>
            <p:cNvSpPr/>
            <p:nvPr/>
          </p:nvSpPr>
          <p:spPr>
            <a:xfrm>
              <a:off x="6731512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7" name="Google Shape;2697;p27"/>
            <p:cNvSpPr/>
            <p:nvPr/>
          </p:nvSpPr>
          <p:spPr>
            <a:xfrm>
              <a:off x="6820301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8" name="Google Shape;2698;p27"/>
            <p:cNvSpPr/>
            <p:nvPr/>
          </p:nvSpPr>
          <p:spPr>
            <a:xfrm>
              <a:off x="6909090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9" name="Google Shape;2699;p27"/>
            <p:cNvSpPr/>
            <p:nvPr/>
          </p:nvSpPr>
          <p:spPr>
            <a:xfrm>
              <a:off x="6465144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0" name="Google Shape;2700;p27"/>
            <p:cNvSpPr/>
            <p:nvPr/>
          </p:nvSpPr>
          <p:spPr>
            <a:xfrm>
              <a:off x="6553933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1" name="Google Shape;2701;p27"/>
            <p:cNvSpPr/>
            <p:nvPr/>
          </p:nvSpPr>
          <p:spPr>
            <a:xfrm>
              <a:off x="6642723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2" name="Google Shape;2702;p27"/>
            <p:cNvSpPr/>
            <p:nvPr/>
          </p:nvSpPr>
          <p:spPr>
            <a:xfrm>
              <a:off x="6731512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3" name="Google Shape;2703;p27"/>
            <p:cNvSpPr/>
            <p:nvPr/>
          </p:nvSpPr>
          <p:spPr>
            <a:xfrm>
              <a:off x="6820301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4" name="Google Shape;2704;p27"/>
            <p:cNvSpPr/>
            <p:nvPr/>
          </p:nvSpPr>
          <p:spPr>
            <a:xfrm>
              <a:off x="6909090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5" name="Google Shape;2705;p27"/>
            <p:cNvSpPr/>
            <p:nvPr/>
          </p:nvSpPr>
          <p:spPr>
            <a:xfrm>
              <a:off x="6997879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6" name="Google Shape;2706;p27"/>
            <p:cNvSpPr/>
            <p:nvPr/>
          </p:nvSpPr>
          <p:spPr>
            <a:xfrm>
              <a:off x="6997879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7" name="Google Shape;2707;p27"/>
            <p:cNvSpPr/>
            <p:nvPr/>
          </p:nvSpPr>
          <p:spPr>
            <a:xfrm>
              <a:off x="6997879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8" name="Google Shape;2708;p27"/>
            <p:cNvSpPr/>
            <p:nvPr/>
          </p:nvSpPr>
          <p:spPr>
            <a:xfrm>
              <a:off x="7086668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9" name="Google Shape;2709;p27"/>
            <p:cNvSpPr/>
            <p:nvPr/>
          </p:nvSpPr>
          <p:spPr>
            <a:xfrm>
              <a:off x="7086668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0" name="Google Shape;2710;p27"/>
            <p:cNvSpPr/>
            <p:nvPr/>
          </p:nvSpPr>
          <p:spPr>
            <a:xfrm>
              <a:off x="7086668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1" name="Google Shape;2711;p27"/>
            <p:cNvSpPr/>
            <p:nvPr/>
          </p:nvSpPr>
          <p:spPr>
            <a:xfrm>
              <a:off x="7175458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2" name="Google Shape;2712;p27"/>
            <p:cNvSpPr/>
            <p:nvPr/>
          </p:nvSpPr>
          <p:spPr>
            <a:xfrm>
              <a:off x="7175458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3" name="Google Shape;2713;p27"/>
            <p:cNvSpPr/>
            <p:nvPr/>
          </p:nvSpPr>
          <p:spPr>
            <a:xfrm>
              <a:off x="7175458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4" name="Google Shape;2714;p27"/>
            <p:cNvSpPr/>
            <p:nvPr/>
          </p:nvSpPr>
          <p:spPr>
            <a:xfrm>
              <a:off x="7264247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5" name="Google Shape;2715;p27"/>
            <p:cNvSpPr/>
            <p:nvPr/>
          </p:nvSpPr>
          <p:spPr>
            <a:xfrm>
              <a:off x="7264247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6" name="Google Shape;2716;p27"/>
            <p:cNvSpPr/>
            <p:nvPr/>
          </p:nvSpPr>
          <p:spPr>
            <a:xfrm>
              <a:off x="7264247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7" name="Google Shape;2717;p27"/>
            <p:cNvSpPr/>
            <p:nvPr/>
          </p:nvSpPr>
          <p:spPr>
            <a:xfrm>
              <a:off x="7353036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8" name="Google Shape;2718;p27"/>
            <p:cNvSpPr/>
            <p:nvPr/>
          </p:nvSpPr>
          <p:spPr>
            <a:xfrm>
              <a:off x="7353036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9" name="Google Shape;2719;p27"/>
            <p:cNvSpPr/>
            <p:nvPr/>
          </p:nvSpPr>
          <p:spPr>
            <a:xfrm>
              <a:off x="7353036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0" name="Google Shape;2720;p27"/>
            <p:cNvSpPr/>
            <p:nvPr/>
          </p:nvSpPr>
          <p:spPr>
            <a:xfrm>
              <a:off x="7441825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1" name="Google Shape;2721;p27"/>
            <p:cNvSpPr/>
            <p:nvPr/>
          </p:nvSpPr>
          <p:spPr>
            <a:xfrm>
              <a:off x="7441825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2" name="Google Shape;2722;p27"/>
            <p:cNvSpPr/>
            <p:nvPr/>
          </p:nvSpPr>
          <p:spPr>
            <a:xfrm>
              <a:off x="7441825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3" name="Google Shape;2723;p27"/>
            <p:cNvSpPr/>
            <p:nvPr/>
          </p:nvSpPr>
          <p:spPr>
            <a:xfrm>
              <a:off x="7530614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4" name="Google Shape;2724;p27"/>
            <p:cNvSpPr/>
            <p:nvPr/>
          </p:nvSpPr>
          <p:spPr>
            <a:xfrm>
              <a:off x="7530614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5" name="Google Shape;2725;p27"/>
            <p:cNvSpPr/>
            <p:nvPr/>
          </p:nvSpPr>
          <p:spPr>
            <a:xfrm>
              <a:off x="7530614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6" name="Google Shape;2726;p27"/>
            <p:cNvSpPr/>
            <p:nvPr/>
          </p:nvSpPr>
          <p:spPr>
            <a:xfrm>
              <a:off x="7619404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7" name="Google Shape;2727;p27"/>
            <p:cNvSpPr/>
            <p:nvPr/>
          </p:nvSpPr>
          <p:spPr>
            <a:xfrm>
              <a:off x="7619404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8" name="Google Shape;2728;p27"/>
            <p:cNvSpPr/>
            <p:nvPr/>
          </p:nvSpPr>
          <p:spPr>
            <a:xfrm>
              <a:off x="7619404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9" name="Google Shape;2729;p27"/>
            <p:cNvSpPr/>
            <p:nvPr/>
          </p:nvSpPr>
          <p:spPr>
            <a:xfrm>
              <a:off x="7708193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0" name="Google Shape;2730;p27"/>
            <p:cNvSpPr/>
            <p:nvPr/>
          </p:nvSpPr>
          <p:spPr>
            <a:xfrm>
              <a:off x="7708193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1" name="Google Shape;2731;p27"/>
            <p:cNvSpPr/>
            <p:nvPr/>
          </p:nvSpPr>
          <p:spPr>
            <a:xfrm>
              <a:off x="7708193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2" name="Google Shape;2732;p27"/>
            <p:cNvSpPr/>
            <p:nvPr/>
          </p:nvSpPr>
          <p:spPr>
            <a:xfrm>
              <a:off x="7796982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3" name="Google Shape;2733;p27"/>
            <p:cNvSpPr/>
            <p:nvPr/>
          </p:nvSpPr>
          <p:spPr>
            <a:xfrm>
              <a:off x="7796982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4" name="Google Shape;2734;p27"/>
            <p:cNvSpPr/>
            <p:nvPr/>
          </p:nvSpPr>
          <p:spPr>
            <a:xfrm>
              <a:off x="7796982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5" name="Google Shape;2735;p27"/>
            <p:cNvSpPr/>
            <p:nvPr/>
          </p:nvSpPr>
          <p:spPr>
            <a:xfrm>
              <a:off x="7885771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6" name="Google Shape;2736;p27"/>
            <p:cNvSpPr/>
            <p:nvPr/>
          </p:nvSpPr>
          <p:spPr>
            <a:xfrm>
              <a:off x="7885771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7" name="Google Shape;2737;p27"/>
            <p:cNvSpPr/>
            <p:nvPr/>
          </p:nvSpPr>
          <p:spPr>
            <a:xfrm>
              <a:off x="7885771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8" name="Google Shape;2738;p27"/>
            <p:cNvSpPr/>
            <p:nvPr/>
          </p:nvSpPr>
          <p:spPr>
            <a:xfrm>
              <a:off x="7974560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9" name="Google Shape;2739;p27"/>
            <p:cNvSpPr/>
            <p:nvPr/>
          </p:nvSpPr>
          <p:spPr>
            <a:xfrm>
              <a:off x="7974560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0" name="Google Shape;2740;p27"/>
            <p:cNvSpPr/>
            <p:nvPr/>
          </p:nvSpPr>
          <p:spPr>
            <a:xfrm>
              <a:off x="7974560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1" name="Google Shape;2741;p27"/>
            <p:cNvSpPr/>
            <p:nvPr/>
          </p:nvSpPr>
          <p:spPr>
            <a:xfrm>
              <a:off x="8063349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2" name="Google Shape;2742;p27"/>
            <p:cNvSpPr/>
            <p:nvPr/>
          </p:nvSpPr>
          <p:spPr>
            <a:xfrm>
              <a:off x="8063349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3" name="Google Shape;2743;p27"/>
            <p:cNvSpPr/>
            <p:nvPr/>
          </p:nvSpPr>
          <p:spPr>
            <a:xfrm>
              <a:off x="8063349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4" name="Google Shape;2744;p27"/>
            <p:cNvSpPr/>
            <p:nvPr/>
          </p:nvSpPr>
          <p:spPr>
            <a:xfrm>
              <a:off x="8152139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5" name="Google Shape;2745;p27"/>
            <p:cNvSpPr/>
            <p:nvPr/>
          </p:nvSpPr>
          <p:spPr>
            <a:xfrm>
              <a:off x="8152139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6" name="Google Shape;2746;p27"/>
            <p:cNvSpPr/>
            <p:nvPr/>
          </p:nvSpPr>
          <p:spPr>
            <a:xfrm>
              <a:off x="8152139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7" name="Google Shape;2747;p27"/>
            <p:cNvSpPr/>
            <p:nvPr/>
          </p:nvSpPr>
          <p:spPr>
            <a:xfrm>
              <a:off x="8240928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8" name="Google Shape;2748;p27"/>
            <p:cNvSpPr/>
            <p:nvPr/>
          </p:nvSpPr>
          <p:spPr>
            <a:xfrm>
              <a:off x="8240928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9" name="Google Shape;2749;p27"/>
            <p:cNvSpPr/>
            <p:nvPr/>
          </p:nvSpPr>
          <p:spPr>
            <a:xfrm>
              <a:off x="8240928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0" name="Google Shape;2750;p27"/>
            <p:cNvSpPr/>
            <p:nvPr/>
          </p:nvSpPr>
          <p:spPr>
            <a:xfrm>
              <a:off x="8333217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1" name="Google Shape;2751;p27"/>
            <p:cNvSpPr/>
            <p:nvPr/>
          </p:nvSpPr>
          <p:spPr>
            <a:xfrm>
              <a:off x="8333217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2" name="Google Shape;2752;p27"/>
            <p:cNvSpPr/>
            <p:nvPr/>
          </p:nvSpPr>
          <p:spPr>
            <a:xfrm>
              <a:off x="8333217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3" name="Google Shape;2753;p27"/>
            <p:cNvSpPr/>
            <p:nvPr/>
          </p:nvSpPr>
          <p:spPr>
            <a:xfrm>
              <a:off x="6376355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4" name="Google Shape;2754;p27"/>
            <p:cNvSpPr/>
            <p:nvPr/>
          </p:nvSpPr>
          <p:spPr>
            <a:xfrm>
              <a:off x="6376355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5" name="Google Shape;2755;p27"/>
            <p:cNvSpPr/>
            <p:nvPr/>
          </p:nvSpPr>
          <p:spPr>
            <a:xfrm>
              <a:off x="6376355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6" name="Google Shape;2756;p27"/>
            <p:cNvSpPr/>
            <p:nvPr/>
          </p:nvSpPr>
          <p:spPr>
            <a:xfrm>
              <a:off x="6287566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7" name="Google Shape;2757;p27"/>
            <p:cNvSpPr/>
            <p:nvPr/>
          </p:nvSpPr>
          <p:spPr>
            <a:xfrm>
              <a:off x="6287566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8" name="Google Shape;2758;p27"/>
            <p:cNvSpPr/>
            <p:nvPr/>
          </p:nvSpPr>
          <p:spPr>
            <a:xfrm>
              <a:off x="6287566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9" name="Google Shape;2759;p27"/>
            <p:cNvSpPr/>
            <p:nvPr/>
          </p:nvSpPr>
          <p:spPr>
            <a:xfrm>
              <a:off x="6198777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0" name="Google Shape;2760;p27"/>
            <p:cNvSpPr/>
            <p:nvPr/>
          </p:nvSpPr>
          <p:spPr>
            <a:xfrm>
              <a:off x="6198777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1" name="Google Shape;2761;p27"/>
            <p:cNvSpPr/>
            <p:nvPr/>
          </p:nvSpPr>
          <p:spPr>
            <a:xfrm>
              <a:off x="6198777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2" name="Google Shape;2762;p27"/>
            <p:cNvSpPr/>
            <p:nvPr/>
          </p:nvSpPr>
          <p:spPr>
            <a:xfrm>
              <a:off x="4246471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3" name="Google Shape;2763;p27"/>
            <p:cNvSpPr/>
            <p:nvPr/>
          </p:nvSpPr>
          <p:spPr>
            <a:xfrm>
              <a:off x="4335261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4" name="Google Shape;2764;p27"/>
            <p:cNvSpPr/>
            <p:nvPr/>
          </p:nvSpPr>
          <p:spPr>
            <a:xfrm>
              <a:off x="4424050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5" name="Google Shape;2765;p27"/>
            <p:cNvSpPr/>
            <p:nvPr/>
          </p:nvSpPr>
          <p:spPr>
            <a:xfrm>
              <a:off x="4512839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6" name="Google Shape;2766;p27"/>
            <p:cNvSpPr/>
            <p:nvPr/>
          </p:nvSpPr>
          <p:spPr>
            <a:xfrm>
              <a:off x="4601628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7" name="Google Shape;2767;p27"/>
            <p:cNvSpPr/>
            <p:nvPr/>
          </p:nvSpPr>
          <p:spPr>
            <a:xfrm>
              <a:off x="4690417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8" name="Google Shape;2768;p27"/>
            <p:cNvSpPr/>
            <p:nvPr/>
          </p:nvSpPr>
          <p:spPr>
            <a:xfrm>
              <a:off x="4246471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9" name="Google Shape;2769;p27"/>
            <p:cNvSpPr/>
            <p:nvPr/>
          </p:nvSpPr>
          <p:spPr>
            <a:xfrm>
              <a:off x="4335261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0" name="Google Shape;2770;p27"/>
            <p:cNvSpPr/>
            <p:nvPr/>
          </p:nvSpPr>
          <p:spPr>
            <a:xfrm>
              <a:off x="4424050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p27"/>
            <p:cNvSpPr/>
            <p:nvPr/>
          </p:nvSpPr>
          <p:spPr>
            <a:xfrm>
              <a:off x="4512839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2" name="Google Shape;2772;p27"/>
            <p:cNvSpPr/>
            <p:nvPr/>
          </p:nvSpPr>
          <p:spPr>
            <a:xfrm>
              <a:off x="4601628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3" name="Google Shape;2773;p27"/>
            <p:cNvSpPr/>
            <p:nvPr/>
          </p:nvSpPr>
          <p:spPr>
            <a:xfrm>
              <a:off x="4690417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4" name="Google Shape;2774;p27"/>
            <p:cNvSpPr/>
            <p:nvPr/>
          </p:nvSpPr>
          <p:spPr>
            <a:xfrm>
              <a:off x="4246471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5" name="Google Shape;2775;p27"/>
            <p:cNvSpPr/>
            <p:nvPr/>
          </p:nvSpPr>
          <p:spPr>
            <a:xfrm>
              <a:off x="4335261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6" name="Google Shape;2776;p27"/>
            <p:cNvSpPr/>
            <p:nvPr/>
          </p:nvSpPr>
          <p:spPr>
            <a:xfrm>
              <a:off x="4424050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7" name="Google Shape;2777;p27"/>
            <p:cNvSpPr/>
            <p:nvPr/>
          </p:nvSpPr>
          <p:spPr>
            <a:xfrm>
              <a:off x="4512839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p27"/>
            <p:cNvSpPr/>
            <p:nvPr/>
          </p:nvSpPr>
          <p:spPr>
            <a:xfrm>
              <a:off x="4601628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9" name="Google Shape;2779;p27"/>
            <p:cNvSpPr/>
            <p:nvPr/>
          </p:nvSpPr>
          <p:spPr>
            <a:xfrm>
              <a:off x="4690417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0" name="Google Shape;2780;p27"/>
            <p:cNvSpPr/>
            <p:nvPr/>
          </p:nvSpPr>
          <p:spPr>
            <a:xfrm>
              <a:off x="4779206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1" name="Google Shape;2781;p27"/>
            <p:cNvSpPr/>
            <p:nvPr/>
          </p:nvSpPr>
          <p:spPr>
            <a:xfrm>
              <a:off x="4779206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p27"/>
            <p:cNvSpPr/>
            <p:nvPr/>
          </p:nvSpPr>
          <p:spPr>
            <a:xfrm>
              <a:off x="4779206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27"/>
            <p:cNvSpPr/>
            <p:nvPr/>
          </p:nvSpPr>
          <p:spPr>
            <a:xfrm>
              <a:off x="4867996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4" name="Google Shape;2784;p27"/>
            <p:cNvSpPr/>
            <p:nvPr/>
          </p:nvSpPr>
          <p:spPr>
            <a:xfrm>
              <a:off x="4867996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5" name="Google Shape;2785;p27"/>
            <p:cNvSpPr/>
            <p:nvPr/>
          </p:nvSpPr>
          <p:spPr>
            <a:xfrm>
              <a:off x="4867996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6" name="Google Shape;2786;p27"/>
            <p:cNvSpPr/>
            <p:nvPr/>
          </p:nvSpPr>
          <p:spPr>
            <a:xfrm>
              <a:off x="4956785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7" name="Google Shape;2787;p27"/>
            <p:cNvSpPr/>
            <p:nvPr/>
          </p:nvSpPr>
          <p:spPr>
            <a:xfrm>
              <a:off x="4956785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8" name="Google Shape;2788;p27"/>
            <p:cNvSpPr/>
            <p:nvPr/>
          </p:nvSpPr>
          <p:spPr>
            <a:xfrm>
              <a:off x="4956785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9" name="Google Shape;2789;p27"/>
            <p:cNvSpPr/>
            <p:nvPr/>
          </p:nvSpPr>
          <p:spPr>
            <a:xfrm>
              <a:off x="5045574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p27"/>
            <p:cNvSpPr/>
            <p:nvPr/>
          </p:nvSpPr>
          <p:spPr>
            <a:xfrm>
              <a:off x="5045574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p27"/>
            <p:cNvSpPr/>
            <p:nvPr/>
          </p:nvSpPr>
          <p:spPr>
            <a:xfrm>
              <a:off x="5045574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27"/>
            <p:cNvSpPr/>
            <p:nvPr/>
          </p:nvSpPr>
          <p:spPr>
            <a:xfrm>
              <a:off x="5134363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27"/>
            <p:cNvSpPr/>
            <p:nvPr/>
          </p:nvSpPr>
          <p:spPr>
            <a:xfrm>
              <a:off x="5134363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27"/>
            <p:cNvSpPr/>
            <p:nvPr/>
          </p:nvSpPr>
          <p:spPr>
            <a:xfrm>
              <a:off x="5134363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p27"/>
            <p:cNvSpPr/>
            <p:nvPr/>
          </p:nvSpPr>
          <p:spPr>
            <a:xfrm>
              <a:off x="5223152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27"/>
            <p:cNvSpPr/>
            <p:nvPr/>
          </p:nvSpPr>
          <p:spPr>
            <a:xfrm>
              <a:off x="5223152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p27"/>
            <p:cNvSpPr/>
            <p:nvPr/>
          </p:nvSpPr>
          <p:spPr>
            <a:xfrm>
              <a:off x="5223152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p27"/>
            <p:cNvSpPr/>
            <p:nvPr/>
          </p:nvSpPr>
          <p:spPr>
            <a:xfrm>
              <a:off x="5311941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27"/>
            <p:cNvSpPr/>
            <p:nvPr/>
          </p:nvSpPr>
          <p:spPr>
            <a:xfrm>
              <a:off x="5311941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0" name="Google Shape;2800;p27"/>
            <p:cNvSpPr/>
            <p:nvPr/>
          </p:nvSpPr>
          <p:spPr>
            <a:xfrm>
              <a:off x="5311941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27"/>
            <p:cNvSpPr/>
            <p:nvPr/>
          </p:nvSpPr>
          <p:spPr>
            <a:xfrm>
              <a:off x="5400731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2" name="Google Shape;2802;p27"/>
            <p:cNvSpPr/>
            <p:nvPr/>
          </p:nvSpPr>
          <p:spPr>
            <a:xfrm>
              <a:off x="5400731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3" name="Google Shape;2803;p27"/>
            <p:cNvSpPr/>
            <p:nvPr/>
          </p:nvSpPr>
          <p:spPr>
            <a:xfrm>
              <a:off x="5400731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4" name="Google Shape;2804;p27"/>
            <p:cNvSpPr/>
            <p:nvPr/>
          </p:nvSpPr>
          <p:spPr>
            <a:xfrm>
              <a:off x="5489520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5" name="Google Shape;2805;p27"/>
            <p:cNvSpPr/>
            <p:nvPr/>
          </p:nvSpPr>
          <p:spPr>
            <a:xfrm>
              <a:off x="5489520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6" name="Google Shape;2806;p27"/>
            <p:cNvSpPr/>
            <p:nvPr/>
          </p:nvSpPr>
          <p:spPr>
            <a:xfrm>
              <a:off x="5489520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p27"/>
            <p:cNvSpPr/>
            <p:nvPr/>
          </p:nvSpPr>
          <p:spPr>
            <a:xfrm>
              <a:off x="5578309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p27"/>
            <p:cNvSpPr/>
            <p:nvPr/>
          </p:nvSpPr>
          <p:spPr>
            <a:xfrm>
              <a:off x="5578309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p27"/>
            <p:cNvSpPr/>
            <p:nvPr/>
          </p:nvSpPr>
          <p:spPr>
            <a:xfrm>
              <a:off x="5578309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0" name="Google Shape;2810;p27"/>
            <p:cNvSpPr/>
            <p:nvPr/>
          </p:nvSpPr>
          <p:spPr>
            <a:xfrm>
              <a:off x="5667098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1" name="Google Shape;2811;p27"/>
            <p:cNvSpPr/>
            <p:nvPr/>
          </p:nvSpPr>
          <p:spPr>
            <a:xfrm>
              <a:off x="5667098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2" name="Google Shape;2812;p27"/>
            <p:cNvSpPr/>
            <p:nvPr/>
          </p:nvSpPr>
          <p:spPr>
            <a:xfrm>
              <a:off x="5667098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3" name="Google Shape;2813;p27"/>
            <p:cNvSpPr/>
            <p:nvPr/>
          </p:nvSpPr>
          <p:spPr>
            <a:xfrm>
              <a:off x="5755887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p27"/>
            <p:cNvSpPr/>
            <p:nvPr/>
          </p:nvSpPr>
          <p:spPr>
            <a:xfrm>
              <a:off x="5755887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5" name="Google Shape;2815;p27"/>
            <p:cNvSpPr/>
            <p:nvPr/>
          </p:nvSpPr>
          <p:spPr>
            <a:xfrm>
              <a:off x="5755887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p27"/>
            <p:cNvSpPr/>
            <p:nvPr/>
          </p:nvSpPr>
          <p:spPr>
            <a:xfrm>
              <a:off x="5844677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p27"/>
            <p:cNvSpPr/>
            <p:nvPr/>
          </p:nvSpPr>
          <p:spPr>
            <a:xfrm>
              <a:off x="5844677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p27"/>
            <p:cNvSpPr/>
            <p:nvPr/>
          </p:nvSpPr>
          <p:spPr>
            <a:xfrm>
              <a:off x="5844677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p27"/>
            <p:cNvSpPr/>
            <p:nvPr/>
          </p:nvSpPr>
          <p:spPr>
            <a:xfrm>
              <a:off x="5933466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p27"/>
            <p:cNvSpPr/>
            <p:nvPr/>
          </p:nvSpPr>
          <p:spPr>
            <a:xfrm>
              <a:off x="5933466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p27"/>
            <p:cNvSpPr/>
            <p:nvPr/>
          </p:nvSpPr>
          <p:spPr>
            <a:xfrm>
              <a:off x="5933466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p27"/>
            <p:cNvSpPr/>
            <p:nvPr/>
          </p:nvSpPr>
          <p:spPr>
            <a:xfrm>
              <a:off x="6022255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p27"/>
            <p:cNvSpPr/>
            <p:nvPr/>
          </p:nvSpPr>
          <p:spPr>
            <a:xfrm>
              <a:off x="6022255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p27"/>
            <p:cNvSpPr/>
            <p:nvPr/>
          </p:nvSpPr>
          <p:spPr>
            <a:xfrm>
              <a:off x="6022255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p27"/>
            <p:cNvSpPr/>
            <p:nvPr/>
          </p:nvSpPr>
          <p:spPr>
            <a:xfrm>
              <a:off x="6114544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p27"/>
            <p:cNvSpPr/>
            <p:nvPr/>
          </p:nvSpPr>
          <p:spPr>
            <a:xfrm>
              <a:off x="6114544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p27"/>
            <p:cNvSpPr/>
            <p:nvPr/>
          </p:nvSpPr>
          <p:spPr>
            <a:xfrm>
              <a:off x="6114544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p27"/>
            <p:cNvSpPr/>
            <p:nvPr/>
          </p:nvSpPr>
          <p:spPr>
            <a:xfrm>
              <a:off x="4157682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p27"/>
            <p:cNvSpPr/>
            <p:nvPr/>
          </p:nvSpPr>
          <p:spPr>
            <a:xfrm>
              <a:off x="4157682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p27"/>
            <p:cNvSpPr/>
            <p:nvPr/>
          </p:nvSpPr>
          <p:spPr>
            <a:xfrm>
              <a:off x="4157682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27"/>
            <p:cNvSpPr/>
            <p:nvPr/>
          </p:nvSpPr>
          <p:spPr>
            <a:xfrm>
              <a:off x="4068893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27"/>
            <p:cNvSpPr/>
            <p:nvPr/>
          </p:nvSpPr>
          <p:spPr>
            <a:xfrm>
              <a:off x="4068893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27"/>
            <p:cNvSpPr/>
            <p:nvPr/>
          </p:nvSpPr>
          <p:spPr>
            <a:xfrm>
              <a:off x="4068893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4" name="Google Shape;2834;p27"/>
            <p:cNvSpPr/>
            <p:nvPr/>
          </p:nvSpPr>
          <p:spPr>
            <a:xfrm>
              <a:off x="3980104" y="1337003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p27"/>
            <p:cNvSpPr/>
            <p:nvPr/>
          </p:nvSpPr>
          <p:spPr>
            <a:xfrm>
              <a:off x="3980104" y="1434941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6" name="Google Shape;2836;p27"/>
            <p:cNvSpPr/>
            <p:nvPr/>
          </p:nvSpPr>
          <p:spPr>
            <a:xfrm>
              <a:off x="3980104" y="1532878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p27"/>
            <p:cNvSpPr/>
            <p:nvPr/>
          </p:nvSpPr>
          <p:spPr>
            <a:xfrm>
              <a:off x="2027752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8" name="Google Shape;2838;p27"/>
            <p:cNvSpPr/>
            <p:nvPr/>
          </p:nvSpPr>
          <p:spPr>
            <a:xfrm>
              <a:off x="2116540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9" name="Google Shape;2839;p27"/>
            <p:cNvSpPr/>
            <p:nvPr/>
          </p:nvSpPr>
          <p:spPr>
            <a:xfrm>
              <a:off x="2205328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p27"/>
            <p:cNvSpPr/>
            <p:nvPr/>
          </p:nvSpPr>
          <p:spPr>
            <a:xfrm>
              <a:off x="2294116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p27"/>
            <p:cNvSpPr/>
            <p:nvPr/>
          </p:nvSpPr>
          <p:spPr>
            <a:xfrm>
              <a:off x="2382904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p27"/>
            <p:cNvSpPr/>
            <p:nvPr/>
          </p:nvSpPr>
          <p:spPr>
            <a:xfrm>
              <a:off x="2471691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p27"/>
            <p:cNvSpPr/>
            <p:nvPr/>
          </p:nvSpPr>
          <p:spPr>
            <a:xfrm>
              <a:off x="2027752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4" name="Google Shape;2844;p27"/>
            <p:cNvSpPr/>
            <p:nvPr/>
          </p:nvSpPr>
          <p:spPr>
            <a:xfrm>
              <a:off x="2116540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5" name="Google Shape;2845;p27"/>
            <p:cNvSpPr/>
            <p:nvPr/>
          </p:nvSpPr>
          <p:spPr>
            <a:xfrm>
              <a:off x="2205328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6" name="Google Shape;2846;p27"/>
            <p:cNvSpPr/>
            <p:nvPr/>
          </p:nvSpPr>
          <p:spPr>
            <a:xfrm>
              <a:off x="2294116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7" name="Google Shape;2847;p27"/>
            <p:cNvSpPr/>
            <p:nvPr/>
          </p:nvSpPr>
          <p:spPr>
            <a:xfrm>
              <a:off x="2382904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8" name="Google Shape;2848;p27"/>
            <p:cNvSpPr/>
            <p:nvPr/>
          </p:nvSpPr>
          <p:spPr>
            <a:xfrm>
              <a:off x="2471691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9" name="Google Shape;2849;p27"/>
            <p:cNvSpPr/>
            <p:nvPr/>
          </p:nvSpPr>
          <p:spPr>
            <a:xfrm>
              <a:off x="2027752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0" name="Google Shape;2850;p27"/>
            <p:cNvSpPr/>
            <p:nvPr/>
          </p:nvSpPr>
          <p:spPr>
            <a:xfrm>
              <a:off x="2116540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p27"/>
            <p:cNvSpPr/>
            <p:nvPr/>
          </p:nvSpPr>
          <p:spPr>
            <a:xfrm>
              <a:off x="2205328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27"/>
            <p:cNvSpPr/>
            <p:nvPr/>
          </p:nvSpPr>
          <p:spPr>
            <a:xfrm>
              <a:off x="2294116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p27"/>
            <p:cNvSpPr/>
            <p:nvPr/>
          </p:nvSpPr>
          <p:spPr>
            <a:xfrm>
              <a:off x="2382904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4" name="Google Shape;2854;p27"/>
            <p:cNvSpPr/>
            <p:nvPr/>
          </p:nvSpPr>
          <p:spPr>
            <a:xfrm>
              <a:off x="2471691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p27"/>
            <p:cNvSpPr/>
            <p:nvPr/>
          </p:nvSpPr>
          <p:spPr>
            <a:xfrm>
              <a:off x="2560479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p27"/>
            <p:cNvSpPr/>
            <p:nvPr/>
          </p:nvSpPr>
          <p:spPr>
            <a:xfrm>
              <a:off x="2560479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p27"/>
            <p:cNvSpPr/>
            <p:nvPr/>
          </p:nvSpPr>
          <p:spPr>
            <a:xfrm>
              <a:off x="2560479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p27"/>
            <p:cNvSpPr/>
            <p:nvPr/>
          </p:nvSpPr>
          <p:spPr>
            <a:xfrm>
              <a:off x="2649267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9" name="Google Shape;2859;p27"/>
            <p:cNvSpPr/>
            <p:nvPr/>
          </p:nvSpPr>
          <p:spPr>
            <a:xfrm>
              <a:off x="2649267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0" name="Google Shape;2860;p27"/>
            <p:cNvSpPr/>
            <p:nvPr/>
          </p:nvSpPr>
          <p:spPr>
            <a:xfrm>
              <a:off x="2649267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p27"/>
            <p:cNvSpPr/>
            <p:nvPr/>
          </p:nvSpPr>
          <p:spPr>
            <a:xfrm>
              <a:off x="2738055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p27"/>
            <p:cNvSpPr/>
            <p:nvPr/>
          </p:nvSpPr>
          <p:spPr>
            <a:xfrm>
              <a:off x="2738055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27"/>
            <p:cNvSpPr/>
            <p:nvPr/>
          </p:nvSpPr>
          <p:spPr>
            <a:xfrm>
              <a:off x="2738055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p27"/>
            <p:cNvSpPr/>
            <p:nvPr/>
          </p:nvSpPr>
          <p:spPr>
            <a:xfrm>
              <a:off x="2826842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p27"/>
            <p:cNvSpPr/>
            <p:nvPr/>
          </p:nvSpPr>
          <p:spPr>
            <a:xfrm>
              <a:off x="2826842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p27"/>
            <p:cNvSpPr/>
            <p:nvPr/>
          </p:nvSpPr>
          <p:spPr>
            <a:xfrm>
              <a:off x="2826842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p27"/>
            <p:cNvSpPr/>
            <p:nvPr/>
          </p:nvSpPr>
          <p:spPr>
            <a:xfrm>
              <a:off x="2915630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27"/>
            <p:cNvSpPr/>
            <p:nvPr/>
          </p:nvSpPr>
          <p:spPr>
            <a:xfrm>
              <a:off x="2915630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27"/>
            <p:cNvSpPr/>
            <p:nvPr/>
          </p:nvSpPr>
          <p:spPr>
            <a:xfrm>
              <a:off x="2915630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27"/>
            <p:cNvSpPr/>
            <p:nvPr/>
          </p:nvSpPr>
          <p:spPr>
            <a:xfrm>
              <a:off x="3004418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p27"/>
            <p:cNvSpPr/>
            <p:nvPr/>
          </p:nvSpPr>
          <p:spPr>
            <a:xfrm>
              <a:off x="3004418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p27"/>
            <p:cNvSpPr/>
            <p:nvPr/>
          </p:nvSpPr>
          <p:spPr>
            <a:xfrm>
              <a:off x="3004418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p27"/>
            <p:cNvSpPr/>
            <p:nvPr/>
          </p:nvSpPr>
          <p:spPr>
            <a:xfrm>
              <a:off x="3093206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27"/>
            <p:cNvSpPr/>
            <p:nvPr/>
          </p:nvSpPr>
          <p:spPr>
            <a:xfrm>
              <a:off x="3093206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p27"/>
            <p:cNvSpPr/>
            <p:nvPr/>
          </p:nvSpPr>
          <p:spPr>
            <a:xfrm>
              <a:off x="3093206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p27"/>
            <p:cNvSpPr/>
            <p:nvPr/>
          </p:nvSpPr>
          <p:spPr>
            <a:xfrm>
              <a:off x="3181993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p27"/>
            <p:cNvSpPr/>
            <p:nvPr/>
          </p:nvSpPr>
          <p:spPr>
            <a:xfrm>
              <a:off x="3181993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p27"/>
            <p:cNvSpPr/>
            <p:nvPr/>
          </p:nvSpPr>
          <p:spPr>
            <a:xfrm>
              <a:off x="3181993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p27"/>
            <p:cNvSpPr/>
            <p:nvPr/>
          </p:nvSpPr>
          <p:spPr>
            <a:xfrm>
              <a:off x="3270781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27"/>
            <p:cNvSpPr/>
            <p:nvPr/>
          </p:nvSpPr>
          <p:spPr>
            <a:xfrm>
              <a:off x="3270781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1" name="Google Shape;2881;p27"/>
            <p:cNvSpPr/>
            <p:nvPr/>
          </p:nvSpPr>
          <p:spPr>
            <a:xfrm>
              <a:off x="3270781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2" name="Google Shape;2882;p27"/>
            <p:cNvSpPr/>
            <p:nvPr/>
          </p:nvSpPr>
          <p:spPr>
            <a:xfrm>
              <a:off x="3359569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p27"/>
            <p:cNvSpPr/>
            <p:nvPr/>
          </p:nvSpPr>
          <p:spPr>
            <a:xfrm>
              <a:off x="3359569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4" name="Google Shape;2884;p27"/>
            <p:cNvSpPr/>
            <p:nvPr/>
          </p:nvSpPr>
          <p:spPr>
            <a:xfrm>
              <a:off x="3359569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p27"/>
            <p:cNvSpPr/>
            <p:nvPr/>
          </p:nvSpPr>
          <p:spPr>
            <a:xfrm>
              <a:off x="3448357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p27"/>
            <p:cNvSpPr/>
            <p:nvPr/>
          </p:nvSpPr>
          <p:spPr>
            <a:xfrm>
              <a:off x="3448357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p27"/>
            <p:cNvSpPr/>
            <p:nvPr/>
          </p:nvSpPr>
          <p:spPr>
            <a:xfrm>
              <a:off x="3448357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p27"/>
            <p:cNvSpPr/>
            <p:nvPr/>
          </p:nvSpPr>
          <p:spPr>
            <a:xfrm>
              <a:off x="3537144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27"/>
            <p:cNvSpPr/>
            <p:nvPr/>
          </p:nvSpPr>
          <p:spPr>
            <a:xfrm>
              <a:off x="3537144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0" name="Google Shape;2890;p27"/>
            <p:cNvSpPr/>
            <p:nvPr/>
          </p:nvSpPr>
          <p:spPr>
            <a:xfrm>
              <a:off x="3537144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p27"/>
            <p:cNvSpPr/>
            <p:nvPr/>
          </p:nvSpPr>
          <p:spPr>
            <a:xfrm>
              <a:off x="3625932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p27"/>
            <p:cNvSpPr/>
            <p:nvPr/>
          </p:nvSpPr>
          <p:spPr>
            <a:xfrm>
              <a:off x="3625932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p27"/>
            <p:cNvSpPr/>
            <p:nvPr/>
          </p:nvSpPr>
          <p:spPr>
            <a:xfrm>
              <a:off x="3625932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27"/>
            <p:cNvSpPr/>
            <p:nvPr/>
          </p:nvSpPr>
          <p:spPr>
            <a:xfrm>
              <a:off x="3714720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27"/>
            <p:cNvSpPr/>
            <p:nvPr/>
          </p:nvSpPr>
          <p:spPr>
            <a:xfrm>
              <a:off x="3714720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27"/>
            <p:cNvSpPr/>
            <p:nvPr/>
          </p:nvSpPr>
          <p:spPr>
            <a:xfrm>
              <a:off x="3714720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27"/>
            <p:cNvSpPr/>
            <p:nvPr/>
          </p:nvSpPr>
          <p:spPr>
            <a:xfrm>
              <a:off x="3803508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27"/>
            <p:cNvSpPr/>
            <p:nvPr/>
          </p:nvSpPr>
          <p:spPr>
            <a:xfrm>
              <a:off x="3803508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27"/>
            <p:cNvSpPr/>
            <p:nvPr/>
          </p:nvSpPr>
          <p:spPr>
            <a:xfrm>
              <a:off x="3803508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p27"/>
            <p:cNvSpPr/>
            <p:nvPr/>
          </p:nvSpPr>
          <p:spPr>
            <a:xfrm>
              <a:off x="3895796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p27"/>
            <p:cNvSpPr/>
            <p:nvPr/>
          </p:nvSpPr>
          <p:spPr>
            <a:xfrm>
              <a:off x="3895796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p27"/>
            <p:cNvSpPr/>
            <p:nvPr/>
          </p:nvSpPr>
          <p:spPr>
            <a:xfrm>
              <a:off x="3895796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p27"/>
            <p:cNvSpPr/>
            <p:nvPr/>
          </p:nvSpPr>
          <p:spPr>
            <a:xfrm>
              <a:off x="1938965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4" name="Google Shape;2904;p27"/>
            <p:cNvSpPr/>
            <p:nvPr/>
          </p:nvSpPr>
          <p:spPr>
            <a:xfrm>
              <a:off x="1938965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5" name="Google Shape;2905;p27"/>
            <p:cNvSpPr/>
            <p:nvPr/>
          </p:nvSpPr>
          <p:spPr>
            <a:xfrm>
              <a:off x="1938965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6" name="Google Shape;2906;p27"/>
            <p:cNvSpPr/>
            <p:nvPr/>
          </p:nvSpPr>
          <p:spPr>
            <a:xfrm>
              <a:off x="1850177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p27"/>
            <p:cNvSpPr/>
            <p:nvPr/>
          </p:nvSpPr>
          <p:spPr>
            <a:xfrm>
              <a:off x="1850177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p27"/>
            <p:cNvSpPr/>
            <p:nvPr/>
          </p:nvSpPr>
          <p:spPr>
            <a:xfrm>
              <a:off x="1850177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p27"/>
            <p:cNvSpPr/>
            <p:nvPr/>
          </p:nvSpPr>
          <p:spPr>
            <a:xfrm>
              <a:off x="1761389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0" name="Google Shape;2910;p27"/>
            <p:cNvSpPr/>
            <p:nvPr/>
          </p:nvSpPr>
          <p:spPr>
            <a:xfrm>
              <a:off x="1761389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1" name="Google Shape;2911;p27"/>
            <p:cNvSpPr/>
            <p:nvPr/>
          </p:nvSpPr>
          <p:spPr>
            <a:xfrm>
              <a:off x="1761389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2" name="Google Shape;2912;p27"/>
            <p:cNvSpPr/>
            <p:nvPr/>
          </p:nvSpPr>
          <p:spPr>
            <a:xfrm>
              <a:off x="873527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3" name="Google Shape;2913;p27"/>
            <p:cNvSpPr/>
            <p:nvPr/>
          </p:nvSpPr>
          <p:spPr>
            <a:xfrm>
              <a:off x="962315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4" name="Google Shape;2914;p27"/>
            <p:cNvSpPr/>
            <p:nvPr/>
          </p:nvSpPr>
          <p:spPr>
            <a:xfrm>
              <a:off x="1051103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5" name="Google Shape;2915;p27"/>
            <p:cNvSpPr/>
            <p:nvPr/>
          </p:nvSpPr>
          <p:spPr>
            <a:xfrm>
              <a:off x="1139891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6" name="Google Shape;2916;p27"/>
            <p:cNvSpPr/>
            <p:nvPr/>
          </p:nvSpPr>
          <p:spPr>
            <a:xfrm>
              <a:off x="1228679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7" name="Google Shape;2917;p27"/>
            <p:cNvSpPr/>
            <p:nvPr/>
          </p:nvSpPr>
          <p:spPr>
            <a:xfrm>
              <a:off x="1317466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p27"/>
            <p:cNvSpPr/>
            <p:nvPr/>
          </p:nvSpPr>
          <p:spPr>
            <a:xfrm>
              <a:off x="873527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9" name="Google Shape;2919;p27"/>
            <p:cNvSpPr/>
            <p:nvPr/>
          </p:nvSpPr>
          <p:spPr>
            <a:xfrm>
              <a:off x="962315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p27"/>
            <p:cNvSpPr/>
            <p:nvPr/>
          </p:nvSpPr>
          <p:spPr>
            <a:xfrm>
              <a:off x="1051103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1" name="Google Shape;2921;p27"/>
            <p:cNvSpPr/>
            <p:nvPr/>
          </p:nvSpPr>
          <p:spPr>
            <a:xfrm>
              <a:off x="1139891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2" name="Google Shape;2922;p27"/>
            <p:cNvSpPr/>
            <p:nvPr/>
          </p:nvSpPr>
          <p:spPr>
            <a:xfrm>
              <a:off x="1228679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3" name="Google Shape;2923;p27"/>
            <p:cNvSpPr/>
            <p:nvPr/>
          </p:nvSpPr>
          <p:spPr>
            <a:xfrm>
              <a:off x="1317466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4" name="Google Shape;2924;p27"/>
            <p:cNvSpPr/>
            <p:nvPr/>
          </p:nvSpPr>
          <p:spPr>
            <a:xfrm>
              <a:off x="873527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5" name="Google Shape;2925;p27"/>
            <p:cNvSpPr/>
            <p:nvPr/>
          </p:nvSpPr>
          <p:spPr>
            <a:xfrm>
              <a:off x="962315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p27"/>
            <p:cNvSpPr/>
            <p:nvPr/>
          </p:nvSpPr>
          <p:spPr>
            <a:xfrm>
              <a:off x="1051103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p27"/>
            <p:cNvSpPr/>
            <p:nvPr/>
          </p:nvSpPr>
          <p:spPr>
            <a:xfrm>
              <a:off x="1139891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p27"/>
            <p:cNvSpPr/>
            <p:nvPr/>
          </p:nvSpPr>
          <p:spPr>
            <a:xfrm>
              <a:off x="1228679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p27"/>
            <p:cNvSpPr/>
            <p:nvPr/>
          </p:nvSpPr>
          <p:spPr>
            <a:xfrm>
              <a:off x="1317466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p27"/>
            <p:cNvSpPr/>
            <p:nvPr/>
          </p:nvSpPr>
          <p:spPr>
            <a:xfrm>
              <a:off x="1406254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p27"/>
            <p:cNvSpPr/>
            <p:nvPr/>
          </p:nvSpPr>
          <p:spPr>
            <a:xfrm>
              <a:off x="1406254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p27"/>
            <p:cNvSpPr/>
            <p:nvPr/>
          </p:nvSpPr>
          <p:spPr>
            <a:xfrm>
              <a:off x="1406254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3" name="Google Shape;2933;p27"/>
            <p:cNvSpPr/>
            <p:nvPr/>
          </p:nvSpPr>
          <p:spPr>
            <a:xfrm>
              <a:off x="1495042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4" name="Google Shape;2934;p27"/>
            <p:cNvSpPr/>
            <p:nvPr/>
          </p:nvSpPr>
          <p:spPr>
            <a:xfrm>
              <a:off x="1495042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5" name="Google Shape;2935;p27"/>
            <p:cNvSpPr/>
            <p:nvPr/>
          </p:nvSpPr>
          <p:spPr>
            <a:xfrm>
              <a:off x="1495042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p27"/>
            <p:cNvSpPr/>
            <p:nvPr/>
          </p:nvSpPr>
          <p:spPr>
            <a:xfrm>
              <a:off x="1583830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7" name="Google Shape;2937;p27"/>
            <p:cNvSpPr/>
            <p:nvPr/>
          </p:nvSpPr>
          <p:spPr>
            <a:xfrm>
              <a:off x="1583830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8" name="Google Shape;2938;p27"/>
            <p:cNvSpPr/>
            <p:nvPr/>
          </p:nvSpPr>
          <p:spPr>
            <a:xfrm>
              <a:off x="1583830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9" name="Google Shape;2939;p27"/>
            <p:cNvSpPr/>
            <p:nvPr/>
          </p:nvSpPr>
          <p:spPr>
            <a:xfrm>
              <a:off x="1672617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0" name="Google Shape;2940;p27"/>
            <p:cNvSpPr/>
            <p:nvPr/>
          </p:nvSpPr>
          <p:spPr>
            <a:xfrm>
              <a:off x="1672617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1" name="Google Shape;2941;p27"/>
            <p:cNvSpPr/>
            <p:nvPr/>
          </p:nvSpPr>
          <p:spPr>
            <a:xfrm>
              <a:off x="1672617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2" name="Google Shape;2942;p27"/>
            <p:cNvSpPr/>
            <p:nvPr/>
          </p:nvSpPr>
          <p:spPr>
            <a:xfrm>
              <a:off x="784740" y="1336985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3" name="Google Shape;2943;p27"/>
            <p:cNvSpPr/>
            <p:nvPr/>
          </p:nvSpPr>
          <p:spPr>
            <a:xfrm>
              <a:off x="784740" y="1434920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4" name="Google Shape;2944;p27"/>
            <p:cNvSpPr/>
            <p:nvPr/>
          </p:nvSpPr>
          <p:spPr>
            <a:xfrm>
              <a:off x="784740" y="1532856"/>
              <a:ext cx="26100" cy="2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5" name="Google Shape;2945;p2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46" name="Google Shape;2946;p27"/>
          <p:cNvSpPr txBox="1">
            <a:spLocks noGrp="1"/>
          </p:cNvSpPr>
          <p:nvPr>
            <p:ph type="subTitle" idx="1"/>
          </p:nvPr>
        </p:nvSpPr>
        <p:spPr>
          <a:xfrm>
            <a:off x="1465663" y="25077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7" name="Google Shape;2947;p27"/>
          <p:cNvSpPr txBox="1">
            <a:spLocks noGrp="1"/>
          </p:cNvSpPr>
          <p:nvPr>
            <p:ph type="subTitle" idx="2"/>
          </p:nvPr>
        </p:nvSpPr>
        <p:spPr>
          <a:xfrm>
            <a:off x="1465663" y="29112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8" name="Google Shape;2948;p27"/>
          <p:cNvSpPr txBox="1">
            <a:spLocks noGrp="1"/>
          </p:cNvSpPr>
          <p:nvPr>
            <p:ph type="subTitle" idx="3"/>
          </p:nvPr>
        </p:nvSpPr>
        <p:spPr>
          <a:xfrm>
            <a:off x="1465663" y="33147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9" name="Google Shape;2949;p27"/>
          <p:cNvSpPr txBox="1">
            <a:spLocks noGrp="1"/>
          </p:cNvSpPr>
          <p:nvPr>
            <p:ph type="subTitle" idx="4"/>
          </p:nvPr>
        </p:nvSpPr>
        <p:spPr>
          <a:xfrm>
            <a:off x="5149913" y="25077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0" name="Google Shape;2950;p27"/>
          <p:cNvSpPr txBox="1">
            <a:spLocks noGrp="1"/>
          </p:cNvSpPr>
          <p:nvPr>
            <p:ph type="subTitle" idx="5"/>
          </p:nvPr>
        </p:nvSpPr>
        <p:spPr>
          <a:xfrm>
            <a:off x="5149913" y="29112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1" name="Google Shape;2951;p27"/>
          <p:cNvSpPr txBox="1">
            <a:spLocks noGrp="1"/>
          </p:cNvSpPr>
          <p:nvPr>
            <p:ph type="subTitle" idx="6"/>
          </p:nvPr>
        </p:nvSpPr>
        <p:spPr>
          <a:xfrm>
            <a:off x="5149913" y="33147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2" name="Google Shape;2952;p27"/>
          <p:cNvSpPr txBox="1">
            <a:spLocks noGrp="1"/>
          </p:cNvSpPr>
          <p:nvPr>
            <p:ph type="subTitle" idx="7"/>
          </p:nvPr>
        </p:nvSpPr>
        <p:spPr>
          <a:xfrm>
            <a:off x="1465663" y="37182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3" name="Google Shape;2953;p27"/>
          <p:cNvSpPr txBox="1">
            <a:spLocks noGrp="1"/>
          </p:cNvSpPr>
          <p:nvPr>
            <p:ph type="subTitle" idx="8"/>
          </p:nvPr>
        </p:nvSpPr>
        <p:spPr>
          <a:xfrm>
            <a:off x="5149913" y="37182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4" name="Google Shape;2954;p27"/>
          <p:cNvSpPr txBox="1">
            <a:spLocks noGrp="1"/>
          </p:cNvSpPr>
          <p:nvPr>
            <p:ph type="subTitle" idx="9"/>
          </p:nvPr>
        </p:nvSpPr>
        <p:spPr>
          <a:xfrm>
            <a:off x="1465663" y="17007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5" name="Google Shape;2955;p27"/>
          <p:cNvSpPr txBox="1">
            <a:spLocks noGrp="1"/>
          </p:cNvSpPr>
          <p:nvPr>
            <p:ph type="subTitle" idx="13"/>
          </p:nvPr>
        </p:nvSpPr>
        <p:spPr>
          <a:xfrm>
            <a:off x="1465663" y="21042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6" name="Google Shape;2956;p27"/>
          <p:cNvSpPr txBox="1">
            <a:spLocks noGrp="1"/>
          </p:cNvSpPr>
          <p:nvPr>
            <p:ph type="subTitle" idx="14"/>
          </p:nvPr>
        </p:nvSpPr>
        <p:spPr>
          <a:xfrm>
            <a:off x="5149913" y="17007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7" name="Google Shape;2957;p27"/>
          <p:cNvSpPr txBox="1">
            <a:spLocks noGrp="1"/>
          </p:cNvSpPr>
          <p:nvPr>
            <p:ph type="subTitle" idx="15"/>
          </p:nvPr>
        </p:nvSpPr>
        <p:spPr>
          <a:xfrm>
            <a:off x="5149913" y="2104250"/>
            <a:ext cx="2907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9" name="Google Shape;2959;p28"/>
          <p:cNvGrpSpPr/>
          <p:nvPr/>
        </p:nvGrpSpPr>
        <p:grpSpPr>
          <a:xfrm flipH="1">
            <a:off x="-800011" y="-237025"/>
            <a:ext cx="11677579" cy="5665778"/>
            <a:chOff x="-1786504" y="-237000"/>
            <a:chExt cx="11677579" cy="5665778"/>
          </a:xfrm>
        </p:grpSpPr>
        <p:sp>
          <p:nvSpPr>
            <p:cNvPr id="2960" name="Google Shape;2960;p28"/>
            <p:cNvSpPr/>
            <p:nvPr/>
          </p:nvSpPr>
          <p:spPr>
            <a:xfrm>
              <a:off x="7347858" y="4458831"/>
              <a:ext cx="1791044" cy="713388"/>
            </a:xfrm>
            <a:custGeom>
              <a:avLst/>
              <a:gdLst/>
              <a:ahLst/>
              <a:cxnLst/>
              <a:rect l="l" t="t" r="r" b="b"/>
              <a:pathLst>
                <a:path w="48716" h="19404" extrusionOk="0">
                  <a:moveTo>
                    <a:pt x="48716" y="1"/>
                  </a:moveTo>
                  <a:cubicBezTo>
                    <a:pt x="44289" y="3195"/>
                    <a:pt x="39621" y="6196"/>
                    <a:pt x="34287" y="7162"/>
                  </a:cubicBezTo>
                  <a:cubicBezTo>
                    <a:pt x="32093" y="7559"/>
                    <a:pt x="29864" y="7596"/>
                    <a:pt x="27630" y="7596"/>
                  </a:cubicBezTo>
                  <a:cubicBezTo>
                    <a:pt x="27116" y="7596"/>
                    <a:pt x="26601" y="7594"/>
                    <a:pt x="26086" y="7594"/>
                  </a:cubicBezTo>
                  <a:cubicBezTo>
                    <a:pt x="25138" y="7594"/>
                    <a:pt x="24189" y="7601"/>
                    <a:pt x="23243" y="7639"/>
                  </a:cubicBezTo>
                  <a:cubicBezTo>
                    <a:pt x="15993" y="7930"/>
                    <a:pt x="8624" y="10235"/>
                    <a:pt x="3302" y="15164"/>
                  </a:cubicBezTo>
                  <a:cubicBezTo>
                    <a:pt x="1979" y="16389"/>
                    <a:pt x="783" y="17780"/>
                    <a:pt x="0" y="19403"/>
                  </a:cubicBezTo>
                  <a:lnTo>
                    <a:pt x="48716" y="19310"/>
                  </a:lnTo>
                  <a:lnTo>
                    <a:pt x="487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1" name="Google Shape;2961;p28"/>
            <p:cNvSpPr/>
            <p:nvPr/>
          </p:nvSpPr>
          <p:spPr>
            <a:xfrm rot="-5400000" flipH="1">
              <a:off x="-38077" y="-114329"/>
              <a:ext cx="288517" cy="364777"/>
            </a:xfrm>
            <a:custGeom>
              <a:avLst/>
              <a:gdLst/>
              <a:ahLst/>
              <a:cxnLst/>
              <a:rect l="l" t="t" r="r" b="b"/>
              <a:pathLst>
                <a:path w="4540" h="5740" extrusionOk="0">
                  <a:moveTo>
                    <a:pt x="4217" y="0"/>
                  </a:moveTo>
                  <a:cubicBezTo>
                    <a:pt x="4454" y="1466"/>
                    <a:pt x="4405" y="3034"/>
                    <a:pt x="3377" y="4181"/>
                  </a:cubicBezTo>
                  <a:cubicBezTo>
                    <a:pt x="2821" y="4794"/>
                    <a:pt x="2054" y="5140"/>
                    <a:pt x="1266" y="5348"/>
                  </a:cubicBezTo>
                  <a:cubicBezTo>
                    <a:pt x="850" y="5459"/>
                    <a:pt x="424" y="5520"/>
                    <a:pt x="0" y="5581"/>
                  </a:cubicBezTo>
                  <a:lnTo>
                    <a:pt x="0" y="5740"/>
                  </a:lnTo>
                  <a:cubicBezTo>
                    <a:pt x="62" y="5732"/>
                    <a:pt x="119" y="5724"/>
                    <a:pt x="176" y="5715"/>
                  </a:cubicBezTo>
                  <a:cubicBezTo>
                    <a:pt x="584" y="5655"/>
                    <a:pt x="988" y="5577"/>
                    <a:pt x="1385" y="5471"/>
                  </a:cubicBezTo>
                  <a:cubicBezTo>
                    <a:pt x="2148" y="5259"/>
                    <a:pt x="2891" y="4916"/>
                    <a:pt x="3437" y="4328"/>
                  </a:cubicBezTo>
                  <a:cubicBezTo>
                    <a:pt x="4006" y="3724"/>
                    <a:pt x="4324" y="2923"/>
                    <a:pt x="4438" y="2111"/>
                  </a:cubicBezTo>
                  <a:cubicBezTo>
                    <a:pt x="4540" y="1408"/>
                    <a:pt x="4491" y="698"/>
                    <a:pt x="43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2" name="Google Shape;2962;p28"/>
            <p:cNvSpPr/>
            <p:nvPr/>
          </p:nvSpPr>
          <p:spPr>
            <a:xfrm rot="-5400000" flipH="1">
              <a:off x="-43161" y="-109245"/>
              <a:ext cx="508845" cy="574937"/>
            </a:xfrm>
            <a:custGeom>
              <a:avLst/>
              <a:gdLst/>
              <a:ahLst/>
              <a:cxnLst/>
              <a:rect l="l" t="t" r="r" b="b"/>
              <a:pathLst>
                <a:path w="8007" h="9047" extrusionOk="0">
                  <a:moveTo>
                    <a:pt x="7467" y="0"/>
                  </a:moveTo>
                  <a:cubicBezTo>
                    <a:pt x="7712" y="865"/>
                    <a:pt x="7822" y="1768"/>
                    <a:pt x="7782" y="2666"/>
                  </a:cubicBezTo>
                  <a:cubicBezTo>
                    <a:pt x="7724" y="3842"/>
                    <a:pt x="7394" y="5026"/>
                    <a:pt x="6695" y="5989"/>
                  </a:cubicBezTo>
                  <a:cubicBezTo>
                    <a:pt x="5896" y="7091"/>
                    <a:pt x="4679" y="7716"/>
                    <a:pt x="3401" y="8100"/>
                  </a:cubicBezTo>
                  <a:cubicBezTo>
                    <a:pt x="2286" y="8434"/>
                    <a:pt x="1127" y="8606"/>
                    <a:pt x="0" y="8892"/>
                  </a:cubicBezTo>
                  <a:lnTo>
                    <a:pt x="0" y="9047"/>
                  </a:lnTo>
                  <a:cubicBezTo>
                    <a:pt x="1082" y="8770"/>
                    <a:pt x="2193" y="8598"/>
                    <a:pt x="3266" y="8291"/>
                  </a:cubicBezTo>
                  <a:cubicBezTo>
                    <a:pt x="4540" y="7933"/>
                    <a:pt x="5781" y="7353"/>
                    <a:pt x="6634" y="6307"/>
                  </a:cubicBezTo>
                  <a:cubicBezTo>
                    <a:pt x="7381" y="5397"/>
                    <a:pt x="7782" y="4250"/>
                    <a:pt x="7900" y="3087"/>
                  </a:cubicBezTo>
                  <a:cubicBezTo>
                    <a:pt x="8006" y="2054"/>
                    <a:pt x="7900" y="1001"/>
                    <a:pt x="7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3" name="Google Shape;2963;p28"/>
            <p:cNvSpPr/>
            <p:nvPr/>
          </p:nvSpPr>
          <p:spPr>
            <a:xfrm rot="-5400000" flipH="1">
              <a:off x="-23810" y="-128596"/>
              <a:ext cx="733240" cy="838034"/>
            </a:xfrm>
            <a:custGeom>
              <a:avLst/>
              <a:gdLst/>
              <a:ahLst/>
              <a:cxnLst/>
              <a:rect l="l" t="t" r="r" b="b"/>
              <a:pathLst>
                <a:path w="11538" h="13187" extrusionOk="0">
                  <a:moveTo>
                    <a:pt x="10565" y="0"/>
                  </a:moveTo>
                  <a:cubicBezTo>
                    <a:pt x="11129" y="1061"/>
                    <a:pt x="11349" y="2303"/>
                    <a:pt x="11256" y="3503"/>
                  </a:cubicBezTo>
                  <a:cubicBezTo>
                    <a:pt x="11117" y="5259"/>
                    <a:pt x="10284" y="6879"/>
                    <a:pt x="9125" y="8182"/>
                  </a:cubicBezTo>
                  <a:cubicBezTo>
                    <a:pt x="7871" y="9586"/>
                    <a:pt x="6271" y="10611"/>
                    <a:pt x="4573" y="11390"/>
                  </a:cubicBezTo>
                  <a:cubicBezTo>
                    <a:pt x="3642" y="11815"/>
                    <a:pt x="2678" y="12170"/>
                    <a:pt x="1707" y="12497"/>
                  </a:cubicBezTo>
                  <a:cubicBezTo>
                    <a:pt x="1144" y="12685"/>
                    <a:pt x="571" y="12852"/>
                    <a:pt x="0" y="13032"/>
                  </a:cubicBezTo>
                  <a:lnTo>
                    <a:pt x="0" y="13186"/>
                  </a:lnTo>
                  <a:cubicBezTo>
                    <a:pt x="539" y="13019"/>
                    <a:pt x="1082" y="12856"/>
                    <a:pt x="1621" y="12681"/>
                  </a:cubicBezTo>
                  <a:cubicBezTo>
                    <a:pt x="2576" y="12366"/>
                    <a:pt x="3524" y="12023"/>
                    <a:pt x="4442" y="11611"/>
                  </a:cubicBezTo>
                  <a:cubicBezTo>
                    <a:pt x="6156" y="10848"/>
                    <a:pt x="7782" y="9843"/>
                    <a:pt x="9071" y="8459"/>
                  </a:cubicBezTo>
                  <a:cubicBezTo>
                    <a:pt x="10243" y="7202"/>
                    <a:pt x="11125" y="5638"/>
                    <a:pt x="11358" y="3916"/>
                  </a:cubicBezTo>
                  <a:cubicBezTo>
                    <a:pt x="11537" y="2593"/>
                    <a:pt x="11349" y="1193"/>
                    <a:pt x="10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4" name="Google Shape;2964;p28"/>
            <p:cNvSpPr/>
            <p:nvPr/>
          </p:nvSpPr>
          <p:spPr>
            <a:xfrm>
              <a:off x="4639225" y="4738700"/>
              <a:ext cx="290125" cy="241775"/>
            </a:xfrm>
            <a:custGeom>
              <a:avLst/>
              <a:gdLst/>
              <a:ahLst/>
              <a:cxnLst/>
              <a:rect l="l" t="t" r="r" b="b"/>
              <a:pathLst>
                <a:path w="11605" h="9671" extrusionOk="0">
                  <a:moveTo>
                    <a:pt x="7983" y="1"/>
                  </a:moveTo>
                  <a:cubicBezTo>
                    <a:pt x="6115" y="1"/>
                    <a:pt x="3945" y="1289"/>
                    <a:pt x="2601" y="3519"/>
                  </a:cubicBezTo>
                  <a:cubicBezTo>
                    <a:pt x="0" y="7835"/>
                    <a:pt x="2201" y="9671"/>
                    <a:pt x="5072" y="9671"/>
                  </a:cubicBezTo>
                  <a:cubicBezTo>
                    <a:pt x="7958" y="9671"/>
                    <a:pt x="11521" y="7815"/>
                    <a:pt x="11562" y="4760"/>
                  </a:cubicBezTo>
                  <a:cubicBezTo>
                    <a:pt x="11605" y="1449"/>
                    <a:pt x="9963" y="1"/>
                    <a:pt x="79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5" name="Google Shape;2965;p28"/>
            <p:cNvSpPr/>
            <p:nvPr/>
          </p:nvSpPr>
          <p:spPr>
            <a:xfrm rot="-2700000">
              <a:off x="-1438301" y="1562210"/>
              <a:ext cx="2907575" cy="2189225"/>
            </a:xfrm>
            <a:custGeom>
              <a:avLst/>
              <a:gdLst/>
              <a:ahLst/>
              <a:cxnLst/>
              <a:rect l="l" t="t" r="r" b="b"/>
              <a:pathLst>
                <a:path w="91204" h="68671" extrusionOk="0">
                  <a:moveTo>
                    <a:pt x="56246" y="0"/>
                  </a:moveTo>
                  <a:cubicBezTo>
                    <a:pt x="46995" y="0"/>
                    <a:pt x="37746" y="803"/>
                    <a:pt x="28633" y="2401"/>
                  </a:cubicBezTo>
                  <a:cubicBezTo>
                    <a:pt x="21361" y="3677"/>
                    <a:pt x="13674" y="5750"/>
                    <a:pt x="8867" y="11358"/>
                  </a:cubicBezTo>
                  <a:cubicBezTo>
                    <a:pt x="5768" y="14973"/>
                    <a:pt x="4241" y="19657"/>
                    <a:pt x="3113" y="24285"/>
                  </a:cubicBezTo>
                  <a:cubicBezTo>
                    <a:pt x="2016" y="28780"/>
                    <a:pt x="1229" y="33352"/>
                    <a:pt x="755" y="37953"/>
                  </a:cubicBezTo>
                  <a:cubicBezTo>
                    <a:pt x="1" y="45270"/>
                    <a:pt x="1016" y="51523"/>
                    <a:pt x="5237" y="57599"/>
                  </a:cubicBezTo>
                  <a:cubicBezTo>
                    <a:pt x="9588" y="63865"/>
                    <a:pt x="17019" y="68447"/>
                    <a:pt x="24726" y="68664"/>
                  </a:cubicBezTo>
                  <a:cubicBezTo>
                    <a:pt x="24894" y="68668"/>
                    <a:pt x="25062" y="68671"/>
                    <a:pt x="25231" y="68671"/>
                  </a:cubicBezTo>
                  <a:cubicBezTo>
                    <a:pt x="30937" y="68671"/>
                    <a:pt x="36669" y="66004"/>
                    <a:pt x="40303" y="61708"/>
                  </a:cubicBezTo>
                  <a:cubicBezTo>
                    <a:pt x="41924" y="59788"/>
                    <a:pt x="43128" y="57543"/>
                    <a:pt x="43727" y="55066"/>
                  </a:cubicBezTo>
                  <a:cubicBezTo>
                    <a:pt x="44361" y="52438"/>
                    <a:pt x="44332" y="49702"/>
                    <a:pt x="44354" y="46997"/>
                  </a:cubicBezTo>
                  <a:cubicBezTo>
                    <a:pt x="44393" y="41853"/>
                    <a:pt x="44992" y="35973"/>
                    <a:pt x="49154" y="32948"/>
                  </a:cubicBezTo>
                  <a:cubicBezTo>
                    <a:pt x="52116" y="30793"/>
                    <a:pt x="56593" y="30355"/>
                    <a:pt x="58196" y="27062"/>
                  </a:cubicBezTo>
                  <a:cubicBezTo>
                    <a:pt x="59303" y="24788"/>
                    <a:pt x="59697" y="22486"/>
                    <a:pt x="62467" y="21600"/>
                  </a:cubicBezTo>
                  <a:cubicBezTo>
                    <a:pt x="63291" y="21337"/>
                    <a:pt x="64180" y="21254"/>
                    <a:pt x="65096" y="21254"/>
                  </a:cubicBezTo>
                  <a:cubicBezTo>
                    <a:pt x="66680" y="21254"/>
                    <a:pt x="68346" y="21503"/>
                    <a:pt x="69893" y="21503"/>
                  </a:cubicBezTo>
                  <a:cubicBezTo>
                    <a:pt x="70242" y="21503"/>
                    <a:pt x="70585" y="21490"/>
                    <a:pt x="70919" y="21459"/>
                  </a:cubicBezTo>
                  <a:cubicBezTo>
                    <a:pt x="77125" y="20888"/>
                    <a:pt x="83114" y="18092"/>
                    <a:pt x="87503" y="13664"/>
                  </a:cubicBezTo>
                  <a:cubicBezTo>
                    <a:pt x="88933" y="12224"/>
                    <a:pt x="90229" y="10552"/>
                    <a:pt x="90717" y="8583"/>
                  </a:cubicBezTo>
                  <a:cubicBezTo>
                    <a:pt x="91203" y="6615"/>
                    <a:pt x="90710" y="4299"/>
                    <a:pt x="89095" y="3069"/>
                  </a:cubicBezTo>
                  <a:cubicBezTo>
                    <a:pt x="88252" y="2425"/>
                    <a:pt x="87200" y="2133"/>
                    <a:pt x="86170" y="1887"/>
                  </a:cubicBezTo>
                  <a:cubicBezTo>
                    <a:pt x="80745" y="599"/>
                    <a:pt x="74761" y="978"/>
                    <a:pt x="69177" y="525"/>
                  </a:cubicBezTo>
                  <a:cubicBezTo>
                    <a:pt x="64876" y="175"/>
                    <a:pt x="60561" y="0"/>
                    <a:pt x="562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p28"/>
            <p:cNvSpPr/>
            <p:nvPr/>
          </p:nvSpPr>
          <p:spPr>
            <a:xfrm rot="8225514">
              <a:off x="4129780" y="4829326"/>
              <a:ext cx="466194" cy="508823"/>
            </a:xfrm>
            <a:custGeom>
              <a:avLst/>
              <a:gdLst/>
              <a:ahLst/>
              <a:cxnLst/>
              <a:rect l="l" t="t" r="r" b="b"/>
              <a:pathLst>
                <a:path w="27504" h="30019" extrusionOk="0">
                  <a:moveTo>
                    <a:pt x="12111" y="0"/>
                  </a:moveTo>
                  <a:cubicBezTo>
                    <a:pt x="11000" y="0"/>
                    <a:pt x="9863" y="292"/>
                    <a:pt x="8793" y="877"/>
                  </a:cubicBezTo>
                  <a:cubicBezTo>
                    <a:pt x="7511" y="1578"/>
                    <a:pt x="6715" y="2780"/>
                    <a:pt x="6402" y="4181"/>
                  </a:cubicBezTo>
                  <a:cubicBezTo>
                    <a:pt x="5143" y="9849"/>
                    <a:pt x="1" y="16618"/>
                    <a:pt x="3240" y="22241"/>
                  </a:cubicBezTo>
                  <a:cubicBezTo>
                    <a:pt x="5203" y="25648"/>
                    <a:pt x="9419" y="30018"/>
                    <a:pt x="13735" y="30018"/>
                  </a:cubicBezTo>
                  <a:cubicBezTo>
                    <a:pt x="13810" y="30018"/>
                    <a:pt x="13885" y="30017"/>
                    <a:pt x="13961" y="30014"/>
                  </a:cubicBezTo>
                  <a:cubicBezTo>
                    <a:pt x="16307" y="29931"/>
                    <a:pt x="18646" y="29580"/>
                    <a:pt x="20913" y="28969"/>
                  </a:cubicBezTo>
                  <a:cubicBezTo>
                    <a:pt x="22783" y="28468"/>
                    <a:pt x="24772" y="27647"/>
                    <a:pt x="25645" y="25919"/>
                  </a:cubicBezTo>
                  <a:cubicBezTo>
                    <a:pt x="27503" y="22241"/>
                    <a:pt x="24741" y="19168"/>
                    <a:pt x="22193" y="16100"/>
                  </a:cubicBezTo>
                  <a:cubicBezTo>
                    <a:pt x="20675" y="14271"/>
                    <a:pt x="19231" y="12448"/>
                    <a:pt x="18887" y="10499"/>
                  </a:cubicBezTo>
                  <a:cubicBezTo>
                    <a:pt x="18388" y="7678"/>
                    <a:pt x="18911" y="4803"/>
                    <a:pt x="16979" y="2388"/>
                  </a:cubicBezTo>
                  <a:cubicBezTo>
                    <a:pt x="15706" y="796"/>
                    <a:pt x="13944" y="0"/>
                    <a:pt x="121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7" name="Google Shape;2967;p28"/>
            <p:cNvSpPr/>
            <p:nvPr/>
          </p:nvSpPr>
          <p:spPr>
            <a:xfrm flipH="1">
              <a:off x="8142075" y="-237000"/>
              <a:ext cx="1749000" cy="1781625"/>
            </a:xfrm>
            <a:custGeom>
              <a:avLst/>
              <a:gdLst/>
              <a:ahLst/>
              <a:cxnLst/>
              <a:rect l="l" t="t" r="r" b="b"/>
              <a:pathLst>
                <a:path w="69960" h="71265" extrusionOk="0">
                  <a:moveTo>
                    <a:pt x="69719" y="0"/>
                  </a:moveTo>
                  <a:cubicBezTo>
                    <a:pt x="68440" y="4497"/>
                    <a:pt x="67114" y="9148"/>
                    <a:pt x="64603" y="13195"/>
                  </a:cubicBezTo>
                  <a:cubicBezTo>
                    <a:pt x="61822" y="17675"/>
                    <a:pt x="57828" y="20684"/>
                    <a:pt x="53642" y="21451"/>
                  </a:cubicBezTo>
                  <a:cubicBezTo>
                    <a:pt x="52117" y="21733"/>
                    <a:pt x="50466" y="21761"/>
                    <a:pt x="48844" y="21761"/>
                  </a:cubicBezTo>
                  <a:cubicBezTo>
                    <a:pt x="48639" y="21761"/>
                    <a:pt x="48434" y="21760"/>
                    <a:pt x="48230" y="21760"/>
                  </a:cubicBezTo>
                  <a:cubicBezTo>
                    <a:pt x="48017" y="21759"/>
                    <a:pt x="47805" y="21759"/>
                    <a:pt x="47592" y="21759"/>
                  </a:cubicBezTo>
                  <a:cubicBezTo>
                    <a:pt x="44134" y="21759"/>
                    <a:pt x="40640" y="21899"/>
                    <a:pt x="38369" y="24424"/>
                  </a:cubicBezTo>
                  <a:cubicBezTo>
                    <a:pt x="35565" y="27544"/>
                    <a:pt x="36547" y="32218"/>
                    <a:pt x="37416" y="36341"/>
                  </a:cubicBezTo>
                  <a:cubicBezTo>
                    <a:pt x="37557" y="37011"/>
                    <a:pt x="37692" y="37647"/>
                    <a:pt x="37812" y="38281"/>
                  </a:cubicBezTo>
                  <a:cubicBezTo>
                    <a:pt x="39735" y="48405"/>
                    <a:pt x="35935" y="59353"/>
                    <a:pt x="28356" y="65521"/>
                  </a:cubicBezTo>
                  <a:cubicBezTo>
                    <a:pt x="23874" y="69170"/>
                    <a:pt x="18203" y="71038"/>
                    <a:pt x="12621" y="71038"/>
                  </a:cubicBezTo>
                  <a:cubicBezTo>
                    <a:pt x="8190" y="71038"/>
                    <a:pt x="3816" y="69861"/>
                    <a:pt x="138" y="67463"/>
                  </a:cubicBezTo>
                  <a:lnTo>
                    <a:pt x="1" y="67672"/>
                  </a:lnTo>
                  <a:cubicBezTo>
                    <a:pt x="3595" y="70014"/>
                    <a:pt x="8007" y="71264"/>
                    <a:pt x="12593" y="71264"/>
                  </a:cubicBezTo>
                  <a:cubicBezTo>
                    <a:pt x="13223" y="71264"/>
                    <a:pt x="13859" y="71238"/>
                    <a:pt x="14503" y="71192"/>
                  </a:cubicBezTo>
                  <a:cubicBezTo>
                    <a:pt x="19680" y="70804"/>
                    <a:pt x="24656" y="68859"/>
                    <a:pt x="28519" y="65715"/>
                  </a:cubicBezTo>
                  <a:cubicBezTo>
                    <a:pt x="32346" y="62600"/>
                    <a:pt x="35268" y="58310"/>
                    <a:pt x="36963" y="53312"/>
                  </a:cubicBezTo>
                  <a:cubicBezTo>
                    <a:pt x="38626" y="48419"/>
                    <a:pt x="39005" y="43205"/>
                    <a:pt x="38060" y="38233"/>
                  </a:cubicBezTo>
                  <a:cubicBezTo>
                    <a:pt x="37940" y="37599"/>
                    <a:pt x="37801" y="36933"/>
                    <a:pt x="37664" y="36290"/>
                  </a:cubicBezTo>
                  <a:cubicBezTo>
                    <a:pt x="36765" y="32026"/>
                    <a:pt x="35837" y="27616"/>
                    <a:pt x="38555" y="24591"/>
                  </a:cubicBezTo>
                  <a:cubicBezTo>
                    <a:pt x="40780" y="22116"/>
                    <a:pt x="44121" y="22007"/>
                    <a:pt x="47693" y="22007"/>
                  </a:cubicBezTo>
                  <a:cubicBezTo>
                    <a:pt x="47871" y="22007"/>
                    <a:pt x="48050" y="22007"/>
                    <a:pt x="48230" y="22008"/>
                  </a:cubicBezTo>
                  <a:cubicBezTo>
                    <a:pt x="48460" y="22008"/>
                    <a:pt x="48691" y="22009"/>
                    <a:pt x="48923" y="22009"/>
                  </a:cubicBezTo>
                  <a:cubicBezTo>
                    <a:pt x="50531" y="22009"/>
                    <a:pt x="52167" y="21977"/>
                    <a:pt x="53688" y="21699"/>
                  </a:cubicBezTo>
                  <a:cubicBezTo>
                    <a:pt x="57941" y="20917"/>
                    <a:pt x="61998" y="17866"/>
                    <a:pt x="64816" y="13326"/>
                  </a:cubicBezTo>
                  <a:cubicBezTo>
                    <a:pt x="67345" y="9251"/>
                    <a:pt x="68675" y="4584"/>
                    <a:pt x="69960" y="69"/>
                  </a:cubicBezTo>
                  <a:lnTo>
                    <a:pt x="697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68" name="Google Shape;2968;p2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69" name="Google Shape;2969;p28"/>
          <p:cNvSpPr txBox="1">
            <a:spLocks noGrp="1"/>
          </p:cNvSpPr>
          <p:nvPr>
            <p:ph type="subTitle" idx="1"/>
          </p:nvPr>
        </p:nvSpPr>
        <p:spPr>
          <a:xfrm>
            <a:off x="720000" y="3421700"/>
            <a:ext cx="2907600" cy="118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0" name="Google Shape;2970;p28"/>
          <p:cNvSpPr txBox="1">
            <a:spLocks noGrp="1"/>
          </p:cNvSpPr>
          <p:nvPr>
            <p:ph type="subTitle" idx="2"/>
          </p:nvPr>
        </p:nvSpPr>
        <p:spPr>
          <a:xfrm>
            <a:off x="5516400" y="3421700"/>
            <a:ext cx="2907600" cy="118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1" name="Google Shape;2971;p28"/>
          <p:cNvSpPr txBox="1">
            <a:spLocks noGrp="1"/>
          </p:cNvSpPr>
          <p:nvPr>
            <p:ph type="subTitle" idx="3"/>
          </p:nvPr>
        </p:nvSpPr>
        <p:spPr>
          <a:xfrm>
            <a:off x="5516400" y="1237075"/>
            <a:ext cx="2907600" cy="45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 sz="20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72" name="Google Shape;2972;p28"/>
          <p:cNvSpPr txBox="1">
            <a:spLocks noGrp="1"/>
          </p:cNvSpPr>
          <p:nvPr>
            <p:ph type="subTitle" idx="4"/>
          </p:nvPr>
        </p:nvSpPr>
        <p:spPr>
          <a:xfrm>
            <a:off x="5516400" y="1687474"/>
            <a:ext cx="2907600" cy="11427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3" name="Google Shape;2973;p28"/>
          <p:cNvSpPr txBox="1">
            <a:spLocks noGrp="1"/>
          </p:cNvSpPr>
          <p:nvPr>
            <p:ph type="subTitle" idx="5"/>
          </p:nvPr>
        </p:nvSpPr>
        <p:spPr>
          <a:xfrm>
            <a:off x="720000" y="1237075"/>
            <a:ext cx="2907600" cy="45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 sz="20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74" name="Google Shape;2974;p28"/>
          <p:cNvSpPr txBox="1">
            <a:spLocks noGrp="1"/>
          </p:cNvSpPr>
          <p:nvPr>
            <p:ph type="subTitle" idx="6"/>
          </p:nvPr>
        </p:nvSpPr>
        <p:spPr>
          <a:xfrm>
            <a:off x="720000" y="1687474"/>
            <a:ext cx="2907600" cy="11427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5" name="Google Shape;2975;p28"/>
          <p:cNvSpPr txBox="1">
            <a:spLocks noGrp="1"/>
          </p:cNvSpPr>
          <p:nvPr>
            <p:ph type="subTitle" idx="7"/>
          </p:nvPr>
        </p:nvSpPr>
        <p:spPr>
          <a:xfrm>
            <a:off x="5516400" y="3115475"/>
            <a:ext cx="2907600" cy="45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 sz="20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76" name="Google Shape;2976;p28"/>
          <p:cNvSpPr txBox="1">
            <a:spLocks noGrp="1"/>
          </p:cNvSpPr>
          <p:nvPr>
            <p:ph type="subTitle" idx="8"/>
          </p:nvPr>
        </p:nvSpPr>
        <p:spPr>
          <a:xfrm>
            <a:off x="720000" y="3115475"/>
            <a:ext cx="2907600" cy="45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 sz="20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8" name="Google Shape;2978;p29"/>
          <p:cNvGrpSpPr/>
          <p:nvPr/>
        </p:nvGrpSpPr>
        <p:grpSpPr>
          <a:xfrm>
            <a:off x="-1603775" y="1"/>
            <a:ext cx="11464067" cy="5870805"/>
            <a:chOff x="-1603775" y="1"/>
            <a:chExt cx="11464067" cy="5870805"/>
          </a:xfrm>
        </p:grpSpPr>
        <p:sp>
          <p:nvSpPr>
            <p:cNvPr id="2979" name="Google Shape;2979;p29"/>
            <p:cNvSpPr/>
            <p:nvPr/>
          </p:nvSpPr>
          <p:spPr>
            <a:xfrm>
              <a:off x="-1603775" y="4091175"/>
              <a:ext cx="3362050" cy="1665525"/>
            </a:xfrm>
            <a:custGeom>
              <a:avLst/>
              <a:gdLst/>
              <a:ahLst/>
              <a:cxnLst/>
              <a:rect l="l" t="t" r="r" b="b"/>
              <a:pathLst>
                <a:path w="134482" h="66621" extrusionOk="0">
                  <a:moveTo>
                    <a:pt x="51432" y="0"/>
                  </a:moveTo>
                  <a:cubicBezTo>
                    <a:pt x="43021" y="0"/>
                    <a:pt x="34599" y="2193"/>
                    <a:pt x="26846" y="6228"/>
                  </a:cubicBezTo>
                  <a:cubicBezTo>
                    <a:pt x="24151" y="7632"/>
                    <a:pt x="21536" y="9257"/>
                    <a:pt x="19034" y="11095"/>
                  </a:cubicBezTo>
                  <a:cubicBezTo>
                    <a:pt x="13567" y="15093"/>
                    <a:pt x="8236" y="20185"/>
                    <a:pt x="4689" y="25995"/>
                  </a:cubicBezTo>
                  <a:cubicBezTo>
                    <a:pt x="1603" y="31052"/>
                    <a:pt x="0" y="37324"/>
                    <a:pt x="1751" y="42982"/>
                  </a:cubicBezTo>
                  <a:cubicBezTo>
                    <a:pt x="3045" y="47161"/>
                    <a:pt x="6046" y="50642"/>
                    <a:pt x="9539" y="53275"/>
                  </a:cubicBezTo>
                  <a:cubicBezTo>
                    <a:pt x="15419" y="57704"/>
                    <a:pt x="21911" y="60189"/>
                    <a:pt x="29104" y="61374"/>
                  </a:cubicBezTo>
                  <a:cubicBezTo>
                    <a:pt x="37277" y="62722"/>
                    <a:pt x="45485" y="63861"/>
                    <a:pt x="53715" y="64791"/>
                  </a:cubicBezTo>
                  <a:cubicBezTo>
                    <a:pt x="63141" y="65856"/>
                    <a:pt x="72739" y="66621"/>
                    <a:pt x="82278" y="66621"/>
                  </a:cubicBezTo>
                  <a:cubicBezTo>
                    <a:pt x="97759" y="66621"/>
                    <a:pt x="113082" y="64606"/>
                    <a:pt x="127252" y="58584"/>
                  </a:cubicBezTo>
                  <a:cubicBezTo>
                    <a:pt x="130193" y="57334"/>
                    <a:pt x="133381" y="55548"/>
                    <a:pt x="134141" y="52443"/>
                  </a:cubicBezTo>
                  <a:cubicBezTo>
                    <a:pt x="134481" y="51051"/>
                    <a:pt x="134267" y="49570"/>
                    <a:pt x="133781" y="48224"/>
                  </a:cubicBezTo>
                  <a:cubicBezTo>
                    <a:pt x="132939" y="45887"/>
                    <a:pt x="131286" y="43851"/>
                    <a:pt x="129173" y="42551"/>
                  </a:cubicBezTo>
                  <a:cubicBezTo>
                    <a:pt x="127124" y="41292"/>
                    <a:pt x="124735" y="40739"/>
                    <a:pt x="122424" y="40079"/>
                  </a:cubicBezTo>
                  <a:cubicBezTo>
                    <a:pt x="112093" y="37124"/>
                    <a:pt x="102142" y="31607"/>
                    <a:pt x="94505" y="23996"/>
                  </a:cubicBezTo>
                  <a:cubicBezTo>
                    <a:pt x="88960" y="18469"/>
                    <a:pt x="84319" y="12523"/>
                    <a:pt x="77717" y="8066"/>
                  </a:cubicBezTo>
                  <a:cubicBezTo>
                    <a:pt x="69533" y="2543"/>
                    <a:pt x="60489" y="0"/>
                    <a:pt x="514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29"/>
            <p:cNvSpPr/>
            <p:nvPr/>
          </p:nvSpPr>
          <p:spPr>
            <a:xfrm>
              <a:off x="8667600" y="1063275"/>
              <a:ext cx="695750" cy="588425"/>
            </a:xfrm>
            <a:custGeom>
              <a:avLst/>
              <a:gdLst/>
              <a:ahLst/>
              <a:cxnLst/>
              <a:rect l="l" t="t" r="r" b="b"/>
              <a:pathLst>
                <a:path w="27830" h="23537" extrusionOk="0">
                  <a:moveTo>
                    <a:pt x="17298" y="0"/>
                  </a:moveTo>
                  <a:cubicBezTo>
                    <a:pt x="14384" y="0"/>
                    <a:pt x="11355" y="1565"/>
                    <a:pt x="10215" y="4263"/>
                  </a:cubicBezTo>
                  <a:cubicBezTo>
                    <a:pt x="9067" y="6979"/>
                    <a:pt x="6990" y="6611"/>
                    <a:pt x="4625" y="7647"/>
                  </a:cubicBezTo>
                  <a:cubicBezTo>
                    <a:pt x="2959" y="8375"/>
                    <a:pt x="1386" y="9451"/>
                    <a:pt x="726" y="11215"/>
                  </a:cubicBezTo>
                  <a:cubicBezTo>
                    <a:pt x="1" y="13146"/>
                    <a:pt x="979" y="15440"/>
                    <a:pt x="2140" y="17005"/>
                  </a:cubicBezTo>
                  <a:cubicBezTo>
                    <a:pt x="4997" y="20853"/>
                    <a:pt x="9361" y="23010"/>
                    <a:pt x="14017" y="23450"/>
                  </a:cubicBezTo>
                  <a:cubicBezTo>
                    <a:pt x="14622" y="23508"/>
                    <a:pt x="15233" y="23537"/>
                    <a:pt x="15846" y="23537"/>
                  </a:cubicBezTo>
                  <a:cubicBezTo>
                    <a:pt x="16179" y="23537"/>
                    <a:pt x="16512" y="23528"/>
                    <a:pt x="16846" y="23511"/>
                  </a:cubicBezTo>
                  <a:cubicBezTo>
                    <a:pt x="18414" y="23430"/>
                    <a:pt x="20342" y="23086"/>
                    <a:pt x="21605" y="22071"/>
                  </a:cubicBezTo>
                  <a:cubicBezTo>
                    <a:pt x="22894" y="21034"/>
                    <a:pt x="22844" y="19262"/>
                    <a:pt x="23510" y="17874"/>
                  </a:cubicBezTo>
                  <a:cubicBezTo>
                    <a:pt x="23881" y="17099"/>
                    <a:pt x="24562" y="16489"/>
                    <a:pt x="25074" y="15777"/>
                  </a:cubicBezTo>
                  <a:cubicBezTo>
                    <a:pt x="26452" y="13867"/>
                    <a:pt x="27829" y="11289"/>
                    <a:pt x="27635" y="8858"/>
                  </a:cubicBezTo>
                  <a:cubicBezTo>
                    <a:pt x="27335" y="5106"/>
                    <a:pt x="22642" y="1118"/>
                    <a:pt x="19183" y="232"/>
                  </a:cubicBezTo>
                  <a:cubicBezTo>
                    <a:pt x="18574" y="76"/>
                    <a:pt x="17939" y="0"/>
                    <a:pt x="1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p29"/>
            <p:cNvSpPr/>
            <p:nvPr/>
          </p:nvSpPr>
          <p:spPr>
            <a:xfrm>
              <a:off x="8556075" y="1543200"/>
              <a:ext cx="184125" cy="134100"/>
            </a:xfrm>
            <a:custGeom>
              <a:avLst/>
              <a:gdLst/>
              <a:ahLst/>
              <a:cxnLst/>
              <a:rect l="l" t="t" r="r" b="b"/>
              <a:pathLst>
                <a:path w="7365" h="5364" extrusionOk="0">
                  <a:moveTo>
                    <a:pt x="4207" y="1"/>
                  </a:moveTo>
                  <a:cubicBezTo>
                    <a:pt x="3123" y="1"/>
                    <a:pt x="1986" y="345"/>
                    <a:pt x="1141" y="833"/>
                  </a:cubicBezTo>
                  <a:cubicBezTo>
                    <a:pt x="152" y="1397"/>
                    <a:pt x="0" y="2789"/>
                    <a:pt x="660" y="3667"/>
                  </a:cubicBezTo>
                  <a:cubicBezTo>
                    <a:pt x="1078" y="4224"/>
                    <a:pt x="1722" y="4573"/>
                    <a:pt x="2378" y="4808"/>
                  </a:cubicBezTo>
                  <a:cubicBezTo>
                    <a:pt x="3144" y="5084"/>
                    <a:pt x="3949" y="5364"/>
                    <a:pt x="4712" y="5364"/>
                  </a:cubicBezTo>
                  <a:cubicBezTo>
                    <a:pt x="5380" y="5364"/>
                    <a:pt x="6016" y="5150"/>
                    <a:pt x="6568" y="4531"/>
                  </a:cubicBezTo>
                  <a:cubicBezTo>
                    <a:pt x="7052" y="3983"/>
                    <a:pt x="7315" y="3255"/>
                    <a:pt x="7352" y="2525"/>
                  </a:cubicBezTo>
                  <a:cubicBezTo>
                    <a:pt x="7365" y="2247"/>
                    <a:pt x="7345" y="1964"/>
                    <a:pt x="7228" y="1711"/>
                  </a:cubicBezTo>
                  <a:cubicBezTo>
                    <a:pt x="6654" y="466"/>
                    <a:pt x="5466" y="1"/>
                    <a:pt x="42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p29"/>
            <p:cNvSpPr/>
            <p:nvPr/>
          </p:nvSpPr>
          <p:spPr>
            <a:xfrm rot="-1156867">
              <a:off x="6641349" y="4165948"/>
              <a:ext cx="3103418" cy="1226887"/>
            </a:xfrm>
            <a:custGeom>
              <a:avLst/>
              <a:gdLst/>
              <a:ahLst/>
              <a:cxnLst/>
              <a:rect l="l" t="t" r="r" b="b"/>
              <a:pathLst>
                <a:path w="124138" h="49076" extrusionOk="0">
                  <a:moveTo>
                    <a:pt x="124106" y="1"/>
                  </a:moveTo>
                  <a:lnTo>
                    <a:pt x="123857" y="2"/>
                  </a:lnTo>
                  <a:cubicBezTo>
                    <a:pt x="123886" y="4910"/>
                    <a:pt x="120994" y="9749"/>
                    <a:pt x="116660" y="12049"/>
                  </a:cubicBezTo>
                  <a:cubicBezTo>
                    <a:pt x="115776" y="12519"/>
                    <a:pt x="114824" y="12894"/>
                    <a:pt x="113903" y="13260"/>
                  </a:cubicBezTo>
                  <a:cubicBezTo>
                    <a:pt x="113005" y="13617"/>
                    <a:pt x="112073" y="13983"/>
                    <a:pt x="111200" y="14442"/>
                  </a:cubicBezTo>
                  <a:cubicBezTo>
                    <a:pt x="105054" y="17652"/>
                    <a:pt x="103273" y="23996"/>
                    <a:pt x="101554" y="30133"/>
                  </a:cubicBezTo>
                  <a:cubicBezTo>
                    <a:pt x="99950" y="35855"/>
                    <a:pt x="98290" y="41772"/>
                    <a:pt x="93127" y="45291"/>
                  </a:cubicBezTo>
                  <a:cubicBezTo>
                    <a:pt x="89656" y="47655"/>
                    <a:pt x="86237" y="48835"/>
                    <a:pt x="82815" y="48835"/>
                  </a:cubicBezTo>
                  <a:cubicBezTo>
                    <a:pt x="79912" y="48835"/>
                    <a:pt x="77007" y="47985"/>
                    <a:pt x="74066" y="46286"/>
                  </a:cubicBezTo>
                  <a:cubicBezTo>
                    <a:pt x="68472" y="43055"/>
                    <a:pt x="63532" y="37229"/>
                    <a:pt x="59170" y="32085"/>
                  </a:cubicBezTo>
                  <a:cubicBezTo>
                    <a:pt x="58088" y="30809"/>
                    <a:pt x="57064" y="29606"/>
                    <a:pt x="56052" y="28457"/>
                  </a:cubicBezTo>
                  <a:cubicBezTo>
                    <a:pt x="48334" y="19719"/>
                    <a:pt x="39183" y="14551"/>
                    <a:pt x="28856" y="13095"/>
                  </a:cubicBezTo>
                  <a:cubicBezTo>
                    <a:pt x="27553" y="12913"/>
                    <a:pt x="26235" y="12822"/>
                    <a:pt x="24911" y="12822"/>
                  </a:cubicBezTo>
                  <a:cubicBezTo>
                    <a:pt x="20841" y="12822"/>
                    <a:pt x="16716" y="13681"/>
                    <a:pt x="12796" y="15366"/>
                  </a:cubicBezTo>
                  <a:cubicBezTo>
                    <a:pt x="7637" y="17581"/>
                    <a:pt x="3212" y="21054"/>
                    <a:pt x="0" y="25408"/>
                  </a:cubicBezTo>
                  <a:lnTo>
                    <a:pt x="202" y="25556"/>
                  </a:lnTo>
                  <a:cubicBezTo>
                    <a:pt x="5919" y="17807"/>
                    <a:pt x="15517" y="13077"/>
                    <a:pt x="24981" y="13077"/>
                  </a:cubicBezTo>
                  <a:cubicBezTo>
                    <a:pt x="26267" y="13077"/>
                    <a:pt x="27550" y="13164"/>
                    <a:pt x="28821" y="13343"/>
                  </a:cubicBezTo>
                  <a:cubicBezTo>
                    <a:pt x="39089" y="14787"/>
                    <a:pt x="48186" y="19928"/>
                    <a:pt x="55864" y="28622"/>
                  </a:cubicBezTo>
                  <a:cubicBezTo>
                    <a:pt x="56877" y="29765"/>
                    <a:pt x="57898" y="30970"/>
                    <a:pt x="58979" y="32246"/>
                  </a:cubicBezTo>
                  <a:cubicBezTo>
                    <a:pt x="65520" y="39958"/>
                    <a:pt x="73250" y="49076"/>
                    <a:pt x="82825" y="49076"/>
                  </a:cubicBezTo>
                  <a:cubicBezTo>
                    <a:pt x="82826" y="49076"/>
                    <a:pt x="82827" y="49076"/>
                    <a:pt x="82828" y="49076"/>
                  </a:cubicBezTo>
                  <a:cubicBezTo>
                    <a:pt x="86084" y="49074"/>
                    <a:pt x="89559" y="48018"/>
                    <a:pt x="93266" y="45494"/>
                  </a:cubicBezTo>
                  <a:cubicBezTo>
                    <a:pt x="98506" y="41924"/>
                    <a:pt x="100180" y="35964"/>
                    <a:pt x="101794" y="30197"/>
                  </a:cubicBezTo>
                  <a:cubicBezTo>
                    <a:pt x="103578" y="23833"/>
                    <a:pt x="105265" y="17820"/>
                    <a:pt x="111315" y="14662"/>
                  </a:cubicBezTo>
                  <a:cubicBezTo>
                    <a:pt x="112176" y="14210"/>
                    <a:pt x="113101" y="13844"/>
                    <a:pt x="113996" y="13491"/>
                  </a:cubicBezTo>
                  <a:cubicBezTo>
                    <a:pt x="114922" y="13123"/>
                    <a:pt x="115882" y="12744"/>
                    <a:pt x="116779" y="12269"/>
                  </a:cubicBezTo>
                  <a:cubicBezTo>
                    <a:pt x="121194" y="9928"/>
                    <a:pt x="124138" y="4997"/>
                    <a:pt x="1241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p29"/>
            <p:cNvSpPr/>
            <p:nvPr/>
          </p:nvSpPr>
          <p:spPr>
            <a:xfrm rot="-5400000">
              <a:off x="-335110" y="335106"/>
              <a:ext cx="1181851" cy="511642"/>
            </a:xfrm>
            <a:custGeom>
              <a:avLst/>
              <a:gdLst/>
              <a:ahLst/>
              <a:cxnLst/>
              <a:rect l="l" t="t" r="r" b="b"/>
              <a:pathLst>
                <a:path w="15816" h="6847" extrusionOk="0">
                  <a:moveTo>
                    <a:pt x="0" y="0"/>
                  </a:moveTo>
                  <a:cubicBezTo>
                    <a:pt x="1127" y="3927"/>
                    <a:pt x="5286" y="6846"/>
                    <a:pt x="10251" y="6846"/>
                  </a:cubicBezTo>
                  <a:cubicBezTo>
                    <a:pt x="12292" y="6846"/>
                    <a:pt x="14199" y="6352"/>
                    <a:pt x="15815" y="5495"/>
                  </a:cubicBezTo>
                  <a:lnTo>
                    <a:pt x="158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84" name="Google Shape;2984;p2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6" name="Google Shape;2986;p30"/>
          <p:cNvGrpSpPr/>
          <p:nvPr/>
        </p:nvGrpSpPr>
        <p:grpSpPr>
          <a:xfrm>
            <a:off x="-420050" y="-908375"/>
            <a:ext cx="10076735" cy="7902737"/>
            <a:chOff x="-420050" y="-908375"/>
            <a:chExt cx="10076735" cy="7902737"/>
          </a:xfrm>
        </p:grpSpPr>
        <p:sp>
          <p:nvSpPr>
            <p:cNvPr id="2987" name="Google Shape;2987;p30"/>
            <p:cNvSpPr/>
            <p:nvPr/>
          </p:nvSpPr>
          <p:spPr>
            <a:xfrm>
              <a:off x="-68050" y="3811717"/>
              <a:ext cx="614907" cy="1047811"/>
            </a:xfrm>
            <a:custGeom>
              <a:avLst/>
              <a:gdLst/>
              <a:ahLst/>
              <a:cxnLst/>
              <a:rect l="l" t="t" r="r" b="b"/>
              <a:pathLst>
                <a:path w="20839" h="35510" extrusionOk="0">
                  <a:moveTo>
                    <a:pt x="1" y="1"/>
                  </a:moveTo>
                  <a:lnTo>
                    <a:pt x="1" y="35510"/>
                  </a:lnTo>
                  <a:cubicBezTo>
                    <a:pt x="405" y="33962"/>
                    <a:pt x="1953" y="32416"/>
                    <a:pt x="2970" y="31699"/>
                  </a:cubicBezTo>
                  <a:cubicBezTo>
                    <a:pt x="5126" y="30183"/>
                    <a:pt x="7328" y="28954"/>
                    <a:pt x="9733" y="27857"/>
                  </a:cubicBezTo>
                  <a:cubicBezTo>
                    <a:pt x="12107" y="26774"/>
                    <a:pt x="14522" y="25697"/>
                    <a:pt x="16572" y="24078"/>
                  </a:cubicBezTo>
                  <a:cubicBezTo>
                    <a:pt x="19081" y="22095"/>
                    <a:pt x="20838" y="19156"/>
                    <a:pt x="20797" y="15889"/>
                  </a:cubicBezTo>
                  <a:cubicBezTo>
                    <a:pt x="20773" y="13947"/>
                    <a:pt x="20064" y="12000"/>
                    <a:pt x="18735" y="10588"/>
                  </a:cubicBezTo>
                  <a:cubicBezTo>
                    <a:pt x="16768" y="8504"/>
                    <a:pt x="14076" y="8061"/>
                    <a:pt x="11457" y="7303"/>
                  </a:cubicBezTo>
                  <a:cubicBezTo>
                    <a:pt x="8618" y="6483"/>
                    <a:pt x="5694" y="5548"/>
                    <a:pt x="3101" y="4091"/>
                  </a:cubicBezTo>
                  <a:cubicBezTo>
                    <a:pt x="1651" y="3278"/>
                    <a:pt x="610" y="166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8" name="Google Shape;2988;p30"/>
            <p:cNvSpPr/>
            <p:nvPr/>
          </p:nvSpPr>
          <p:spPr>
            <a:xfrm rot="2700000">
              <a:off x="3363699" y="4610599"/>
              <a:ext cx="1999546" cy="1964513"/>
            </a:xfrm>
            <a:custGeom>
              <a:avLst/>
              <a:gdLst/>
              <a:ahLst/>
              <a:cxnLst/>
              <a:rect l="l" t="t" r="r" b="b"/>
              <a:pathLst>
                <a:path w="49385" h="43570" extrusionOk="0">
                  <a:moveTo>
                    <a:pt x="39467" y="1"/>
                  </a:moveTo>
                  <a:cubicBezTo>
                    <a:pt x="37216" y="1"/>
                    <a:pt x="35049" y="462"/>
                    <a:pt x="32886" y="989"/>
                  </a:cubicBezTo>
                  <a:cubicBezTo>
                    <a:pt x="30056" y="1680"/>
                    <a:pt x="27233" y="2367"/>
                    <a:pt x="24304" y="2517"/>
                  </a:cubicBezTo>
                  <a:cubicBezTo>
                    <a:pt x="22006" y="2636"/>
                    <a:pt x="19704" y="2696"/>
                    <a:pt x="17420" y="3038"/>
                  </a:cubicBezTo>
                  <a:cubicBezTo>
                    <a:pt x="10296" y="4107"/>
                    <a:pt x="5152" y="8009"/>
                    <a:pt x="1509" y="14060"/>
                  </a:cubicBezTo>
                  <a:cubicBezTo>
                    <a:pt x="526" y="15694"/>
                    <a:pt x="1" y="17481"/>
                    <a:pt x="300" y="19434"/>
                  </a:cubicBezTo>
                  <a:cubicBezTo>
                    <a:pt x="582" y="21273"/>
                    <a:pt x="559" y="23123"/>
                    <a:pt x="413" y="24966"/>
                  </a:cubicBezTo>
                  <a:cubicBezTo>
                    <a:pt x="270" y="26727"/>
                    <a:pt x="366" y="28453"/>
                    <a:pt x="725" y="30174"/>
                  </a:cubicBezTo>
                  <a:cubicBezTo>
                    <a:pt x="1246" y="32681"/>
                    <a:pt x="2558" y="34809"/>
                    <a:pt x="3873" y="36952"/>
                  </a:cubicBezTo>
                  <a:cubicBezTo>
                    <a:pt x="4976" y="38752"/>
                    <a:pt x="6421" y="40140"/>
                    <a:pt x="8303" y="41096"/>
                  </a:cubicBezTo>
                  <a:cubicBezTo>
                    <a:pt x="11574" y="42760"/>
                    <a:pt x="15028" y="43569"/>
                    <a:pt x="18163" y="43569"/>
                  </a:cubicBezTo>
                  <a:cubicBezTo>
                    <a:pt x="18346" y="43569"/>
                    <a:pt x="18528" y="43566"/>
                    <a:pt x="18708" y="43561"/>
                  </a:cubicBezTo>
                  <a:cubicBezTo>
                    <a:pt x="18874" y="43564"/>
                    <a:pt x="19039" y="43565"/>
                    <a:pt x="19203" y="43565"/>
                  </a:cubicBezTo>
                  <a:cubicBezTo>
                    <a:pt x="23825" y="43565"/>
                    <a:pt x="27699" y="42455"/>
                    <a:pt x="31560" y="41253"/>
                  </a:cubicBezTo>
                  <a:cubicBezTo>
                    <a:pt x="35217" y="40107"/>
                    <a:pt x="38243" y="38037"/>
                    <a:pt x="40703" y="35112"/>
                  </a:cubicBezTo>
                  <a:cubicBezTo>
                    <a:pt x="44147" y="31011"/>
                    <a:pt x="46581" y="26425"/>
                    <a:pt x="47747" y="21151"/>
                  </a:cubicBezTo>
                  <a:cubicBezTo>
                    <a:pt x="48670" y="16983"/>
                    <a:pt x="49384" y="12825"/>
                    <a:pt x="48986" y="8534"/>
                  </a:cubicBezTo>
                  <a:cubicBezTo>
                    <a:pt x="48554" y="3931"/>
                    <a:pt x="44333" y="62"/>
                    <a:pt x="39700" y="3"/>
                  </a:cubicBezTo>
                  <a:cubicBezTo>
                    <a:pt x="39622" y="2"/>
                    <a:pt x="39545" y="1"/>
                    <a:pt x="394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89" name="Google Shape;2989;p30"/>
            <p:cNvGrpSpPr/>
            <p:nvPr/>
          </p:nvGrpSpPr>
          <p:grpSpPr>
            <a:xfrm>
              <a:off x="-420050" y="-204200"/>
              <a:ext cx="2280100" cy="1827450"/>
              <a:chOff x="-420050" y="-204200"/>
              <a:chExt cx="2280100" cy="1827450"/>
            </a:xfrm>
          </p:grpSpPr>
          <p:sp>
            <p:nvSpPr>
              <p:cNvPr id="2990" name="Google Shape;2990;p30"/>
              <p:cNvSpPr/>
              <p:nvPr/>
            </p:nvSpPr>
            <p:spPr>
              <a:xfrm>
                <a:off x="-420050" y="-204200"/>
                <a:ext cx="2280100" cy="1716775"/>
              </a:xfrm>
              <a:custGeom>
                <a:avLst/>
                <a:gdLst/>
                <a:ahLst/>
                <a:cxnLst/>
                <a:rect l="l" t="t" r="r" b="b"/>
                <a:pathLst>
                  <a:path w="91204" h="68671" extrusionOk="0">
                    <a:moveTo>
                      <a:pt x="56246" y="0"/>
                    </a:moveTo>
                    <a:cubicBezTo>
                      <a:pt x="46995" y="0"/>
                      <a:pt x="37746" y="803"/>
                      <a:pt x="28633" y="2401"/>
                    </a:cubicBezTo>
                    <a:cubicBezTo>
                      <a:pt x="21361" y="3677"/>
                      <a:pt x="13674" y="5750"/>
                      <a:pt x="8867" y="11358"/>
                    </a:cubicBezTo>
                    <a:cubicBezTo>
                      <a:pt x="5768" y="14973"/>
                      <a:pt x="4241" y="19657"/>
                      <a:pt x="3113" y="24285"/>
                    </a:cubicBezTo>
                    <a:cubicBezTo>
                      <a:pt x="2016" y="28780"/>
                      <a:pt x="1229" y="33352"/>
                      <a:pt x="755" y="37953"/>
                    </a:cubicBezTo>
                    <a:cubicBezTo>
                      <a:pt x="1" y="45270"/>
                      <a:pt x="1016" y="51523"/>
                      <a:pt x="5237" y="57599"/>
                    </a:cubicBezTo>
                    <a:cubicBezTo>
                      <a:pt x="9588" y="63865"/>
                      <a:pt x="17019" y="68447"/>
                      <a:pt x="24726" y="68664"/>
                    </a:cubicBezTo>
                    <a:cubicBezTo>
                      <a:pt x="24894" y="68668"/>
                      <a:pt x="25062" y="68671"/>
                      <a:pt x="25231" y="68671"/>
                    </a:cubicBezTo>
                    <a:cubicBezTo>
                      <a:pt x="30937" y="68671"/>
                      <a:pt x="36669" y="66004"/>
                      <a:pt x="40303" y="61708"/>
                    </a:cubicBezTo>
                    <a:cubicBezTo>
                      <a:pt x="41924" y="59788"/>
                      <a:pt x="43128" y="57543"/>
                      <a:pt x="43727" y="55066"/>
                    </a:cubicBezTo>
                    <a:cubicBezTo>
                      <a:pt x="44361" y="52438"/>
                      <a:pt x="44332" y="49702"/>
                      <a:pt x="44354" y="46997"/>
                    </a:cubicBezTo>
                    <a:cubicBezTo>
                      <a:pt x="44393" y="41853"/>
                      <a:pt x="44992" y="35973"/>
                      <a:pt x="49154" y="32948"/>
                    </a:cubicBezTo>
                    <a:cubicBezTo>
                      <a:pt x="52116" y="30793"/>
                      <a:pt x="56593" y="30355"/>
                      <a:pt x="58196" y="27062"/>
                    </a:cubicBezTo>
                    <a:cubicBezTo>
                      <a:pt x="59303" y="24788"/>
                      <a:pt x="59697" y="22486"/>
                      <a:pt x="62467" y="21600"/>
                    </a:cubicBezTo>
                    <a:cubicBezTo>
                      <a:pt x="63291" y="21337"/>
                      <a:pt x="64180" y="21254"/>
                      <a:pt x="65096" y="21254"/>
                    </a:cubicBezTo>
                    <a:cubicBezTo>
                      <a:pt x="66680" y="21254"/>
                      <a:pt x="68346" y="21503"/>
                      <a:pt x="69893" y="21503"/>
                    </a:cubicBezTo>
                    <a:cubicBezTo>
                      <a:pt x="70242" y="21503"/>
                      <a:pt x="70585" y="21490"/>
                      <a:pt x="70919" y="21459"/>
                    </a:cubicBezTo>
                    <a:cubicBezTo>
                      <a:pt x="77125" y="20888"/>
                      <a:pt x="83114" y="18092"/>
                      <a:pt x="87503" y="13664"/>
                    </a:cubicBezTo>
                    <a:cubicBezTo>
                      <a:pt x="88933" y="12224"/>
                      <a:pt x="90229" y="10552"/>
                      <a:pt x="90717" y="8583"/>
                    </a:cubicBezTo>
                    <a:cubicBezTo>
                      <a:pt x="91203" y="6615"/>
                      <a:pt x="90710" y="4299"/>
                      <a:pt x="89095" y="3069"/>
                    </a:cubicBezTo>
                    <a:cubicBezTo>
                      <a:pt x="88252" y="2425"/>
                      <a:pt x="87200" y="2133"/>
                      <a:pt x="86170" y="1887"/>
                    </a:cubicBezTo>
                    <a:cubicBezTo>
                      <a:pt x="80745" y="599"/>
                      <a:pt x="74761" y="978"/>
                      <a:pt x="69177" y="525"/>
                    </a:cubicBezTo>
                    <a:cubicBezTo>
                      <a:pt x="64876" y="175"/>
                      <a:pt x="60561" y="0"/>
                      <a:pt x="562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1" name="Google Shape;2991;p30"/>
              <p:cNvSpPr/>
              <p:nvPr/>
            </p:nvSpPr>
            <p:spPr>
              <a:xfrm>
                <a:off x="1105900" y="478550"/>
                <a:ext cx="174700" cy="108100"/>
              </a:xfrm>
              <a:custGeom>
                <a:avLst/>
                <a:gdLst/>
                <a:ahLst/>
                <a:cxnLst/>
                <a:rect l="l" t="t" r="r" b="b"/>
                <a:pathLst>
                  <a:path w="6988" h="4324" extrusionOk="0">
                    <a:moveTo>
                      <a:pt x="2923" y="0"/>
                    </a:moveTo>
                    <a:cubicBezTo>
                      <a:pt x="2038" y="0"/>
                      <a:pt x="1395" y="587"/>
                      <a:pt x="1037" y="1342"/>
                    </a:cubicBezTo>
                    <a:cubicBezTo>
                      <a:pt x="0" y="3529"/>
                      <a:pt x="840" y="4324"/>
                      <a:pt x="2058" y="4324"/>
                    </a:cubicBezTo>
                    <a:cubicBezTo>
                      <a:pt x="4028" y="4324"/>
                      <a:pt x="6988" y="2248"/>
                      <a:pt x="4619" y="619"/>
                    </a:cubicBezTo>
                    <a:cubicBezTo>
                      <a:pt x="3984" y="183"/>
                      <a:pt x="3416" y="0"/>
                      <a:pt x="29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2" name="Google Shape;2992;p30"/>
              <p:cNvSpPr/>
              <p:nvPr/>
            </p:nvSpPr>
            <p:spPr>
              <a:xfrm>
                <a:off x="651050" y="1472550"/>
                <a:ext cx="234000" cy="150700"/>
              </a:xfrm>
              <a:custGeom>
                <a:avLst/>
                <a:gdLst/>
                <a:ahLst/>
                <a:cxnLst/>
                <a:rect l="l" t="t" r="r" b="b"/>
                <a:pathLst>
                  <a:path w="9360" h="6028" extrusionOk="0">
                    <a:moveTo>
                      <a:pt x="3928" y="0"/>
                    </a:moveTo>
                    <a:cubicBezTo>
                      <a:pt x="2889" y="0"/>
                      <a:pt x="1876" y="522"/>
                      <a:pt x="1241" y="1859"/>
                    </a:cubicBezTo>
                    <a:cubicBezTo>
                      <a:pt x="1" y="4475"/>
                      <a:pt x="1885" y="6028"/>
                      <a:pt x="4041" y="6028"/>
                    </a:cubicBezTo>
                    <a:cubicBezTo>
                      <a:pt x="4897" y="6028"/>
                      <a:pt x="5796" y="5783"/>
                      <a:pt x="6559" y="5263"/>
                    </a:cubicBezTo>
                    <a:cubicBezTo>
                      <a:pt x="9360" y="3352"/>
                      <a:pt x="6562" y="0"/>
                      <a:pt x="39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3" name="Google Shape;2993;p30"/>
              <p:cNvSpPr/>
              <p:nvPr/>
            </p:nvSpPr>
            <p:spPr>
              <a:xfrm>
                <a:off x="1035300" y="523475"/>
                <a:ext cx="64825" cy="61775"/>
              </a:xfrm>
              <a:custGeom>
                <a:avLst/>
                <a:gdLst/>
                <a:ahLst/>
                <a:cxnLst/>
                <a:rect l="l" t="t" r="r" b="b"/>
                <a:pathLst>
                  <a:path w="2593" h="2471" extrusionOk="0">
                    <a:moveTo>
                      <a:pt x="1319" y="1"/>
                    </a:moveTo>
                    <a:cubicBezTo>
                      <a:pt x="988" y="1"/>
                      <a:pt x="665" y="111"/>
                      <a:pt x="424" y="311"/>
                    </a:cubicBezTo>
                    <a:cubicBezTo>
                      <a:pt x="191" y="503"/>
                      <a:pt x="35" y="780"/>
                      <a:pt x="21" y="1126"/>
                    </a:cubicBezTo>
                    <a:cubicBezTo>
                      <a:pt x="0" y="1575"/>
                      <a:pt x="48" y="2102"/>
                      <a:pt x="426" y="2350"/>
                    </a:cubicBezTo>
                    <a:cubicBezTo>
                      <a:pt x="552" y="2433"/>
                      <a:pt x="691" y="2470"/>
                      <a:pt x="835" y="2470"/>
                    </a:cubicBezTo>
                    <a:cubicBezTo>
                      <a:pt x="1632" y="2470"/>
                      <a:pt x="2592" y="1351"/>
                      <a:pt x="2428" y="651"/>
                    </a:cubicBezTo>
                    <a:cubicBezTo>
                      <a:pt x="2373" y="414"/>
                      <a:pt x="2164" y="244"/>
                      <a:pt x="1944" y="141"/>
                    </a:cubicBezTo>
                    <a:cubicBezTo>
                      <a:pt x="1745" y="46"/>
                      <a:pt x="1530" y="1"/>
                      <a:pt x="131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94" name="Google Shape;2994;p30"/>
            <p:cNvSpPr/>
            <p:nvPr/>
          </p:nvSpPr>
          <p:spPr>
            <a:xfrm>
              <a:off x="-68050" y="-51900"/>
              <a:ext cx="2343310" cy="2051185"/>
            </a:xfrm>
            <a:custGeom>
              <a:avLst/>
              <a:gdLst/>
              <a:ahLst/>
              <a:cxnLst/>
              <a:rect l="l" t="t" r="r" b="b"/>
              <a:pathLst>
                <a:path w="69960" h="71265" extrusionOk="0">
                  <a:moveTo>
                    <a:pt x="69719" y="0"/>
                  </a:moveTo>
                  <a:cubicBezTo>
                    <a:pt x="68440" y="4497"/>
                    <a:pt x="67114" y="9148"/>
                    <a:pt x="64603" y="13195"/>
                  </a:cubicBezTo>
                  <a:cubicBezTo>
                    <a:pt x="61822" y="17675"/>
                    <a:pt x="57828" y="20684"/>
                    <a:pt x="53642" y="21451"/>
                  </a:cubicBezTo>
                  <a:cubicBezTo>
                    <a:pt x="52117" y="21733"/>
                    <a:pt x="50466" y="21761"/>
                    <a:pt x="48844" y="21761"/>
                  </a:cubicBezTo>
                  <a:cubicBezTo>
                    <a:pt x="48639" y="21761"/>
                    <a:pt x="48434" y="21760"/>
                    <a:pt x="48230" y="21760"/>
                  </a:cubicBezTo>
                  <a:cubicBezTo>
                    <a:pt x="48017" y="21759"/>
                    <a:pt x="47805" y="21759"/>
                    <a:pt x="47592" y="21759"/>
                  </a:cubicBezTo>
                  <a:cubicBezTo>
                    <a:pt x="44134" y="21759"/>
                    <a:pt x="40640" y="21899"/>
                    <a:pt x="38369" y="24424"/>
                  </a:cubicBezTo>
                  <a:cubicBezTo>
                    <a:pt x="35565" y="27544"/>
                    <a:pt x="36547" y="32218"/>
                    <a:pt x="37416" y="36341"/>
                  </a:cubicBezTo>
                  <a:cubicBezTo>
                    <a:pt x="37557" y="37011"/>
                    <a:pt x="37692" y="37647"/>
                    <a:pt x="37812" y="38281"/>
                  </a:cubicBezTo>
                  <a:cubicBezTo>
                    <a:pt x="39735" y="48405"/>
                    <a:pt x="35935" y="59353"/>
                    <a:pt x="28356" y="65521"/>
                  </a:cubicBezTo>
                  <a:cubicBezTo>
                    <a:pt x="23874" y="69170"/>
                    <a:pt x="18203" y="71038"/>
                    <a:pt x="12621" y="71038"/>
                  </a:cubicBezTo>
                  <a:cubicBezTo>
                    <a:pt x="8190" y="71038"/>
                    <a:pt x="3816" y="69861"/>
                    <a:pt x="138" y="67463"/>
                  </a:cubicBezTo>
                  <a:lnTo>
                    <a:pt x="1" y="67672"/>
                  </a:lnTo>
                  <a:cubicBezTo>
                    <a:pt x="3595" y="70014"/>
                    <a:pt x="8007" y="71264"/>
                    <a:pt x="12593" y="71264"/>
                  </a:cubicBezTo>
                  <a:cubicBezTo>
                    <a:pt x="13223" y="71264"/>
                    <a:pt x="13859" y="71238"/>
                    <a:pt x="14503" y="71192"/>
                  </a:cubicBezTo>
                  <a:cubicBezTo>
                    <a:pt x="19680" y="70804"/>
                    <a:pt x="24656" y="68859"/>
                    <a:pt x="28519" y="65715"/>
                  </a:cubicBezTo>
                  <a:cubicBezTo>
                    <a:pt x="32346" y="62600"/>
                    <a:pt x="35268" y="58310"/>
                    <a:pt x="36963" y="53312"/>
                  </a:cubicBezTo>
                  <a:cubicBezTo>
                    <a:pt x="38626" y="48419"/>
                    <a:pt x="39005" y="43205"/>
                    <a:pt x="38060" y="38233"/>
                  </a:cubicBezTo>
                  <a:cubicBezTo>
                    <a:pt x="37940" y="37599"/>
                    <a:pt x="37801" y="36933"/>
                    <a:pt x="37664" y="36290"/>
                  </a:cubicBezTo>
                  <a:cubicBezTo>
                    <a:pt x="36765" y="32026"/>
                    <a:pt x="35837" y="27616"/>
                    <a:pt x="38555" y="24591"/>
                  </a:cubicBezTo>
                  <a:cubicBezTo>
                    <a:pt x="40780" y="22116"/>
                    <a:pt x="44121" y="22007"/>
                    <a:pt x="47693" y="22007"/>
                  </a:cubicBezTo>
                  <a:cubicBezTo>
                    <a:pt x="47871" y="22007"/>
                    <a:pt x="48050" y="22007"/>
                    <a:pt x="48230" y="22008"/>
                  </a:cubicBezTo>
                  <a:cubicBezTo>
                    <a:pt x="48460" y="22008"/>
                    <a:pt x="48691" y="22009"/>
                    <a:pt x="48923" y="22009"/>
                  </a:cubicBezTo>
                  <a:cubicBezTo>
                    <a:pt x="50531" y="22009"/>
                    <a:pt x="52167" y="21977"/>
                    <a:pt x="53688" y="21699"/>
                  </a:cubicBezTo>
                  <a:cubicBezTo>
                    <a:pt x="57941" y="20917"/>
                    <a:pt x="61998" y="17866"/>
                    <a:pt x="64816" y="13326"/>
                  </a:cubicBezTo>
                  <a:cubicBezTo>
                    <a:pt x="67345" y="9251"/>
                    <a:pt x="68675" y="4584"/>
                    <a:pt x="69960" y="69"/>
                  </a:cubicBezTo>
                  <a:lnTo>
                    <a:pt x="697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5" name="Google Shape;2995;p30"/>
            <p:cNvSpPr/>
            <p:nvPr/>
          </p:nvSpPr>
          <p:spPr>
            <a:xfrm flipH="1">
              <a:off x="7313375" y="-908375"/>
              <a:ext cx="2343310" cy="2051185"/>
            </a:xfrm>
            <a:custGeom>
              <a:avLst/>
              <a:gdLst/>
              <a:ahLst/>
              <a:cxnLst/>
              <a:rect l="l" t="t" r="r" b="b"/>
              <a:pathLst>
                <a:path w="69960" h="71265" extrusionOk="0">
                  <a:moveTo>
                    <a:pt x="69719" y="0"/>
                  </a:moveTo>
                  <a:cubicBezTo>
                    <a:pt x="68440" y="4497"/>
                    <a:pt x="67114" y="9148"/>
                    <a:pt x="64603" y="13195"/>
                  </a:cubicBezTo>
                  <a:cubicBezTo>
                    <a:pt x="61822" y="17675"/>
                    <a:pt x="57828" y="20684"/>
                    <a:pt x="53642" y="21451"/>
                  </a:cubicBezTo>
                  <a:cubicBezTo>
                    <a:pt x="52117" y="21733"/>
                    <a:pt x="50466" y="21761"/>
                    <a:pt x="48844" y="21761"/>
                  </a:cubicBezTo>
                  <a:cubicBezTo>
                    <a:pt x="48639" y="21761"/>
                    <a:pt x="48434" y="21760"/>
                    <a:pt x="48230" y="21760"/>
                  </a:cubicBezTo>
                  <a:cubicBezTo>
                    <a:pt x="48017" y="21759"/>
                    <a:pt x="47805" y="21759"/>
                    <a:pt x="47592" y="21759"/>
                  </a:cubicBezTo>
                  <a:cubicBezTo>
                    <a:pt x="44134" y="21759"/>
                    <a:pt x="40640" y="21899"/>
                    <a:pt x="38369" y="24424"/>
                  </a:cubicBezTo>
                  <a:cubicBezTo>
                    <a:pt x="35565" y="27544"/>
                    <a:pt x="36547" y="32218"/>
                    <a:pt x="37416" y="36341"/>
                  </a:cubicBezTo>
                  <a:cubicBezTo>
                    <a:pt x="37557" y="37011"/>
                    <a:pt x="37692" y="37647"/>
                    <a:pt x="37812" y="38281"/>
                  </a:cubicBezTo>
                  <a:cubicBezTo>
                    <a:pt x="39735" y="48405"/>
                    <a:pt x="35935" y="59353"/>
                    <a:pt x="28356" y="65521"/>
                  </a:cubicBezTo>
                  <a:cubicBezTo>
                    <a:pt x="23874" y="69170"/>
                    <a:pt x="18203" y="71038"/>
                    <a:pt x="12621" y="71038"/>
                  </a:cubicBezTo>
                  <a:cubicBezTo>
                    <a:pt x="8190" y="71038"/>
                    <a:pt x="3816" y="69861"/>
                    <a:pt x="138" y="67463"/>
                  </a:cubicBezTo>
                  <a:lnTo>
                    <a:pt x="1" y="67672"/>
                  </a:lnTo>
                  <a:cubicBezTo>
                    <a:pt x="3595" y="70014"/>
                    <a:pt x="8007" y="71264"/>
                    <a:pt x="12593" y="71264"/>
                  </a:cubicBezTo>
                  <a:cubicBezTo>
                    <a:pt x="13223" y="71264"/>
                    <a:pt x="13859" y="71238"/>
                    <a:pt x="14503" y="71192"/>
                  </a:cubicBezTo>
                  <a:cubicBezTo>
                    <a:pt x="19680" y="70804"/>
                    <a:pt x="24656" y="68859"/>
                    <a:pt x="28519" y="65715"/>
                  </a:cubicBezTo>
                  <a:cubicBezTo>
                    <a:pt x="32346" y="62600"/>
                    <a:pt x="35268" y="58310"/>
                    <a:pt x="36963" y="53312"/>
                  </a:cubicBezTo>
                  <a:cubicBezTo>
                    <a:pt x="38626" y="48419"/>
                    <a:pt x="39005" y="43205"/>
                    <a:pt x="38060" y="38233"/>
                  </a:cubicBezTo>
                  <a:cubicBezTo>
                    <a:pt x="37940" y="37599"/>
                    <a:pt x="37801" y="36933"/>
                    <a:pt x="37664" y="36290"/>
                  </a:cubicBezTo>
                  <a:cubicBezTo>
                    <a:pt x="36765" y="32026"/>
                    <a:pt x="35837" y="27616"/>
                    <a:pt x="38555" y="24591"/>
                  </a:cubicBezTo>
                  <a:cubicBezTo>
                    <a:pt x="40780" y="22116"/>
                    <a:pt x="44121" y="22007"/>
                    <a:pt x="47693" y="22007"/>
                  </a:cubicBezTo>
                  <a:cubicBezTo>
                    <a:pt x="47871" y="22007"/>
                    <a:pt x="48050" y="22007"/>
                    <a:pt x="48230" y="22008"/>
                  </a:cubicBezTo>
                  <a:cubicBezTo>
                    <a:pt x="48460" y="22008"/>
                    <a:pt x="48691" y="22009"/>
                    <a:pt x="48923" y="22009"/>
                  </a:cubicBezTo>
                  <a:cubicBezTo>
                    <a:pt x="50531" y="22009"/>
                    <a:pt x="52167" y="21977"/>
                    <a:pt x="53688" y="21699"/>
                  </a:cubicBezTo>
                  <a:cubicBezTo>
                    <a:pt x="57941" y="20917"/>
                    <a:pt x="61998" y="17866"/>
                    <a:pt x="64816" y="13326"/>
                  </a:cubicBezTo>
                  <a:cubicBezTo>
                    <a:pt x="67345" y="9251"/>
                    <a:pt x="68675" y="4584"/>
                    <a:pt x="69960" y="69"/>
                  </a:cubicBezTo>
                  <a:lnTo>
                    <a:pt x="697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96" name="Google Shape;2996;p30"/>
          <p:cNvSpPr txBox="1">
            <a:spLocks noGrp="1"/>
          </p:cNvSpPr>
          <p:nvPr>
            <p:ph type="title"/>
          </p:nvPr>
        </p:nvSpPr>
        <p:spPr>
          <a:xfrm>
            <a:off x="2048238" y="1313550"/>
            <a:ext cx="5047500" cy="1803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97" name="Google Shape;2997;p30"/>
          <p:cNvSpPr txBox="1">
            <a:spLocks noGrp="1"/>
          </p:cNvSpPr>
          <p:nvPr>
            <p:ph type="subTitle" idx="1"/>
          </p:nvPr>
        </p:nvSpPr>
        <p:spPr>
          <a:xfrm>
            <a:off x="2048266" y="3109149"/>
            <a:ext cx="5047500" cy="7134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spTree>
      <p:nvGrpSpPr>
        <p:cNvPr id="1" name="Shape 2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9" name="Google Shape;2999;p31"/>
          <p:cNvGrpSpPr/>
          <p:nvPr/>
        </p:nvGrpSpPr>
        <p:grpSpPr>
          <a:xfrm>
            <a:off x="-839421" y="-561370"/>
            <a:ext cx="9470522" cy="6803882"/>
            <a:chOff x="-839421" y="-561370"/>
            <a:chExt cx="9470522" cy="6803882"/>
          </a:xfrm>
        </p:grpSpPr>
        <p:sp>
          <p:nvSpPr>
            <p:cNvPr id="3000" name="Google Shape;3000;p31"/>
            <p:cNvSpPr/>
            <p:nvPr/>
          </p:nvSpPr>
          <p:spPr>
            <a:xfrm rot="-5400000">
              <a:off x="-335098" y="335106"/>
              <a:ext cx="1181851" cy="511642"/>
            </a:xfrm>
            <a:custGeom>
              <a:avLst/>
              <a:gdLst/>
              <a:ahLst/>
              <a:cxnLst/>
              <a:rect l="l" t="t" r="r" b="b"/>
              <a:pathLst>
                <a:path w="15816" h="6847" extrusionOk="0">
                  <a:moveTo>
                    <a:pt x="0" y="0"/>
                  </a:moveTo>
                  <a:cubicBezTo>
                    <a:pt x="1127" y="3927"/>
                    <a:pt x="5286" y="6846"/>
                    <a:pt x="10251" y="6846"/>
                  </a:cubicBezTo>
                  <a:cubicBezTo>
                    <a:pt x="12292" y="6846"/>
                    <a:pt x="14199" y="6352"/>
                    <a:pt x="15815" y="5495"/>
                  </a:cubicBezTo>
                  <a:lnTo>
                    <a:pt x="158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1" name="Google Shape;3001;p31"/>
            <p:cNvSpPr/>
            <p:nvPr/>
          </p:nvSpPr>
          <p:spPr>
            <a:xfrm rot="2700000">
              <a:off x="-437688" y="3858749"/>
              <a:ext cx="1999546" cy="1964513"/>
            </a:xfrm>
            <a:custGeom>
              <a:avLst/>
              <a:gdLst/>
              <a:ahLst/>
              <a:cxnLst/>
              <a:rect l="l" t="t" r="r" b="b"/>
              <a:pathLst>
                <a:path w="49385" h="43570" extrusionOk="0">
                  <a:moveTo>
                    <a:pt x="39467" y="1"/>
                  </a:moveTo>
                  <a:cubicBezTo>
                    <a:pt x="37216" y="1"/>
                    <a:pt x="35049" y="462"/>
                    <a:pt x="32886" y="989"/>
                  </a:cubicBezTo>
                  <a:cubicBezTo>
                    <a:pt x="30056" y="1680"/>
                    <a:pt x="27233" y="2367"/>
                    <a:pt x="24304" y="2517"/>
                  </a:cubicBezTo>
                  <a:cubicBezTo>
                    <a:pt x="22006" y="2636"/>
                    <a:pt x="19704" y="2696"/>
                    <a:pt x="17420" y="3038"/>
                  </a:cubicBezTo>
                  <a:cubicBezTo>
                    <a:pt x="10296" y="4107"/>
                    <a:pt x="5152" y="8009"/>
                    <a:pt x="1509" y="14060"/>
                  </a:cubicBezTo>
                  <a:cubicBezTo>
                    <a:pt x="526" y="15694"/>
                    <a:pt x="1" y="17481"/>
                    <a:pt x="300" y="19434"/>
                  </a:cubicBezTo>
                  <a:cubicBezTo>
                    <a:pt x="582" y="21273"/>
                    <a:pt x="559" y="23123"/>
                    <a:pt x="413" y="24966"/>
                  </a:cubicBezTo>
                  <a:cubicBezTo>
                    <a:pt x="270" y="26727"/>
                    <a:pt x="366" y="28453"/>
                    <a:pt x="725" y="30174"/>
                  </a:cubicBezTo>
                  <a:cubicBezTo>
                    <a:pt x="1246" y="32681"/>
                    <a:pt x="2558" y="34809"/>
                    <a:pt x="3873" y="36952"/>
                  </a:cubicBezTo>
                  <a:cubicBezTo>
                    <a:pt x="4976" y="38752"/>
                    <a:pt x="6421" y="40140"/>
                    <a:pt x="8303" y="41096"/>
                  </a:cubicBezTo>
                  <a:cubicBezTo>
                    <a:pt x="11574" y="42760"/>
                    <a:pt x="15028" y="43569"/>
                    <a:pt x="18163" y="43569"/>
                  </a:cubicBezTo>
                  <a:cubicBezTo>
                    <a:pt x="18346" y="43569"/>
                    <a:pt x="18528" y="43566"/>
                    <a:pt x="18708" y="43561"/>
                  </a:cubicBezTo>
                  <a:cubicBezTo>
                    <a:pt x="18874" y="43564"/>
                    <a:pt x="19039" y="43565"/>
                    <a:pt x="19203" y="43565"/>
                  </a:cubicBezTo>
                  <a:cubicBezTo>
                    <a:pt x="23825" y="43565"/>
                    <a:pt x="27699" y="42455"/>
                    <a:pt x="31560" y="41253"/>
                  </a:cubicBezTo>
                  <a:cubicBezTo>
                    <a:pt x="35217" y="40107"/>
                    <a:pt x="38243" y="38037"/>
                    <a:pt x="40703" y="35112"/>
                  </a:cubicBezTo>
                  <a:cubicBezTo>
                    <a:pt x="44147" y="31011"/>
                    <a:pt x="46581" y="26425"/>
                    <a:pt x="47747" y="21151"/>
                  </a:cubicBezTo>
                  <a:cubicBezTo>
                    <a:pt x="48670" y="16983"/>
                    <a:pt x="49384" y="12825"/>
                    <a:pt x="48986" y="8534"/>
                  </a:cubicBezTo>
                  <a:cubicBezTo>
                    <a:pt x="48554" y="3931"/>
                    <a:pt x="44333" y="62"/>
                    <a:pt x="39700" y="3"/>
                  </a:cubicBezTo>
                  <a:cubicBezTo>
                    <a:pt x="39622" y="2"/>
                    <a:pt x="39545" y="1"/>
                    <a:pt x="394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2" name="Google Shape;3002;p31"/>
            <p:cNvSpPr/>
            <p:nvPr/>
          </p:nvSpPr>
          <p:spPr>
            <a:xfrm rot="1513357">
              <a:off x="627935" y="891031"/>
              <a:ext cx="235164" cy="271747"/>
            </a:xfrm>
            <a:custGeom>
              <a:avLst/>
              <a:gdLst/>
              <a:ahLst/>
              <a:cxnLst/>
              <a:rect l="l" t="t" r="r" b="b"/>
              <a:pathLst>
                <a:path w="1356" h="1567" extrusionOk="0">
                  <a:moveTo>
                    <a:pt x="685" y="1"/>
                  </a:moveTo>
                  <a:cubicBezTo>
                    <a:pt x="353" y="1"/>
                    <a:pt x="71" y="270"/>
                    <a:pt x="37" y="635"/>
                  </a:cubicBezTo>
                  <a:cubicBezTo>
                    <a:pt x="0" y="1040"/>
                    <a:pt x="362" y="1542"/>
                    <a:pt x="707" y="1565"/>
                  </a:cubicBezTo>
                  <a:cubicBezTo>
                    <a:pt x="715" y="1566"/>
                    <a:pt x="723" y="1566"/>
                    <a:pt x="731" y="1566"/>
                  </a:cubicBezTo>
                  <a:cubicBezTo>
                    <a:pt x="1017" y="1566"/>
                    <a:pt x="1274" y="1217"/>
                    <a:pt x="1315" y="765"/>
                  </a:cubicBezTo>
                  <a:cubicBezTo>
                    <a:pt x="1355" y="363"/>
                    <a:pt x="1116" y="44"/>
                    <a:pt x="747" y="4"/>
                  </a:cubicBezTo>
                  <a:cubicBezTo>
                    <a:pt x="726" y="2"/>
                    <a:pt x="706" y="1"/>
                    <a:pt x="6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03" name="Google Shape;3003;p31"/>
            <p:cNvGrpSpPr/>
            <p:nvPr/>
          </p:nvGrpSpPr>
          <p:grpSpPr>
            <a:xfrm rot="6103998">
              <a:off x="7139577" y="3970262"/>
              <a:ext cx="1598363" cy="1082261"/>
              <a:chOff x="365798" y="4795783"/>
              <a:chExt cx="3988186" cy="2700425"/>
            </a:xfrm>
          </p:grpSpPr>
          <p:grpSp>
            <p:nvGrpSpPr>
              <p:cNvPr id="3004" name="Google Shape;3004;p31"/>
              <p:cNvGrpSpPr/>
              <p:nvPr/>
            </p:nvGrpSpPr>
            <p:grpSpPr>
              <a:xfrm rot="1513453">
                <a:off x="2102036" y="6176785"/>
                <a:ext cx="2162975" cy="901515"/>
                <a:chOff x="-595937" y="4545246"/>
                <a:chExt cx="768852" cy="320453"/>
              </a:xfrm>
            </p:grpSpPr>
            <p:sp>
              <p:nvSpPr>
                <p:cNvPr id="3005" name="Google Shape;3005;p31"/>
                <p:cNvSpPr/>
                <p:nvPr/>
              </p:nvSpPr>
              <p:spPr>
                <a:xfrm>
                  <a:off x="-160216" y="4791396"/>
                  <a:ext cx="64298" cy="74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6" h="1567" extrusionOk="0">
                      <a:moveTo>
                        <a:pt x="685" y="1"/>
                      </a:moveTo>
                      <a:cubicBezTo>
                        <a:pt x="353" y="1"/>
                        <a:pt x="71" y="270"/>
                        <a:pt x="37" y="635"/>
                      </a:cubicBezTo>
                      <a:cubicBezTo>
                        <a:pt x="0" y="1040"/>
                        <a:pt x="362" y="1542"/>
                        <a:pt x="707" y="1565"/>
                      </a:cubicBezTo>
                      <a:cubicBezTo>
                        <a:pt x="715" y="1566"/>
                        <a:pt x="723" y="1566"/>
                        <a:pt x="731" y="1566"/>
                      </a:cubicBezTo>
                      <a:cubicBezTo>
                        <a:pt x="1017" y="1566"/>
                        <a:pt x="1274" y="1217"/>
                        <a:pt x="1315" y="765"/>
                      </a:cubicBezTo>
                      <a:cubicBezTo>
                        <a:pt x="1355" y="363"/>
                        <a:pt x="1116" y="44"/>
                        <a:pt x="747" y="4"/>
                      </a:cubicBezTo>
                      <a:cubicBezTo>
                        <a:pt x="726" y="2"/>
                        <a:pt x="706" y="1"/>
                        <a:pt x="68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6" name="Google Shape;3006;p31"/>
                <p:cNvSpPr/>
                <p:nvPr/>
              </p:nvSpPr>
              <p:spPr>
                <a:xfrm>
                  <a:off x="-551519" y="4545246"/>
                  <a:ext cx="46469" cy="59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0" h="1247" extrusionOk="0">
                      <a:moveTo>
                        <a:pt x="543" y="1"/>
                      </a:moveTo>
                      <a:cubicBezTo>
                        <a:pt x="216" y="1"/>
                        <a:pt x="55" y="205"/>
                        <a:pt x="0" y="533"/>
                      </a:cubicBezTo>
                      <a:cubicBezTo>
                        <a:pt x="83" y="809"/>
                        <a:pt x="60" y="1157"/>
                        <a:pt x="446" y="1243"/>
                      </a:cubicBezTo>
                      <a:cubicBezTo>
                        <a:pt x="455" y="1245"/>
                        <a:pt x="465" y="1246"/>
                        <a:pt x="474" y="1246"/>
                      </a:cubicBezTo>
                      <a:cubicBezTo>
                        <a:pt x="683" y="1246"/>
                        <a:pt x="980" y="776"/>
                        <a:pt x="977" y="443"/>
                      </a:cubicBezTo>
                      <a:cubicBezTo>
                        <a:pt x="977" y="180"/>
                        <a:pt x="844" y="15"/>
                        <a:pt x="575" y="1"/>
                      </a:cubicBezTo>
                      <a:cubicBezTo>
                        <a:pt x="564" y="1"/>
                        <a:pt x="553" y="1"/>
                        <a:pt x="54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7" name="Google Shape;3007;p31"/>
                <p:cNvSpPr/>
                <p:nvPr/>
              </p:nvSpPr>
              <p:spPr>
                <a:xfrm>
                  <a:off x="-595937" y="4647767"/>
                  <a:ext cx="35468" cy="28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8" h="601" extrusionOk="0">
                      <a:moveTo>
                        <a:pt x="305" y="0"/>
                      </a:moveTo>
                      <a:cubicBezTo>
                        <a:pt x="279" y="0"/>
                        <a:pt x="250" y="5"/>
                        <a:pt x="219" y="15"/>
                      </a:cubicBezTo>
                      <a:cubicBezTo>
                        <a:pt x="0" y="84"/>
                        <a:pt x="20" y="263"/>
                        <a:pt x="53" y="496"/>
                      </a:cubicBezTo>
                      <a:cubicBezTo>
                        <a:pt x="73" y="489"/>
                        <a:pt x="94" y="486"/>
                        <a:pt x="114" y="486"/>
                      </a:cubicBezTo>
                      <a:cubicBezTo>
                        <a:pt x="239" y="486"/>
                        <a:pt x="352" y="600"/>
                        <a:pt x="479" y="600"/>
                      </a:cubicBezTo>
                      <a:cubicBezTo>
                        <a:pt x="531" y="600"/>
                        <a:pt x="586" y="581"/>
                        <a:pt x="644" y="526"/>
                      </a:cubicBezTo>
                      <a:cubicBezTo>
                        <a:pt x="747" y="430"/>
                        <a:pt x="647" y="320"/>
                        <a:pt x="591" y="231"/>
                      </a:cubicBezTo>
                      <a:cubicBezTo>
                        <a:pt x="519" y="117"/>
                        <a:pt x="440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8" name="Google Shape;3008;p31"/>
                <p:cNvSpPr/>
                <p:nvPr/>
              </p:nvSpPr>
              <p:spPr>
                <a:xfrm>
                  <a:off x="148922" y="4571245"/>
                  <a:ext cx="23993" cy="3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" h="663" extrusionOk="0">
                      <a:moveTo>
                        <a:pt x="323" y="0"/>
                      </a:moveTo>
                      <a:cubicBezTo>
                        <a:pt x="283" y="0"/>
                        <a:pt x="241" y="13"/>
                        <a:pt x="207" y="41"/>
                      </a:cubicBezTo>
                      <a:cubicBezTo>
                        <a:pt x="1" y="197"/>
                        <a:pt x="4" y="403"/>
                        <a:pt x="124" y="662"/>
                      </a:cubicBezTo>
                      <a:cubicBezTo>
                        <a:pt x="416" y="549"/>
                        <a:pt x="505" y="353"/>
                        <a:pt x="472" y="124"/>
                      </a:cubicBezTo>
                      <a:cubicBezTo>
                        <a:pt x="462" y="43"/>
                        <a:pt x="395" y="0"/>
                        <a:pt x="3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009" name="Google Shape;3009;p31"/>
              <p:cNvSpPr/>
              <p:nvPr/>
            </p:nvSpPr>
            <p:spPr>
              <a:xfrm rot="1513411">
                <a:off x="424199" y="4842248"/>
                <a:ext cx="294118" cy="339893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567" extrusionOk="0">
                    <a:moveTo>
                      <a:pt x="685" y="1"/>
                    </a:moveTo>
                    <a:cubicBezTo>
                      <a:pt x="353" y="1"/>
                      <a:pt x="71" y="270"/>
                      <a:pt x="37" y="635"/>
                    </a:cubicBezTo>
                    <a:cubicBezTo>
                      <a:pt x="0" y="1040"/>
                      <a:pt x="362" y="1542"/>
                      <a:pt x="707" y="1565"/>
                    </a:cubicBezTo>
                    <a:cubicBezTo>
                      <a:pt x="715" y="1566"/>
                      <a:pt x="723" y="1566"/>
                      <a:pt x="731" y="1566"/>
                    </a:cubicBezTo>
                    <a:cubicBezTo>
                      <a:pt x="1017" y="1566"/>
                      <a:pt x="1274" y="1217"/>
                      <a:pt x="1315" y="765"/>
                    </a:cubicBezTo>
                    <a:cubicBezTo>
                      <a:pt x="1355" y="363"/>
                      <a:pt x="1116" y="44"/>
                      <a:pt x="747" y="4"/>
                    </a:cubicBezTo>
                    <a:cubicBezTo>
                      <a:pt x="726" y="2"/>
                      <a:pt x="706" y="1"/>
                      <a:pt x="6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0" name="Google Shape;3010;p31"/>
              <p:cNvSpPr/>
              <p:nvPr/>
            </p:nvSpPr>
            <p:spPr>
              <a:xfrm rot="1513422">
                <a:off x="789050" y="4813234"/>
                <a:ext cx="99781" cy="80171"/>
              </a:xfrm>
              <a:custGeom>
                <a:avLst/>
                <a:gdLst/>
                <a:ahLst/>
                <a:cxnLst/>
                <a:rect l="l" t="t" r="r" b="b"/>
                <a:pathLst>
                  <a:path w="748" h="601" extrusionOk="0">
                    <a:moveTo>
                      <a:pt x="305" y="0"/>
                    </a:moveTo>
                    <a:cubicBezTo>
                      <a:pt x="279" y="0"/>
                      <a:pt x="250" y="5"/>
                      <a:pt x="219" y="15"/>
                    </a:cubicBezTo>
                    <a:cubicBezTo>
                      <a:pt x="0" y="84"/>
                      <a:pt x="20" y="263"/>
                      <a:pt x="53" y="496"/>
                    </a:cubicBezTo>
                    <a:cubicBezTo>
                      <a:pt x="73" y="489"/>
                      <a:pt x="94" y="486"/>
                      <a:pt x="114" y="486"/>
                    </a:cubicBezTo>
                    <a:cubicBezTo>
                      <a:pt x="239" y="486"/>
                      <a:pt x="352" y="600"/>
                      <a:pt x="479" y="600"/>
                    </a:cubicBezTo>
                    <a:cubicBezTo>
                      <a:pt x="531" y="600"/>
                      <a:pt x="586" y="581"/>
                      <a:pt x="644" y="526"/>
                    </a:cubicBezTo>
                    <a:cubicBezTo>
                      <a:pt x="747" y="430"/>
                      <a:pt x="647" y="320"/>
                      <a:pt x="591" y="231"/>
                    </a:cubicBezTo>
                    <a:cubicBezTo>
                      <a:pt x="519" y="117"/>
                      <a:pt x="440" y="0"/>
                      <a:pt x="3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1" name="Google Shape;3011;p31"/>
              <p:cNvSpPr/>
              <p:nvPr/>
            </p:nvSpPr>
            <p:spPr>
              <a:xfrm rot="1513411">
                <a:off x="2771898" y="6061002"/>
                <a:ext cx="294118" cy="339893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567" extrusionOk="0">
                    <a:moveTo>
                      <a:pt x="685" y="1"/>
                    </a:moveTo>
                    <a:cubicBezTo>
                      <a:pt x="353" y="1"/>
                      <a:pt x="71" y="270"/>
                      <a:pt x="37" y="635"/>
                    </a:cubicBezTo>
                    <a:cubicBezTo>
                      <a:pt x="0" y="1040"/>
                      <a:pt x="362" y="1542"/>
                      <a:pt x="707" y="1565"/>
                    </a:cubicBezTo>
                    <a:cubicBezTo>
                      <a:pt x="715" y="1566"/>
                      <a:pt x="723" y="1566"/>
                      <a:pt x="731" y="1566"/>
                    </a:cubicBezTo>
                    <a:cubicBezTo>
                      <a:pt x="1017" y="1566"/>
                      <a:pt x="1274" y="1217"/>
                      <a:pt x="1315" y="765"/>
                    </a:cubicBezTo>
                    <a:cubicBezTo>
                      <a:pt x="1355" y="363"/>
                      <a:pt x="1116" y="44"/>
                      <a:pt x="747" y="4"/>
                    </a:cubicBezTo>
                    <a:cubicBezTo>
                      <a:pt x="726" y="2"/>
                      <a:pt x="706" y="1"/>
                      <a:pt x="6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12" name="Google Shape;3012;p31"/>
            <p:cNvSpPr/>
            <p:nvPr/>
          </p:nvSpPr>
          <p:spPr>
            <a:xfrm>
              <a:off x="1648182" y="-561370"/>
              <a:ext cx="3103454" cy="1181681"/>
            </a:xfrm>
            <a:custGeom>
              <a:avLst/>
              <a:gdLst/>
              <a:ahLst/>
              <a:cxnLst/>
              <a:rect l="l" t="t" r="r" b="b"/>
              <a:pathLst>
                <a:path w="261674" h="177363" extrusionOk="0">
                  <a:moveTo>
                    <a:pt x="1300" y="102929"/>
                  </a:moveTo>
                  <a:cubicBezTo>
                    <a:pt x="-270" y="86533"/>
                    <a:pt x="-1110" y="65092"/>
                    <a:pt x="2927" y="51033"/>
                  </a:cubicBezTo>
                  <a:cubicBezTo>
                    <a:pt x="6964" y="36974"/>
                    <a:pt x="12851" y="26574"/>
                    <a:pt x="25524" y="18573"/>
                  </a:cubicBezTo>
                  <a:cubicBezTo>
                    <a:pt x="38197" y="10572"/>
                    <a:pt x="55473" y="5929"/>
                    <a:pt x="78966" y="3027"/>
                  </a:cubicBezTo>
                  <a:cubicBezTo>
                    <a:pt x="102459" y="125"/>
                    <a:pt x="140692" y="-1076"/>
                    <a:pt x="166483" y="1160"/>
                  </a:cubicBezTo>
                  <a:cubicBezTo>
                    <a:pt x="192274" y="3396"/>
                    <a:pt x="218505" y="8117"/>
                    <a:pt x="233710" y="16442"/>
                  </a:cubicBezTo>
                  <a:cubicBezTo>
                    <a:pt x="248915" y="24768"/>
                    <a:pt x="253136" y="38172"/>
                    <a:pt x="257713" y="51113"/>
                  </a:cubicBezTo>
                  <a:cubicBezTo>
                    <a:pt x="262290" y="64054"/>
                    <a:pt x="262031" y="79426"/>
                    <a:pt x="261173" y="94086"/>
                  </a:cubicBezTo>
                  <a:cubicBezTo>
                    <a:pt x="260315" y="108747"/>
                    <a:pt x="257840" y="127442"/>
                    <a:pt x="252564" y="139076"/>
                  </a:cubicBezTo>
                  <a:cubicBezTo>
                    <a:pt x="247288" y="150710"/>
                    <a:pt x="241252" y="157796"/>
                    <a:pt x="229519" y="163889"/>
                  </a:cubicBezTo>
                  <a:cubicBezTo>
                    <a:pt x="217786" y="169983"/>
                    <a:pt x="201711" y="173485"/>
                    <a:pt x="182166" y="175637"/>
                  </a:cubicBezTo>
                  <a:cubicBezTo>
                    <a:pt x="162621" y="177789"/>
                    <a:pt x="133946" y="177615"/>
                    <a:pt x="112247" y="176800"/>
                  </a:cubicBezTo>
                  <a:cubicBezTo>
                    <a:pt x="90548" y="175985"/>
                    <a:pt x="68623" y="175312"/>
                    <a:pt x="51973" y="170747"/>
                  </a:cubicBezTo>
                  <a:cubicBezTo>
                    <a:pt x="35323" y="166182"/>
                    <a:pt x="20795" y="160714"/>
                    <a:pt x="12349" y="149411"/>
                  </a:cubicBezTo>
                  <a:cubicBezTo>
                    <a:pt x="3904" y="138108"/>
                    <a:pt x="2870" y="119325"/>
                    <a:pt x="1300" y="1029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13" name="Google Shape;3013;p31"/>
          <p:cNvSpPr txBox="1">
            <a:spLocks noGrp="1"/>
          </p:cNvSpPr>
          <p:nvPr>
            <p:ph type="title"/>
          </p:nvPr>
        </p:nvSpPr>
        <p:spPr>
          <a:xfrm>
            <a:off x="2048238" y="1313550"/>
            <a:ext cx="5047500" cy="18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14" name="Google Shape;3014;p31"/>
          <p:cNvSpPr txBox="1">
            <a:spLocks noGrp="1"/>
          </p:cNvSpPr>
          <p:nvPr>
            <p:ph type="subTitle" idx="1"/>
          </p:nvPr>
        </p:nvSpPr>
        <p:spPr>
          <a:xfrm>
            <a:off x="2048266" y="3116550"/>
            <a:ext cx="5047500" cy="71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0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7" name="Google Shape;3017;p23"/>
          <p:cNvGrpSpPr/>
          <p:nvPr/>
        </p:nvGrpSpPr>
        <p:grpSpPr>
          <a:xfrm>
            <a:off x="-1030325" y="-997950"/>
            <a:ext cx="7210468" cy="6802025"/>
            <a:chOff x="-1030325" y="-997950"/>
            <a:chExt cx="7210468" cy="6802025"/>
          </a:xfrm>
        </p:grpSpPr>
        <p:sp>
          <p:nvSpPr>
            <p:cNvPr id="3018" name="Google Shape;3018;p23"/>
            <p:cNvSpPr/>
            <p:nvPr/>
          </p:nvSpPr>
          <p:spPr>
            <a:xfrm>
              <a:off x="-1030325" y="-997950"/>
              <a:ext cx="5829076" cy="4388935"/>
            </a:xfrm>
            <a:custGeom>
              <a:avLst/>
              <a:gdLst/>
              <a:ahLst/>
              <a:cxnLst/>
              <a:rect l="l" t="t" r="r" b="b"/>
              <a:pathLst>
                <a:path w="91204" h="68671" extrusionOk="0">
                  <a:moveTo>
                    <a:pt x="56246" y="0"/>
                  </a:moveTo>
                  <a:cubicBezTo>
                    <a:pt x="46995" y="0"/>
                    <a:pt x="37746" y="803"/>
                    <a:pt x="28633" y="2401"/>
                  </a:cubicBezTo>
                  <a:cubicBezTo>
                    <a:pt x="21361" y="3677"/>
                    <a:pt x="13674" y="5750"/>
                    <a:pt x="8867" y="11358"/>
                  </a:cubicBezTo>
                  <a:cubicBezTo>
                    <a:pt x="5768" y="14973"/>
                    <a:pt x="4241" y="19657"/>
                    <a:pt x="3113" y="24285"/>
                  </a:cubicBezTo>
                  <a:cubicBezTo>
                    <a:pt x="2016" y="28780"/>
                    <a:pt x="1229" y="33352"/>
                    <a:pt x="755" y="37953"/>
                  </a:cubicBezTo>
                  <a:cubicBezTo>
                    <a:pt x="1" y="45270"/>
                    <a:pt x="1016" y="51523"/>
                    <a:pt x="5237" y="57599"/>
                  </a:cubicBezTo>
                  <a:cubicBezTo>
                    <a:pt x="9588" y="63865"/>
                    <a:pt x="17019" y="68447"/>
                    <a:pt x="24726" y="68664"/>
                  </a:cubicBezTo>
                  <a:cubicBezTo>
                    <a:pt x="24894" y="68668"/>
                    <a:pt x="25062" y="68671"/>
                    <a:pt x="25231" y="68671"/>
                  </a:cubicBezTo>
                  <a:cubicBezTo>
                    <a:pt x="30937" y="68671"/>
                    <a:pt x="36669" y="66004"/>
                    <a:pt x="40303" y="61708"/>
                  </a:cubicBezTo>
                  <a:cubicBezTo>
                    <a:pt x="41924" y="59788"/>
                    <a:pt x="43128" y="57543"/>
                    <a:pt x="43727" y="55066"/>
                  </a:cubicBezTo>
                  <a:cubicBezTo>
                    <a:pt x="44361" y="52438"/>
                    <a:pt x="44332" y="49702"/>
                    <a:pt x="44354" y="46997"/>
                  </a:cubicBezTo>
                  <a:cubicBezTo>
                    <a:pt x="44393" y="41853"/>
                    <a:pt x="44992" y="35973"/>
                    <a:pt x="49154" y="32948"/>
                  </a:cubicBezTo>
                  <a:cubicBezTo>
                    <a:pt x="52116" y="30793"/>
                    <a:pt x="56593" y="30355"/>
                    <a:pt x="58196" y="27062"/>
                  </a:cubicBezTo>
                  <a:cubicBezTo>
                    <a:pt x="59303" y="24788"/>
                    <a:pt x="59697" y="22486"/>
                    <a:pt x="62467" y="21600"/>
                  </a:cubicBezTo>
                  <a:cubicBezTo>
                    <a:pt x="63291" y="21337"/>
                    <a:pt x="64180" y="21254"/>
                    <a:pt x="65096" y="21254"/>
                  </a:cubicBezTo>
                  <a:cubicBezTo>
                    <a:pt x="66680" y="21254"/>
                    <a:pt x="68346" y="21503"/>
                    <a:pt x="69893" y="21503"/>
                  </a:cubicBezTo>
                  <a:cubicBezTo>
                    <a:pt x="70242" y="21503"/>
                    <a:pt x="70585" y="21490"/>
                    <a:pt x="70919" y="21459"/>
                  </a:cubicBezTo>
                  <a:cubicBezTo>
                    <a:pt x="77125" y="20888"/>
                    <a:pt x="83114" y="18092"/>
                    <a:pt x="87503" y="13664"/>
                  </a:cubicBezTo>
                  <a:cubicBezTo>
                    <a:pt x="88933" y="12224"/>
                    <a:pt x="90229" y="10552"/>
                    <a:pt x="90717" y="8583"/>
                  </a:cubicBezTo>
                  <a:cubicBezTo>
                    <a:pt x="91203" y="6615"/>
                    <a:pt x="90710" y="4299"/>
                    <a:pt x="89095" y="3069"/>
                  </a:cubicBezTo>
                  <a:cubicBezTo>
                    <a:pt x="88252" y="2425"/>
                    <a:pt x="87200" y="2133"/>
                    <a:pt x="86170" y="1887"/>
                  </a:cubicBezTo>
                  <a:cubicBezTo>
                    <a:pt x="80745" y="599"/>
                    <a:pt x="74761" y="978"/>
                    <a:pt x="69177" y="525"/>
                  </a:cubicBezTo>
                  <a:cubicBezTo>
                    <a:pt x="64876" y="175"/>
                    <a:pt x="60561" y="0"/>
                    <a:pt x="562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9" name="Google Shape;3019;p23"/>
            <p:cNvSpPr/>
            <p:nvPr/>
          </p:nvSpPr>
          <p:spPr>
            <a:xfrm>
              <a:off x="5733522" y="401826"/>
              <a:ext cx="446621" cy="276358"/>
            </a:xfrm>
            <a:custGeom>
              <a:avLst/>
              <a:gdLst/>
              <a:ahLst/>
              <a:cxnLst/>
              <a:rect l="l" t="t" r="r" b="b"/>
              <a:pathLst>
                <a:path w="6988" h="4324" extrusionOk="0">
                  <a:moveTo>
                    <a:pt x="2923" y="0"/>
                  </a:moveTo>
                  <a:cubicBezTo>
                    <a:pt x="2038" y="0"/>
                    <a:pt x="1395" y="587"/>
                    <a:pt x="1037" y="1342"/>
                  </a:cubicBezTo>
                  <a:cubicBezTo>
                    <a:pt x="0" y="3529"/>
                    <a:pt x="840" y="4324"/>
                    <a:pt x="2058" y="4324"/>
                  </a:cubicBezTo>
                  <a:cubicBezTo>
                    <a:pt x="4028" y="4324"/>
                    <a:pt x="6988" y="2248"/>
                    <a:pt x="4619" y="619"/>
                  </a:cubicBezTo>
                  <a:cubicBezTo>
                    <a:pt x="3984" y="183"/>
                    <a:pt x="3416" y="0"/>
                    <a:pt x="29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p23"/>
            <p:cNvSpPr/>
            <p:nvPr/>
          </p:nvSpPr>
          <p:spPr>
            <a:xfrm>
              <a:off x="152765" y="3627554"/>
              <a:ext cx="598221" cy="385265"/>
            </a:xfrm>
            <a:custGeom>
              <a:avLst/>
              <a:gdLst/>
              <a:ahLst/>
              <a:cxnLst/>
              <a:rect l="l" t="t" r="r" b="b"/>
              <a:pathLst>
                <a:path w="9360" h="6028" extrusionOk="0">
                  <a:moveTo>
                    <a:pt x="3928" y="0"/>
                  </a:moveTo>
                  <a:cubicBezTo>
                    <a:pt x="2889" y="0"/>
                    <a:pt x="1876" y="522"/>
                    <a:pt x="1241" y="1859"/>
                  </a:cubicBezTo>
                  <a:cubicBezTo>
                    <a:pt x="1" y="4475"/>
                    <a:pt x="1885" y="6028"/>
                    <a:pt x="4041" y="6028"/>
                  </a:cubicBezTo>
                  <a:cubicBezTo>
                    <a:pt x="4897" y="6028"/>
                    <a:pt x="5796" y="5783"/>
                    <a:pt x="6559" y="5263"/>
                  </a:cubicBezTo>
                  <a:cubicBezTo>
                    <a:pt x="9360" y="3352"/>
                    <a:pt x="6562" y="0"/>
                    <a:pt x="3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1" name="Google Shape;3021;p23"/>
            <p:cNvSpPr/>
            <p:nvPr/>
          </p:nvSpPr>
          <p:spPr>
            <a:xfrm>
              <a:off x="5567806" y="329153"/>
              <a:ext cx="165725" cy="157928"/>
            </a:xfrm>
            <a:custGeom>
              <a:avLst/>
              <a:gdLst/>
              <a:ahLst/>
              <a:cxnLst/>
              <a:rect l="l" t="t" r="r" b="b"/>
              <a:pathLst>
                <a:path w="2593" h="2471" extrusionOk="0">
                  <a:moveTo>
                    <a:pt x="1319" y="1"/>
                  </a:moveTo>
                  <a:cubicBezTo>
                    <a:pt x="988" y="1"/>
                    <a:pt x="665" y="111"/>
                    <a:pt x="424" y="311"/>
                  </a:cubicBezTo>
                  <a:cubicBezTo>
                    <a:pt x="191" y="503"/>
                    <a:pt x="35" y="780"/>
                    <a:pt x="21" y="1126"/>
                  </a:cubicBezTo>
                  <a:cubicBezTo>
                    <a:pt x="0" y="1575"/>
                    <a:pt x="48" y="2102"/>
                    <a:pt x="426" y="2350"/>
                  </a:cubicBezTo>
                  <a:cubicBezTo>
                    <a:pt x="552" y="2433"/>
                    <a:pt x="691" y="2470"/>
                    <a:pt x="835" y="2470"/>
                  </a:cubicBezTo>
                  <a:cubicBezTo>
                    <a:pt x="1632" y="2470"/>
                    <a:pt x="2592" y="1351"/>
                    <a:pt x="2428" y="651"/>
                  </a:cubicBezTo>
                  <a:cubicBezTo>
                    <a:pt x="2373" y="414"/>
                    <a:pt x="2164" y="244"/>
                    <a:pt x="1944" y="141"/>
                  </a:cubicBezTo>
                  <a:cubicBezTo>
                    <a:pt x="1745" y="46"/>
                    <a:pt x="1530" y="1"/>
                    <a:pt x="13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2" name="Google Shape;3022;p23"/>
            <p:cNvSpPr/>
            <p:nvPr/>
          </p:nvSpPr>
          <p:spPr>
            <a:xfrm rot="6937260" flipH="1">
              <a:off x="-978295" y="100484"/>
              <a:ext cx="2386906" cy="1168032"/>
            </a:xfrm>
            <a:custGeom>
              <a:avLst/>
              <a:gdLst/>
              <a:ahLst/>
              <a:cxnLst/>
              <a:rect l="l" t="t" r="r" b="b"/>
              <a:pathLst>
                <a:path w="52815" h="25845" extrusionOk="0">
                  <a:moveTo>
                    <a:pt x="16375" y="0"/>
                  </a:moveTo>
                  <a:cubicBezTo>
                    <a:pt x="11695" y="0"/>
                    <a:pt x="7254" y="3229"/>
                    <a:pt x="3763" y="6073"/>
                  </a:cubicBezTo>
                  <a:cubicBezTo>
                    <a:pt x="0" y="9142"/>
                    <a:pt x="168" y="13798"/>
                    <a:pt x="2552" y="17814"/>
                  </a:cubicBezTo>
                  <a:cubicBezTo>
                    <a:pt x="3929" y="20141"/>
                    <a:pt x="5671" y="22400"/>
                    <a:pt x="8128" y="23526"/>
                  </a:cubicBezTo>
                  <a:cubicBezTo>
                    <a:pt x="9637" y="24218"/>
                    <a:pt x="11314" y="24432"/>
                    <a:pt x="12962" y="24628"/>
                  </a:cubicBezTo>
                  <a:cubicBezTo>
                    <a:pt x="18541" y="25295"/>
                    <a:pt x="24190" y="25844"/>
                    <a:pt x="29805" y="25844"/>
                  </a:cubicBezTo>
                  <a:cubicBezTo>
                    <a:pt x="34398" y="25844"/>
                    <a:pt x="38968" y="25477"/>
                    <a:pt x="43460" y="24508"/>
                  </a:cubicBezTo>
                  <a:cubicBezTo>
                    <a:pt x="45588" y="24048"/>
                    <a:pt x="47733" y="23436"/>
                    <a:pt x="49518" y="22189"/>
                  </a:cubicBezTo>
                  <a:cubicBezTo>
                    <a:pt x="51304" y="20945"/>
                    <a:pt x="52692" y="18963"/>
                    <a:pt x="52739" y="16786"/>
                  </a:cubicBezTo>
                  <a:cubicBezTo>
                    <a:pt x="52814" y="13258"/>
                    <a:pt x="49505" y="10576"/>
                    <a:pt x="46204" y="9335"/>
                  </a:cubicBezTo>
                  <a:cubicBezTo>
                    <a:pt x="40195" y="7077"/>
                    <a:pt x="33327" y="7610"/>
                    <a:pt x="27545" y="4818"/>
                  </a:cubicBezTo>
                  <a:cubicBezTo>
                    <a:pt x="24511" y="3353"/>
                    <a:pt x="21856" y="999"/>
                    <a:pt x="18568" y="247"/>
                  </a:cubicBezTo>
                  <a:cubicBezTo>
                    <a:pt x="17833" y="78"/>
                    <a:pt x="17101" y="0"/>
                    <a:pt x="163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3" name="Google Shape;3023;p23"/>
            <p:cNvSpPr/>
            <p:nvPr/>
          </p:nvSpPr>
          <p:spPr>
            <a:xfrm>
              <a:off x="-275225" y="-313537"/>
              <a:ext cx="3162367" cy="3221356"/>
            </a:xfrm>
            <a:custGeom>
              <a:avLst/>
              <a:gdLst/>
              <a:ahLst/>
              <a:cxnLst/>
              <a:rect l="l" t="t" r="r" b="b"/>
              <a:pathLst>
                <a:path w="69960" h="71265" extrusionOk="0">
                  <a:moveTo>
                    <a:pt x="69719" y="0"/>
                  </a:moveTo>
                  <a:cubicBezTo>
                    <a:pt x="68440" y="4497"/>
                    <a:pt x="67114" y="9148"/>
                    <a:pt x="64603" y="13195"/>
                  </a:cubicBezTo>
                  <a:cubicBezTo>
                    <a:pt x="61822" y="17675"/>
                    <a:pt x="57828" y="20684"/>
                    <a:pt x="53642" y="21451"/>
                  </a:cubicBezTo>
                  <a:cubicBezTo>
                    <a:pt x="52117" y="21733"/>
                    <a:pt x="50466" y="21761"/>
                    <a:pt x="48844" y="21761"/>
                  </a:cubicBezTo>
                  <a:cubicBezTo>
                    <a:pt x="48639" y="21761"/>
                    <a:pt x="48434" y="21760"/>
                    <a:pt x="48230" y="21760"/>
                  </a:cubicBezTo>
                  <a:cubicBezTo>
                    <a:pt x="48017" y="21759"/>
                    <a:pt x="47805" y="21759"/>
                    <a:pt x="47592" y="21759"/>
                  </a:cubicBezTo>
                  <a:cubicBezTo>
                    <a:pt x="44134" y="21759"/>
                    <a:pt x="40640" y="21899"/>
                    <a:pt x="38369" y="24424"/>
                  </a:cubicBezTo>
                  <a:cubicBezTo>
                    <a:pt x="35565" y="27544"/>
                    <a:pt x="36547" y="32218"/>
                    <a:pt x="37416" y="36341"/>
                  </a:cubicBezTo>
                  <a:cubicBezTo>
                    <a:pt x="37557" y="37011"/>
                    <a:pt x="37692" y="37647"/>
                    <a:pt x="37812" y="38281"/>
                  </a:cubicBezTo>
                  <a:cubicBezTo>
                    <a:pt x="39735" y="48405"/>
                    <a:pt x="35935" y="59353"/>
                    <a:pt x="28356" y="65521"/>
                  </a:cubicBezTo>
                  <a:cubicBezTo>
                    <a:pt x="23874" y="69170"/>
                    <a:pt x="18203" y="71038"/>
                    <a:pt x="12621" y="71038"/>
                  </a:cubicBezTo>
                  <a:cubicBezTo>
                    <a:pt x="8190" y="71038"/>
                    <a:pt x="3816" y="69861"/>
                    <a:pt x="138" y="67463"/>
                  </a:cubicBezTo>
                  <a:lnTo>
                    <a:pt x="1" y="67672"/>
                  </a:lnTo>
                  <a:cubicBezTo>
                    <a:pt x="3595" y="70014"/>
                    <a:pt x="8007" y="71264"/>
                    <a:pt x="12593" y="71264"/>
                  </a:cubicBezTo>
                  <a:cubicBezTo>
                    <a:pt x="13223" y="71264"/>
                    <a:pt x="13859" y="71238"/>
                    <a:pt x="14503" y="71192"/>
                  </a:cubicBezTo>
                  <a:cubicBezTo>
                    <a:pt x="19680" y="70804"/>
                    <a:pt x="24656" y="68859"/>
                    <a:pt x="28519" y="65715"/>
                  </a:cubicBezTo>
                  <a:cubicBezTo>
                    <a:pt x="32346" y="62600"/>
                    <a:pt x="35268" y="58310"/>
                    <a:pt x="36963" y="53312"/>
                  </a:cubicBezTo>
                  <a:cubicBezTo>
                    <a:pt x="38626" y="48419"/>
                    <a:pt x="39005" y="43205"/>
                    <a:pt x="38060" y="38233"/>
                  </a:cubicBezTo>
                  <a:cubicBezTo>
                    <a:pt x="37940" y="37599"/>
                    <a:pt x="37801" y="36933"/>
                    <a:pt x="37664" y="36290"/>
                  </a:cubicBezTo>
                  <a:cubicBezTo>
                    <a:pt x="36765" y="32026"/>
                    <a:pt x="35837" y="27616"/>
                    <a:pt x="38555" y="24591"/>
                  </a:cubicBezTo>
                  <a:cubicBezTo>
                    <a:pt x="40780" y="22116"/>
                    <a:pt x="44121" y="22007"/>
                    <a:pt x="47693" y="22007"/>
                  </a:cubicBezTo>
                  <a:cubicBezTo>
                    <a:pt x="47871" y="22007"/>
                    <a:pt x="48050" y="22007"/>
                    <a:pt x="48230" y="22008"/>
                  </a:cubicBezTo>
                  <a:cubicBezTo>
                    <a:pt x="48460" y="22008"/>
                    <a:pt x="48691" y="22009"/>
                    <a:pt x="48923" y="22009"/>
                  </a:cubicBezTo>
                  <a:cubicBezTo>
                    <a:pt x="50531" y="22009"/>
                    <a:pt x="52167" y="21977"/>
                    <a:pt x="53688" y="21699"/>
                  </a:cubicBezTo>
                  <a:cubicBezTo>
                    <a:pt x="57941" y="20917"/>
                    <a:pt x="61998" y="17866"/>
                    <a:pt x="64816" y="13326"/>
                  </a:cubicBezTo>
                  <a:cubicBezTo>
                    <a:pt x="67345" y="9251"/>
                    <a:pt x="68675" y="4584"/>
                    <a:pt x="69960" y="69"/>
                  </a:cubicBezTo>
                  <a:lnTo>
                    <a:pt x="697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4" name="Google Shape;3024;p23"/>
            <p:cNvSpPr/>
            <p:nvPr/>
          </p:nvSpPr>
          <p:spPr>
            <a:xfrm>
              <a:off x="1017925" y="4138550"/>
              <a:ext cx="3362050" cy="1665525"/>
            </a:xfrm>
            <a:custGeom>
              <a:avLst/>
              <a:gdLst/>
              <a:ahLst/>
              <a:cxnLst/>
              <a:rect l="l" t="t" r="r" b="b"/>
              <a:pathLst>
                <a:path w="134482" h="66621" extrusionOk="0">
                  <a:moveTo>
                    <a:pt x="51432" y="0"/>
                  </a:moveTo>
                  <a:cubicBezTo>
                    <a:pt x="43021" y="0"/>
                    <a:pt x="34599" y="2193"/>
                    <a:pt x="26846" y="6228"/>
                  </a:cubicBezTo>
                  <a:cubicBezTo>
                    <a:pt x="24151" y="7632"/>
                    <a:pt x="21536" y="9257"/>
                    <a:pt x="19034" y="11095"/>
                  </a:cubicBezTo>
                  <a:cubicBezTo>
                    <a:pt x="13567" y="15093"/>
                    <a:pt x="8236" y="20185"/>
                    <a:pt x="4689" y="25995"/>
                  </a:cubicBezTo>
                  <a:cubicBezTo>
                    <a:pt x="1603" y="31052"/>
                    <a:pt x="0" y="37324"/>
                    <a:pt x="1751" y="42982"/>
                  </a:cubicBezTo>
                  <a:cubicBezTo>
                    <a:pt x="3045" y="47161"/>
                    <a:pt x="6046" y="50642"/>
                    <a:pt x="9539" y="53275"/>
                  </a:cubicBezTo>
                  <a:cubicBezTo>
                    <a:pt x="15419" y="57704"/>
                    <a:pt x="21911" y="60189"/>
                    <a:pt x="29104" y="61374"/>
                  </a:cubicBezTo>
                  <a:cubicBezTo>
                    <a:pt x="37277" y="62722"/>
                    <a:pt x="45485" y="63861"/>
                    <a:pt x="53715" y="64791"/>
                  </a:cubicBezTo>
                  <a:cubicBezTo>
                    <a:pt x="63141" y="65856"/>
                    <a:pt x="72739" y="66621"/>
                    <a:pt x="82278" y="66621"/>
                  </a:cubicBezTo>
                  <a:cubicBezTo>
                    <a:pt x="97759" y="66621"/>
                    <a:pt x="113082" y="64606"/>
                    <a:pt x="127252" y="58584"/>
                  </a:cubicBezTo>
                  <a:cubicBezTo>
                    <a:pt x="130193" y="57334"/>
                    <a:pt x="133381" y="55548"/>
                    <a:pt x="134141" y="52443"/>
                  </a:cubicBezTo>
                  <a:cubicBezTo>
                    <a:pt x="134481" y="51051"/>
                    <a:pt x="134267" y="49570"/>
                    <a:pt x="133781" y="48224"/>
                  </a:cubicBezTo>
                  <a:cubicBezTo>
                    <a:pt x="132939" y="45887"/>
                    <a:pt x="131286" y="43851"/>
                    <a:pt x="129173" y="42551"/>
                  </a:cubicBezTo>
                  <a:cubicBezTo>
                    <a:pt x="127124" y="41292"/>
                    <a:pt x="124735" y="40739"/>
                    <a:pt x="122424" y="40079"/>
                  </a:cubicBezTo>
                  <a:cubicBezTo>
                    <a:pt x="112093" y="37124"/>
                    <a:pt x="102142" y="31607"/>
                    <a:pt x="94505" y="23996"/>
                  </a:cubicBezTo>
                  <a:cubicBezTo>
                    <a:pt x="88960" y="18469"/>
                    <a:pt x="84319" y="12523"/>
                    <a:pt x="77717" y="8066"/>
                  </a:cubicBezTo>
                  <a:cubicBezTo>
                    <a:pt x="69533" y="2543"/>
                    <a:pt x="60489" y="0"/>
                    <a:pt x="514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5" name="Google Shape;3025;p23"/>
          <p:cNvSpPr txBox="1">
            <a:spLocks noGrp="1"/>
          </p:cNvSpPr>
          <p:nvPr>
            <p:ph type="ctrTitle"/>
          </p:nvPr>
        </p:nvSpPr>
        <p:spPr>
          <a:xfrm>
            <a:off x="2288200" y="972250"/>
            <a:ext cx="4567500" cy="24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>
                <a:solidFill>
                  <a:srgbClr val="19191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026" name="Google Shape;3026;p23"/>
          <p:cNvSpPr txBox="1">
            <a:spLocks noGrp="1"/>
          </p:cNvSpPr>
          <p:nvPr>
            <p:ph type="subTitle" idx="1"/>
          </p:nvPr>
        </p:nvSpPr>
        <p:spPr>
          <a:xfrm>
            <a:off x="1573050" y="3514900"/>
            <a:ext cx="5997900" cy="38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27" name="Google Shape;3027;p23"/>
          <p:cNvSpPr/>
          <p:nvPr/>
        </p:nvSpPr>
        <p:spPr>
          <a:xfrm>
            <a:off x="7985265" y="1003879"/>
            <a:ext cx="598221" cy="385265"/>
          </a:xfrm>
          <a:custGeom>
            <a:avLst/>
            <a:gdLst/>
            <a:ahLst/>
            <a:cxnLst/>
            <a:rect l="l" t="t" r="r" b="b"/>
            <a:pathLst>
              <a:path w="9360" h="6028" extrusionOk="0">
                <a:moveTo>
                  <a:pt x="3928" y="0"/>
                </a:moveTo>
                <a:cubicBezTo>
                  <a:pt x="2889" y="0"/>
                  <a:pt x="1876" y="522"/>
                  <a:pt x="1241" y="1859"/>
                </a:cubicBezTo>
                <a:cubicBezTo>
                  <a:pt x="1" y="4475"/>
                  <a:pt x="1885" y="6028"/>
                  <a:pt x="4041" y="6028"/>
                </a:cubicBezTo>
                <a:cubicBezTo>
                  <a:pt x="4897" y="6028"/>
                  <a:pt x="5796" y="5783"/>
                  <a:pt x="6559" y="5263"/>
                </a:cubicBezTo>
                <a:cubicBezTo>
                  <a:pt x="9360" y="3352"/>
                  <a:pt x="6562" y="0"/>
                  <a:pt x="39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">
    <p:spTree>
      <p:nvGrpSpPr>
        <p:cNvPr id="1" name="Shape 3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9" name="Google Shape;3029;p34"/>
          <p:cNvGrpSpPr/>
          <p:nvPr/>
        </p:nvGrpSpPr>
        <p:grpSpPr>
          <a:xfrm>
            <a:off x="-1030325" y="-997950"/>
            <a:ext cx="7210468" cy="6802025"/>
            <a:chOff x="-1030325" y="-997950"/>
            <a:chExt cx="7210468" cy="6802025"/>
          </a:xfrm>
        </p:grpSpPr>
        <p:sp>
          <p:nvSpPr>
            <p:cNvPr id="3030" name="Google Shape;3030;p34"/>
            <p:cNvSpPr/>
            <p:nvPr/>
          </p:nvSpPr>
          <p:spPr>
            <a:xfrm>
              <a:off x="-1030325" y="-997950"/>
              <a:ext cx="5829076" cy="4388935"/>
            </a:xfrm>
            <a:custGeom>
              <a:avLst/>
              <a:gdLst/>
              <a:ahLst/>
              <a:cxnLst/>
              <a:rect l="l" t="t" r="r" b="b"/>
              <a:pathLst>
                <a:path w="91204" h="68671" extrusionOk="0">
                  <a:moveTo>
                    <a:pt x="56246" y="0"/>
                  </a:moveTo>
                  <a:cubicBezTo>
                    <a:pt x="46995" y="0"/>
                    <a:pt x="37746" y="803"/>
                    <a:pt x="28633" y="2401"/>
                  </a:cubicBezTo>
                  <a:cubicBezTo>
                    <a:pt x="21361" y="3677"/>
                    <a:pt x="13674" y="5750"/>
                    <a:pt x="8867" y="11358"/>
                  </a:cubicBezTo>
                  <a:cubicBezTo>
                    <a:pt x="5768" y="14973"/>
                    <a:pt x="4241" y="19657"/>
                    <a:pt x="3113" y="24285"/>
                  </a:cubicBezTo>
                  <a:cubicBezTo>
                    <a:pt x="2016" y="28780"/>
                    <a:pt x="1229" y="33352"/>
                    <a:pt x="755" y="37953"/>
                  </a:cubicBezTo>
                  <a:cubicBezTo>
                    <a:pt x="1" y="45270"/>
                    <a:pt x="1016" y="51523"/>
                    <a:pt x="5237" y="57599"/>
                  </a:cubicBezTo>
                  <a:cubicBezTo>
                    <a:pt x="9588" y="63865"/>
                    <a:pt x="17019" y="68447"/>
                    <a:pt x="24726" y="68664"/>
                  </a:cubicBezTo>
                  <a:cubicBezTo>
                    <a:pt x="24894" y="68668"/>
                    <a:pt x="25062" y="68671"/>
                    <a:pt x="25231" y="68671"/>
                  </a:cubicBezTo>
                  <a:cubicBezTo>
                    <a:pt x="30937" y="68671"/>
                    <a:pt x="36669" y="66004"/>
                    <a:pt x="40303" y="61708"/>
                  </a:cubicBezTo>
                  <a:cubicBezTo>
                    <a:pt x="41924" y="59788"/>
                    <a:pt x="43128" y="57543"/>
                    <a:pt x="43727" y="55066"/>
                  </a:cubicBezTo>
                  <a:cubicBezTo>
                    <a:pt x="44361" y="52438"/>
                    <a:pt x="44332" y="49702"/>
                    <a:pt x="44354" y="46997"/>
                  </a:cubicBezTo>
                  <a:cubicBezTo>
                    <a:pt x="44393" y="41853"/>
                    <a:pt x="44992" y="35973"/>
                    <a:pt x="49154" y="32948"/>
                  </a:cubicBezTo>
                  <a:cubicBezTo>
                    <a:pt x="52116" y="30793"/>
                    <a:pt x="56593" y="30355"/>
                    <a:pt x="58196" y="27062"/>
                  </a:cubicBezTo>
                  <a:cubicBezTo>
                    <a:pt x="59303" y="24788"/>
                    <a:pt x="59697" y="22486"/>
                    <a:pt x="62467" y="21600"/>
                  </a:cubicBezTo>
                  <a:cubicBezTo>
                    <a:pt x="63291" y="21337"/>
                    <a:pt x="64180" y="21254"/>
                    <a:pt x="65096" y="21254"/>
                  </a:cubicBezTo>
                  <a:cubicBezTo>
                    <a:pt x="66680" y="21254"/>
                    <a:pt x="68346" y="21503"/>
                    <a:pt x="69893" y="21503"/>
                  </a:cubicBezTo>
                  <a:cubicBezTo>
                    <a:pt x="70242" y="21503"/>
                    <a:pt x="70585" y="21490"/>
                    <a:pt x="70919" y="21459"/>
                  </a:cubicBezTo>
                  <a:cubicBezTo>
                    <a:pt x="77125" y="20888"/>
                    <a:pt x="83114" y="18092"/>
                    <a:pt x="87503" y="13664"/>
                  </a:cubicBezTo>
                  <a:cubicBezTo>
                    <a:pt x="88933" y="12224"/>
                    <a:pt x="90229" y="10552"/>
                    <a:pt x="90717" y="8583"/>
                  </a:cubicBezTo>
                  <a:cubicBezTo>
                    <a:pt x="91203" y="6615"/>
                    <a:pt x="90710" y="4299"/>
                    <a:pt x="89095" y="3069"/>
                  </a:cubicBezTo>
                  <a:cubicBezTo>
                    <a:pt x="88252" y="2425"/>
                    <a:pt x="87200" y="2133"/>
                    <a:pt x="86170" y="1887"/>
                  </a:cubicBezTo>
                  <a:cubicBezTo>
                    <a:pt x="80745" y="599"/>
                    <a:pt x="74761" y="978"/>
                    <a:pt x="69177" y="525"/>
                  </a:cubicBezTo>
                  <a:cubicBezTo>
                    <a:pt x="64876" y="175"/>
                    <a:pt x="60561" y="0"/>
                    <a:pt x="562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5733522" y="401826"/>
              <a:ext cx="446621" cy="276358"/>
            </a:xfrm>
            <a:custGeom>
              <a:avLst/>
              <a:gdLst/>
              <a:ahLst/>
              <a:cxnLst/>
              <a:rect l="l" t="t" r="r" b="b"/>
              <a:pathLst>
                <a:path w="6988" h="4324" extrusionOk="0">
                  <a:moveTo>
                    <a:pt x="2923" y="0"/>
                  </a:moveTo>
                  <a:cubicBezTo>
                    <a:pt x="2038" y="0"/>
                    <a:pt x="1395" y="587"/>
                    <a:pt x="1037" y="1342"/>
                  </a:cubicBezTo>
                  <a:cubicBezTo>
                    <a:pt x="0" y="3529"/>
                    <a:pt x="840" y="4324"/>
                    <a:pt x="2058" y="4324"/>
                  </a:cubicBezTo>
                  <a:cubicBezTo>
                    <a:pt x="4028" y="4324"/>
                    <a:pt x="6988" y="2248"/>
                    <a:pt x="4619" y="619"/>
                  </a:cubicBezTo>
                  <a:cubicBezTo>
                    <a:pt x="3984" y="183"/>
                    <a:pt x="3416" y="0"/>
                    <a:pt x="29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p34"/>
            <p:cNvSpPr/>
            <p:nvPr/>
          </p:nvSpPr>
          <p:spPr>
            <a:xfrm>
              <a:off x="152765" y="3627554"/>
              <a:ext cx="598221" cy="385265"/>
            </a:xfrm>
            <a:custGeom>
              <a:avLst/>
              <a:gdLst/>
              <a:ahLst/>
              <a:cxnLst/>
              <a:rect l="l" t="t" r="r" b="b"/>
              <a:pathLst>
                <a:path w="9360" h="6028" extrusionOk="0">
                  <a:moveTo>
                    <a:pt x="3928" y="0"/>
                  </a:moveTo>
                  <a:cubicBezTo>
                    <a:pt x="2889" y="0"/>
                    <a:pt x="1876" y="522"/>
                    <a:pt x="1241" y="1859"/>
                  </a:cubicBezTo>
                  <a:cubicBezTo>
                    <a:pt x="1" y="4475"/>
                    <a:pt x="1885" y="6028"/>
                    <a:pt x="4041" y="6028"/>
                  </a:cubicBezTo>
                  <a:cubicBezTo>
                    <a:pt x="4897" y="6028"/>
                    <a:pt x="5796" y="5783"/>
                    <a:pt x="6559" y="5263"/>
                  </a:cubicBezTo>
                  <a:cubicBezTo>
                    <a:pt x="9360" y="3352"/>
                    <a:pt x="6562" y="0"/>
                    <a:pt x="3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p34"/>
            <p:cNvSpPr/>
            <p:nvPr/>
          </p:nvSpPr>
          <p:spPr>
            <a:xfrm>
              <a:off x="5567806" y="329153"/>
              <a:ext cx="165725" cy="157928"/>
            </a:xfrm>
            <a:custGeom>
              <a:avLst/>
              <a:gdLst/>
              <a:ahLst/>
              <a:cxnLst/>
              <a:rect l="l" t="t" r="r" b="b"/>
              <a:pathLst>
                <a:path w="2593" h="2471" extrusionOk="0">
                  <a:moveTo>
                    <a:pt x="1319" y="1"/>
                  </a:moveTo>
                  <a:cubicBezTo>
                    <a:pt x="988" y="1"/>
                    <a:pt x="665" y="111"/>
                    <a:pt x="424" y="311"/>
                  </a:cubicBezTo>
                  <a:cubicBezTo>
                    <a:pt x="191" y="503"/>
                    <a:pt x="35" y="780"/>
                    <a:pt x="21" y="1126"/>
                  </a:cubicBezTo>
                  <a:cubicBezTo>
                    <a:pt x="0" y="1575"/>
                    <a:pt x="48" y="2102"/>
                    <a:pt x="426" y="2350"/>
                  </a:cubicBezTo>
                  <a:cubicBezTo>
                    <a:pt x="552" y="2433"/>
                    <a:pt x="691" y="2470"/>
                    <a:pt x="835" y="2470"/>
                  </a:cubicBezTo>
                  <a:cubicBezTo>
                    <a:pt x="1632" y="2470"/>
                    <a:pt x="2592" y="1351"/>
                    <a:pt x="2428" y="651"/>
                  </a:cubicBezTo>
                  <a:cubicBezTo>
                    <a:pt x="2373" y="414"/>
                    <a:pt x="2164" y="244"/>
                    <a:pt x="1944" y="141"/>
                  </a:cubicBezTo>
                  <a:cubicBezTo>
                    <a:pt x="1745" y="46"/>
                    <a:pt x="1530" y="1"/>
                    <a:pt x="13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p34"/>
            <p:cNvSpPr/>
            <p:nvPr/>
          </p:nvSpPr>
          <p:spPr>
            <a:xfrm rot="6937260" flipH="1">
              <a:off x="-978295" y="100484"/>
              <a:ext cx="2386906" cy="1168032"/>
            </a:xfrm>
            <a:custGeom>
              <a:avLst/>
              <a:gdLst/>
              <a:ahLst/>
              <a:cxnLst/>
              <a:rect l="l" t="t" r="r" b="b"/>
              <a:pathLst>
                <a:path w="52815" h="25845" extrusionOk="0">
                  <a:moveTo>
                    <a:pt x="16375" y="0"/>
                  </a:moveTo>
                  <a:cubicBezTo>
                    <a:pt x="11695" y="0"/>
                    <a:pt x="7254" y="3229"/>
                    <a:pt x="3763" y="6073"/>
                  </a:cubicBezTo>
                  <a:cubicBezTo>
                    <a:pt x="0" y="9142"/>
                    <a:pt x="168" y="13798"/>
                    <a:pt x="2552" y="17814"/>
                  </a:cubicBezTo>
                  <a:cubicBezTo>
                    <a:pt x="3929" y="20141"/>
                    <a:pt x="5671" y="22400"/>
                    <a:pt x="8128" y="23526"/>
                  </a:cubicBezTo>
                  <a:cubicBezTo>
                    <a:pt x="9637" y="24218"/>
                    <a:pt x="11314" y="24432"/>
                    <a:pt x="12962" y="24628"/>
                  </a:cubicBezTo>
                  <a:cubicBezTo>
                    <a:pt x="18541" y="25295"/>
                    <a:pt x="24190" y="25844"/>
                    <a:pt x="29805" y="25844"/>
                  </a:cubicBezTo>
                  <a:cubicBezTo>
                    <a:pt x="34398" y="25844"/>
                    <a:pt x="38968" y="25477"/>
                    <a:pt x="43460" y="24508"/>
                  </a:cubicBezTo>
                  <a:cubicBezTo>
                    <a:pt x="45588" y="24048"/>
                    <a:pt x="47733" y="23436"/>
                    <a:pt x="49518" y="22189"/>
                  </a:cubicBezTo>
                  <a:cubicBezTo>
                    <a:pt x="51304" y="20945"/>
                    <a:pt x="52692" y="18963"/>
                    <a:pt x="52739" y="16786"/>
                  </a:cubicBezTo>
                  <a:cubicBezTo>
                    <a:pt x="52814" y="13258"/>
                    <a:pt x="49505" y="10576"/>
                    <a:pt x="46204" y="9335"/>
                  </a:cubicBezTo>
                  <a:cubicBezTo>
                    <a:pt x="40195" y="7077"/>
                    <a:pt x="33327" y="7610"/>
                    <a:pt x="27545" y="4818"/>
                  </a:cubicBezTo>
                  <a:cubicBezTo>
                    <a:pt x="24511" y="3353"/>
                    <a:pt x="21856" y="999"/>
                    <a:pt x="18568" y="247"/>
                  </a:cubicBezTo>
                  <a:cubicBezTo>
                    <a:pt x="17833" y="78"/>
                    <a:pt x="17101" y="0"/>
                    <a:pt x="163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-275225" y="-313537"/>
              <a:ext cx="3162367" cy="3221356"/>
            </a:xfrm>
            <a:custGeom>
              <a:avLst/>
              <a:gdLst/>
              <a:ahLst/>
              <a:cxnLst/>
              <a:rect l="l" t="t" r="r" b="b"/>
              <a:pathLst>
                <a:path w="69960" h="71265" extrusionOk="0">
                  <a:moveTo>
                    <a:pt x="69719" y="0"/>
                  </a:moveTo>
                  <a:cubicBezTo>
                    <a:pt x="68440" y="4497"/>
                    <a:pt x="67114" y="9148"/>
                    <a:pt x="64603" y="13195"/>
                  </a:cubicBezTo>
                  <a:cubicBezTo>
                    <a:pt x="61822" y="17675"/>
                    <a:pt x="57828" y="20684"/>
                    <a:pt x="53642" y="21451"/>
                  </a:cubicBezTo>
                  <a:cubicBezTo>
                    <a:pt x="52117" y="21733"/>
                    <a:pt x="50466" y="21761"/>
                    <a:pt x="48844" y="21761"/>
                  </a:cubicBezTo>
                  <a:cubicBezTo>
                    <a:pt x="48639" y="21761"/>
                    <a:pt x="48434" y="21760"/>
                    <a:pt x="48230" y="21760"/>
                  </a:cubicBezTo>
                  <a:cubicBezTo>
                    <a:pt x="48017" y="21759"/>
                    <a:pt x="47805" y="21759"/>
                    <a:pt x="47592" y="21759"/>
                  </a:cubicBezTo>
                  <a:cubicBezTo>
                    <a:pt x="44134" y="21759"/>
                    <a:pt x="40640" y="21899"/>
                    <a:pt x="38369" y="24424"/>
                  </a:cubicBezTo>
                  <a:cubicBezTo>
                    <a:pt x="35565" y="27544"/>
                    <a:pt x="36547" y="32218"/>
                    <a:pt x="37416" y="36341"/>
                  </a:cubicBezTo>
                  <a:cubicBezTo>
                    <a:pt x="37557" y="37011"/>
                    <a:pt x="37692" y="37647"/>
                    <a:pt x="37812" y="38281"/>
                  </a:cubicBezTo>
                  <a:cubicBezTo>
                    <a:pt x="39735" y="48405"/>
                    <a:pt x="35935" y="59353"/>
                    <a:pt x="28356" y="65521"/>
                  </a:cubicBezTo>
                  <a:cubicBezTo>
                    <a:pt x="23874" y="69170"/>
                    <a:pt x="18203" y="71038"/>
                    <a:pt x="12621" y="71038"/>
                  </a:cubicBezTo>
                  <a:cubicBezTo>
                    <a:pt x="8190" y="71038"/>
                    <a:pt x="3816" y="69861"/>
                    <a:pt x="138" y="67463"/>
                  </a:cubicBezTo>
                  <a:lnTo>
                    <a:pt x="1" y="67672"/>
                  </a:lnTo>
                  <a:cubicBezTo>
                    <a:pt x="3595" y="70014"/>
                    <a:pt x="8007" y="71264"/>
                    <a:pt x="12593" y="71264"/>
                  </a:cubicBezTo>
                  <a:cubicBezTo>
                    <a:pt x="13223" y="71264"/>
                    <a:pt x="13859" y="71238"/>
                    <a:pt x="14503" y="71192"/>
                  </a:cubicBezTo>
                  <a:cubicBezTo>
                    <a:pt x="19680" y="70804"/>
                    <a:pt x="24656" y="68859"/>
                    <a:pt x="28519" y="65715"/>
                  </a:cubicBezTo>
                  <a:cubicBezTo>
                    <a:pt x="32346" y="62600"/>
                    <a:pt x="35268" y="58310"/>
                    <a:pt x="36963" y="53312"/>
                  </a:cubicBezTo>
                  <a:cubicBezTo>
                    <a:pt x="38626" y="48419"/>
                    <a:pt x="39005" y="43205"/>
                    <a:pt x="38060" y="38233"/>
                  </a:cubicBezTo>
                  <a:cubicBezTo>
                    <a:pt x="37940" y="37599"/>
                    <a:pt x="37801" y="36933"/>
                    <a:pt x="37664" y="36290"/>
                  </a:cubicBezTo>
                  <a:cubicBezTo>
                    <a:pt x="36765" y="32026"/>
                    <a:pt x="35837" y="27616"/>
                    <a:pt x="38555" y="24591"/>
                  </a:cubicBezTo>
                  <a:cubicBezTo>
                    <a:pt x="40780" y="22116"/>
                    <a:pt x="44121" y="22007"/>
                    <a:pt x="47693" y="22007"/>
                  </a:cubicBezTo>
                  <a:cubicBezTo>
                    <a:pt x="47871" y="22007"/>
                    <a:pt x="48050" y="22007"/>
                    <a:pt x="48230" y="22008"/>
                  </a:cubicBezTo>
                  <a:cubicBezTo>
                    <a:pt x="48460" y="22008"/>
                    <a:pt x="48691" y="22009"/>
                    <a:pt x="48923" y="22009"/>
                  </a:cubicBezTo>
                  <a:cubicBezTo>
                    <a:pt x="50531" y="22009"/>
                    <a:pt x="52167" y="21977"/>
                    <a:pt x="53688" y="21699"/>
                  </a:cubicBezTo>
                  <a:cubicBezTo>
                    <a:pt x="57941" y="20917"/>
                    <a:pt x="61998" y="17866"/>
                    <a:pt x="64816" y="13326"/>
                  </a:cubicBezTo>
                  <a:cubicBezTo>
                    <a:pt x="67345" y="9251"/>
                    <a:pt x="68675" y="4584"/>
                    <a:pt x="69960" y="69"/>
                  </a:cubicBezTo>
                  <a:lnTo>
                    <a:pt x="697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1017925" y="4138550"/>
              <a:ext cx="3362050" cy="1665525"/>
            </a:xfrm>
            <a:custGeom>
              <a:avLst/>
              <a:gdLst/>
              <a:ahLst/>
              <a:cxnLst/>
              <a:rect l="l" t="t" r="r" b="b"/>
              <a:pathLst>
                <a:path w="134482" h="66621" extrusionOk="0">
                  <a:moveTo>
                    <a:pt x="51432" y="0"/>
                  </a:moveTo>
                  <a:cubicBezTo>
                    <a:pt x="43021" y="0"/>
                    <a:pt x="34599" y="2193"/>
                    <a:pt x="26846" y="6228"/>
                  </a:cubicBezTo>
                  <a:cubicBezTo>
                    <a:pt x="24151" y="7632"/>
                    <a:pt x="21536" y="9257"/>
                    <a:pt x="19034" y="11095"/>
                  </a:cubicBezTo>
                  <a:cubicBezTo>
                    <a:pt x="13567" y="15093"/>
                    <a:pt x="8236" y="20185"/>
                    <a:pt x="4689" y="25995"/>
                  </a:cubicBezTo>
                  <a:cubicBezTo>
                    <a:pt x="1603" y="31052"/>
                    <a:pt x="0" y="37324"/>
                    <a:pt x="1751" y="42982"/>
                  </a:cubicBezTo>
                  <a:cubicBezTo>
                    <a:pt x="3045" y="47161"/>
                    <a:pt x="6046" y="50642"/>
                    <a:pt x="9539" y="53275"/>
                  </a:cubicBezTo>
                  <a:cubicBezTo>
                    <a:pt x="15419" y="57704"/>
                    <a:pt x="21911" y="60189"/>
                    <a:pt x="29104" y="61374"/>
                  </a:cubicBezTo>
                  <a:cubicBezTo>
                    <a:pt x="37277" y="62722"/>
                    <a:pt x="45485" y="63861"/>
                    <a:pt x="53715" y="64791"/>
                  </a:cubicBezTo>
                  <a:cubicBezTo>
                    <a:pt x="63141" y="65856"/>
                    <a:pt x="72739" y="66621"/>
                    <a:pt x="82278" y="66621"/>
                  </a:cubicBezTo>
                  <a:cubicBezTo>
                    <a:pt x="97759" y="66621"/>
                    <a:pt x="113082" y="64606"/>
                    <a:pt x="127252" y="58584"/>
                  </a:cubicBezTo>
                  <a:cubicBezTo>
                    <a:pt x="130193" y="57334"/>
                    <a:pt x="133381" y="55548"/>
                    <a:pt x="134141" y="52443"/>
                  </a:cubicBezTo>
                  <a:cubicBezTo>
                    <a:pt x="134481" y="51051"/>
                    <a:pt x="134267" y="49570"/>
                    <a:pt x="133781" y="48224"/>
                  </a:cubicBezTo>
                  <a:cubicBezTo>
                    <a:pt x="132939" y="45887"/>
                    <a:pt x="131286" y="43851"/>
                    <a:pt x="129173" y="42551"/>
                  </a:cubicBezTo>
                  <a:cubicBezTo>
                    <a:pt x="127124" y="41292"/>
                    <a:pt x="124735" y="40739"/>
                    <a:pt x="122424" y="40079"/>
                  </a:cubicBezTo>
                  <a:cubicBezTo>
                    <a:pt x="112093" y="37124"/>
                    <a:pt x="102142" y="31607"/>
                    <a:pt x="94505" y="23996"/>
                  </a:cubicBezTo>
                  <a:cubicBezTo>
                    <a:pt x="88960" y="18469"/>
                    <a:pt x="84319" y="12523"/>
                    <a:pt x="77717" y="8066"/>
                  </a:cubicBezTo>
                  <a:cubicBezTo>
                    <a:pt x="69533" y="2543"/>
                    <a:pt x="60489" y="0"/>
                    <a:pt x="514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">
  <p:cSld name="TITLE_1_1_1_1">
    <p:bg>
      <p:bgPr>
        <a:solidFill>
          <a:schemeClr val="accent4"/>
        </a:solidFill>
        <a:effectLst/>
      </p:bgPr>
    </p:bg>
    <p:spTree>
      <p:nvGrpSpPr>
        <p:cNvPr id="1" name="Shape 30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●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○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■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●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○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■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●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○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Char char="■"/>
              <a:defRPr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pic>
        <p:nvPicPr>
          <p:cNvPr id="8" name="Google Shape;8;p22"/>
          <p:cNvPicPr preferRelativeResize="0"/>
          <p:nvPr/>
        </p:nvPicPr>
        <p:blipFill rotWithShape="1">
          <a:blip r:embed="rId18">
            <a:alphaModFix amt="54000"/>
          </a:blip>
          <a:srcRect/>
          <a:stretch/>
        </p:blipFill>
        <p:spPr>
          <a:xfrm>
            <a:off x="7329425" y="42729"/>
            <a:ext cx="1750098" cy="24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2" descr="Qr code&#10;&#10;Description automatically generated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118167" y="4097650"/>
            <a:ext cx="1025833" cy="101146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drive.google.com/file/d/1g4iCIDpC3B8wrzBHffqX0MU1y2MwV2g_/view" TargetMode="External"/><Relationship Id="rId3" Type="http://schemas.openxmlformats.org/officeDocument/2006/relationships/hyperlink" Target="http://drive.google.com/file/d/1oAKzkjF7EPtezuKGqLOJ0BZLaXmKrng8/view" TargetMode="External"/><Relationship Id="rId7" Type="http://schemas.openxmlformats.org/officeDocument/2006/relationships/hyperlink" Target="http://drive.google.com/file/d/1nF8vXKJ4AqvT6w70SGUG0LxKxeked_ii/view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drive.google.com/file/d/1b1pYUFcDG3LmwjnDfo2puF_nx9dPOjEV/view" TargetMode="External"/><Relationship Id="rId11" Type="http://schemas.openxmlformats.org/officeDocument/2006/relationships/hyperlink" Target="http://drive.google.com/file/d/1DUwwTzNiX5Jxc-6WYc-G3bGTztsZk1Iy/view" TargetMode="External"/><Relationship Id="rId5" Type="http://schemas.openxmlformats.org/officeDocument/2006/relationships/hyperlink" Target="http://drive.google.com/file/d/1s9bMakN9iGKpZVP8PHir6XicqFLhyKCr/view" TargetMode="External"/><Relationship Id="rId10" Type="http://schemas.openxmlformats.org/officeDocument/2006/relationships/hyperlink" Target="http://drive.google.com/file/d/1dYTHrx-odPFc4YvbXnwauMcWQn9ZDrHG/view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://drive.google.com/file/d/17VMfwuxPKsrIRC_6uqKF11hN3fgVsDAU/view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2" name="Google Shape;3042;g10edeaf463d_0_0"/>
          <p:cNvSpPr txBox="1">
            <a:spLocks noGrp="1"/>
          </p:cNvSpPr>
          <p:nvPr>
            <p:ph type="title"/>
          </p:nvPr>
        </p:nvSpPr>
        <p:spPr>
          <a:xfrm>
            <a:off x="2347800" y="647775"/>
            <a:ext cx="4448400" cy="132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CLASSROOM RULES</a:t>
            </a:r>
            <a:endParaRPr/>
          </a:p>
        </p:txBody>
      </p:sp>
      <p:sp>
        <p:nvSpPr>
          <p:cNvPr id="3043" name="Google Shape;3043;g10edeaf463d_0_0"/>
          <p:cNvSpPr txBox="1"/>
          <p:nvPr/>
        </p:nvSpPr>
        <p:spPr>
          <a:xfrm>
            <a:off x="2347800" y="2124476"/>
            <a:ext cx="4448400" cy="196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u="none" strike="noStrike" cap="none">
                <a:solidFill>
                  <a:srgbClr val="2A282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Be on time</a:t>
            </a:r>
            <a:endParaRPr sz="2600" b="0" i="0" u="none" strike="noStrike" cap="none">
              <a:solidFill>
                <a:srgbClr val="2A2828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u="none" strike="noStrike" cap="none">
                <a:solidFill>
                  <a:srgbClr val="2A282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Be interactive</a:t>
            </a:r>
            <a:endParaRPr sz="2600" b="0" i="0" u="none" strike="noStrike" cap="none">
              <a:solidFill>
                <a:srgbClr val="2A2828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u="none" strike="noStrike" cap="none">
                <a:solidFill>
                  <a:srgbClr val="2A282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100% or Nothing</a:t>
            </a:r>
            <a:endParaRPr sz="2600" b="0" i="0" u="none" strike="noStrike" cap="none">
              <a:solidFill>
                <a:srgbClr val="2A2828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u="none" strike="noStrike" cap="none">
                <a:solidFill>
                  <a:srgbClr val="2A2828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Do all Daily Challenges</a:t>
            </a:r>
            <a:endParaRPr sz="1400" b="0" i="0" u="none" strike="noStrike" cap="none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8" name="Google Shape;3048;p1"/>
          <p:cNvSpPr txBox="1">
            <a:spLocks noGrp="1"/>
          </p:cNvSpPr>
          <p:nvPr>
            <p:ph type="ctrTitle" idx="4294967295"/>
          </p:nvPr>
        </p:nvSpPr>
        <p:spPr>
          <a:xfrm>
            <a:off x="0" y="1074097"/>
            <a:ext cx="9144000" cy="24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bril Fatface"/>
              <a:buNone/>
            </a:pPr>
            <a:r>
              <a:rPr lang="en-GB" sz="82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Lesson 9</a:t>
            </a:r>
            <a:br>
              <a:rPr lang="en-GB" sz="54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</a:br>
            <a:r>
              <a:rPr lang="en-GB" sz="6000" b="0" i="0" u="none" strike="noStrike" cap="none">
                <a:solidFill>
                  <a:schemeClr val="dk2"/>
                </a:solidFill>
                <a:latin typeface="Abril Fatface"/>
                <a:ea typeface="Abril Fatface"/>
                <a:cs typeface="Abril Fatface"/>
                <a:sym typeface="Abril Fatface"/>
              </a:rPr>
              <a:t>ADJECTIVES</a:t>
            </a:r>
            <a:endParaRPr sz="6000" b="0" i="0" u="none" strike="noStrike" cap="none">
              <a:solidFill>
                <a:schemeClr val="dk2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3049" name="Google Shape;3049;p1"/>
          <p:cNvSpPr txBox="1">
            <a:spLocks noGrp="1"/>
          </p:cNvSpPr>
          <p:nvPr>
            <p:ph type="subTitle" idx="4294967295"/>
          </p:nvPr>
        </p:nvSpPr>
        <p:spPr>
          <a:xfrm>
            <a:off x="0" y="3514725"/>
            <a:ext cx="9147329" cy="3857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Brought to you by LangGo</a:t>
            </a:r>
            <a:endParaRPr sz="1400" b="0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4" name="Google Shape;3054;g108581e12ec_0_0"/>
          <p:cNvSpPr txBox="1">
            <a:spLocks noGrp="1"/>
          </p:cNvSpPr>
          <p:nvPr>
            <p:ph type="subTitle" idx="4294967295"/>
          </p:nvPr>
        </p:nvSpPr>
        <p:spPr>
          <a:xfrm>
            <a:off x="0" y="1499394"/>
            <a:ext cx="9144000" cy="21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REVIEW: </a:t>
            </a:r>
            <a:endParaRPr sz="4000" b="0" i="0" u="none" strike="noStrike" cap="none">
              <a:solidFill>
                <a:schemeClr val="dk1"/>
              </a:solidFill>
              <a:latin typeface="Abril Fatface"/>
              <a:ea typeface="Abril Fatface"/>
              <a:cs typeface="Abril Fatface"/>
              <a:sym typeface="Abril Fatface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4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GRAMMAR + VOCABULARY</a:t>
            </a:r>
            <a:endParaRPr sz="4000" b="0" i="0" u="none" strike="noStrike" cap="none">
              <a:solidFill>
                <a:schemeClr val="dk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9" name="Google Shape;3059;g1094af9372e_1_0"/>
          <p:cNvSpPr txBox="1">
            <a:spLocks noGrp="1"/>
          </p:cNvSpPr>
          <p:nvPr>
            <p:ph type="ctrTitle" idx="4294967295"/>
          </p:nvPr>
        </p:nvSpPr>
        <p:spPr>
          <a:xfrm>
            <a:off x="0" y="233183"/>
            <a:ext cx="9144000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ril Fatface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REVIEW: LISTENING </a:t>
            </a:r>
            <a:endParaRPr sz="4400" b="0" i="0" u="none" strike="noStrike" cap="none">
              <a:solidFill>
                <a:schemeClr val="dk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3060" name="Google Shape;3060;g1094af9372e_1_0"/>
          <p:cNvSpPr txBox="1">
            <a:spLocks noGrp="1"/>
          </p:cNvSpPr>
          <p:nvPr>
            <p:ph type="subTitle" idx="4294967295"/>
          </p:nvPr>
        </p:nvSpPr>
        <p:spPr>
          <a:xfrm>
            <a:off x="659062" y="1556923"/>
            <a:ext cx="8609100" cy="30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Barlow Semi Condensed"/>
              <a:buAutoNum type="arabicPeriod"/>
            </a:pPr>
            <a:r>
              <a:rPr lang="en-GB" sz="1600" b="0" i="0" u="none" strike="noStrike" cap="none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My dad is pretty tall, but my brother is even taller than my dad.</a:t>
            </a:r>
            <a:endParaRPr sz="1600" b="0" i="0" u="none" strike="noStrike" cap="none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marR="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Barlow Semi Condensed"/>
              <a:buAutoNum type="arabicPeriod"/>
            </a:pPr>
            <a:r>
              <a:rPr lang="en-GB" sz="1600" b="0" i="0" u="none" strike="noStrike" cap="none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 love taking photographs /ˈfəʊ.tə.ɡrɑːf/ of wild birds when I’m in the countryside.</a:t>
            </a:r>
            <a:endParaRPr sz="1600" b="0" i="0" u="none" strike="noStrike" cap="none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marR="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Barlow Semi Condensed"/>
              <a:buAutoNum type="arabicPeriod"/>
            </a:pPr>
            <a:r>
              <a:rPr lang="en-GB" sz="1600">
                <a:solidFill>
                  <a:schemeClr val="hlink"/>
                </a:solidFill>
              </a:rPr>
              <a:t>When my sister has free time, she loves to play cards</a:t>
            </a:r>
            <a:endParaRPr sz="1600" b="0" i="0" u="none" strike="noStrike" cap="none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marR="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Barlow Semi Condensed"/>
              <a:buAutoNum type="arabicPeriod"/>
            </a:pPr>
            <a:r>
              <a:rPr lang="en-GB" sz="1600" b="0" i="0" u="none" strike="noStrike" cap="none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 read a lot of </a:t>
            </a:r>
            <a:r>
              <a:rPr lang="en-GB" sz="1600">
                <a:solidFill>
                  <a:schemeClr val="hlink"/>
                </a:solidFill>
              </a:rPr>
              <a:t>books,</a:t>
            </a:r>
            <a:r>
              <a:rPr lang="en-GB" sz="1600" b="0" i="0" u="none" strike="noStrike" cap="none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 love going to the library.</a:t>
            </a:r>
            <a:endParaRPr sz="1600" b="0" i="0" u="none" strike="noStrike" cap="none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marR="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Barlow Semi Condensed"/>
              <a:buAutoNum type="arabicPeriod"/>
            </a:pPr>
            <a:r>
              <a:rPr lang="en-GB" sz="1600" b="0" i="0" u="none" strike="noStrike" cap="none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He’s really into sports and swimming.</a:t>
            </a:r>
            <a:endParaRPr sz="1600" b="0" i="0" u="none" strike="noStrike" cap="none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marR="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Barlow Semi Condensed"/>
              <a:buAutoNum type="arabicPeriod"/>
            </a:pPr>
            <a:r>
              <a:rPr lang="en-GB" sz="1600" b="0" i="0" u="none" strike="noStrike" cap="none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My brother and I spend all our free time in computer stores and on the Internet</a:t>
            </a:r>
            <a:endParaRPr sz="1600" b="0" i="0" u="none" strike="noStrike" cap="none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marR="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Barlow Semi Condensed"/>
              <a:buAutoNum type="arabicPeriod"/>
            </a:pPr>
            <a:r>
              <a:rPr lang="en-GB" sz="1600" b="0" i="0" u="none" strike="noStrike" cap="none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My mother and I go to a different place every year. Both of us love to learn new things about cultures.</a:t>
            </a:r>
            <a:endParaRPr sz="1600" b="0" i="0" u="none" strike="noStrike" cap="none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marR="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Barlow Semi Condensed"/>
              <a:buAutoNum type="arabicPeriod"/>
            </a:pPr>
            <a:r>
              <a:rPr lang="en-GB" sz="1600" b="0" i="0" u="none" strike="noStrike" cap="none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My brother isn’t interested in music at all.</a:t>
            </a:r>
            <a:endParaRPr sz="1600" b="0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3061" name="Google Shape;3061;g1094af9372e_1_0" title="9.1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297600" y="1556925"/>
            <a:ext cx="295025" cy="29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2" name="Google Shape;3062;g1094af9372e_1_0" title="9.2.mp3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301825" y="1960725"/>
            <a:ext cx="286550" cy="2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3" name="Google Shape;3063;g1094af9372e_1_0" title="9.3.mp3">
            <a:hlinkClick r:id="rId6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0" y="2286603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4" name="Google Shape;3064;g1094af9372e_1_0" title="9.4.mp3">
            <a:hlinkClick r:id="rId7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0" y="2686137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5" name="Google Shape;3065;g1094af9372e_1_0" title="9.5.mp3">
            <a:hlinkClick r:id="rId8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0" y="3039351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6" name="Google Shape;3066;g1094af9372e_1_0" title="9.6.mp3">
            <a:hlinkClick r:id="rId9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12" y="3427299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7" name="Google Shape;3067;g1094af9372e_1_0" title="9.7.mp3">
            <a:hlinkClick r:id="rId10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0" y="3780526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8" name="Google Shape;3068;g1094af9372e_1_0" title="9.8.mp3">
            <a:hlinkClick r:id="rId11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12" y="4133750"/>
            <a:ext cx="279400" cy="2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Google Shape;3073;g108581e12ec_0_5"/>
          <p:cNvSpPr txBox="1">
            <a:spLocks noGrp="1"/>
          </p:cNvSpPr>
          <p:nvPr>
            <p:ph type="ctrTitle" idx="4294967295"/>
          </p:nvPr>
        </p:nvSpPr>
        <p:spPr>
          <a:xfrm>
            <a:off x="0" y="312738"/>
            <a:ext cx="9144000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ril Fatface"/>
              <a:buNone/>
            </a:pPr>
            <a:r>
              <a:rPr lang="en-GB" sz="49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REVIEW: SPEAKING</a:t>
            </a:r>
            <a:endParaRPr sz="4900" b="0" i="0" u="none" strike="noStrike" cap="none">
              <a:solidFill>
                <a:schemeClr val="dk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3074" name="Google Shape;3074;g108581e12ec_0_5"/>
          <p:cNvSpPr txBox="1">
            <a:spLocks noGrp="1"/>
          </p:cNvSpPr>
          <p:nvPr>
            <p:ph type="subTitle" idx="4294967295"/>
          </p:nvPr>
        </p:nvSpPr>
        <p:spPr>
          <a:xfrm>
            <a:off x="1911144" y="1649805"/>
            <a:ext cx="5408700" cy="26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INTRODUCE YOURSELF AND DESCRIBE YOUR FAMILY MEMBERS.</a:t>
            </a:r>
            <a:endParaRPr sz="1400" b="0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endParaRPr sz="1600" b="1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 Semi Condensed"/>
              <a:buChar char="-"/>
            </a:pPr>
            <a:r>
              <a:rPr lang="en-GB" sz="19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Name </a:t>
            </a:r>
            <a:endParaRPr sz="1700" b="0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 Semi Condensed"/>
              <a:buChar char="-"/>
            </a:pPr>
            <a:r>
              <a:rPr lang="en-GB" sz="19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Age</a:t>
            </a:r>
            <a:endParaRPr sz="1700" b="0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 Semi Condensed"/>
              <a:buChar char="-"/>
            </a:pPr>
            <a:r>
              <a:rPr lang="en-GB" sz="19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Job</a:t>
            </a:r>
            <a:endParaRPr sz="1700" b="0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 Semi Condensed"/>
              <a:buChar char="-"/>
            </a:pPr>
            <a:r>
              <a:rPr lang="en-GB" sz="19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Hometown</a:t>
            </a:r>
            <a:endParaRPr sz="1700" b="0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 Semi Condensed"/>
              <a:buChar char="-"/>
            </a:pPr>
            <a:r>
              <a:rPr lang="en-GB" sz="19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Hobbies</a:t>
            </a:r>
            <a:endParaRPr sz="1700" b="0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 Semi Condensed"/>
              <a:buChar char="-"/>
            </a:pPr>
            <a:r>
              <a:rPr lang="en-GB" sz="19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Appearance</a:t>
            </a:r>
            <a:endParaRPr sz="1900" b="0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-GB" sz="1900"/>
              <a:t>Clothes 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Google Shape;3079;p2"/>
          <p:cNvSpPr txBox="1">
            <a:spLocks noGrp="1"/>
          </p:cNvSpPr>
          <p:nvPr>
            <p:ph type="title"/>
          </p:nvPr>
        </p:nvSpPr>
        <p:spPr>
          <a:xfrm>
            <a:off x="2026200" y="491874"/>
            <a:ext cx="50916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</a:pPr>
            <a:r>
              <a:rPr lang="en-GB">
                <a:solidFill>
                  <a:schemeClr val="dk2"/>
                </a:solidFill>
              </a:rPr>
              <a:t>OBJECTIVES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80" name="Google Shape;3080;p2"/>
          <p:cNvSpPr txBox="1">
            <a:spLocks noGrp="1"/>
          </p:cNvSpPr>
          <p:nvPr>
            <p:ph type="title" idx="2"/>
          </p:nvPr>
        </p:nvSpPr>
        <p:spPr>
          <a:xfrm>
            <a:off x="2026200" y="2236768"/>
            <a:ext cx="50916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</a:pPr>
            <a:r>
              <a:rPr lang="en-GB" sz="2800"/>
              <a:t>Identify adjectives</a:t>
            </a:r>
            <a:endParaRPr sz="4400"/>
          </a:p>
        </p:txBody>
      </p:sp>
      <p:sp>
        <p:nvSpPr>
          <p:cNvPr id="3081" name="Google Shape;3081;p2"/>
          <p:cNvSpPr txBox="1">
            <a:spLocks noGrp="1"/>
          </p:cNvSpPr>
          <p:nvPr>
            <p:ph type="title" idx="4"/>
          </p:nvPr>
        </p:nvSpPr>
        <p:spPr>
          <a:xfrm>
            <a:off x="1686917" y="3823326"/>
            <a:ext cx="62886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</a:pPr>
            <a:r>
              <a:rPr lang="en-GB" sz="2800" dirty="0">
                <a:solidFill>
                  <a:schemeClr val="dk1"/>
                </a:solidFill>
              </a:rPr>
              <a:t>Different kinds of adjectives</a:t>
            </a:r>
            <a:endParaRPr sz="4400" dirty="0"/>
          </a:p>
        </p:txBody>
      </p:sp>
      <p:sp>
        <p:nvSpPr>
          <p:cNvPr id="3082" name="Google Shape;3082;p2"/>
          <p:cNvSpPr/>
          <p:nvPr/>
        </p:nvSpPr>
        <p:spPr>
          <a:xfrm>
            <a:off x="4425901" y="3259044"/>
            <a:ext cx="596996" cy="564282"/>
          </a:xfrm>
          <a:custGeom>
            <a:avLst/>
            <a:gdLst/>
            <a:ahLst/>
            <a:cxnLst/>
            <a:rect l="l" t="t" r="r" b="b"/>
            <a:pathLst>
              <a:path w="21826" h="20630" extrusionOk="0">
                <a:moveTo>
                  <a:pt x="17347" y="1003"/>
                </a:moveTo>
                <a:lnTo>
                  <a:pt x="17965" y="2415"/>
                </a:lnTo>
                <a:lnTo>
                  <a:pt x="17271" y="3108"/>
                </a:lnTo>
                <a:lnTo>
                  <a:pt x="16653" y="1697"/>
                </a:lnTo>
                <a:lnTo>
                  <a:pt x="17347" y="1003"/>
                </a:lnTo>
                <a:close/>
                <a:moveTo>
                  <a:pt x="16196" y="2154"/>
                </a:moveTo>
                <a:lnTo>
                  <a:pt x="16814" y="3566"/>
                </a:lnTo>
                <a:lnTo>
                  <a:pt x="16156" y="4223"/>
                </a:lnTo>
                <a:cubicBezTo>
                  <a:pt x="16137" y="4181"/>
                  <a:pt x="15677" y="3129"/>
                  <a:pt x="15624" y="3007"/>
                </a:cubicBezTo>
                <a:cubicBezTo>
                  <a:pt x="15572" y="2889"/>
                  <a:pt x="15598" y="2752"/>
                  <a:pt x="15687" y="2661"/>
                </a:cubicBezTo>
                <a:lnTo>
                  <a:pt x="16196" y="2154"/>
                </a:lnTo>
                <a:close/>
                <a:moveTo>
                  <a:pt x="19222" y="3668"/>
                </a:moveTo>
                <a:lnTo>
                  <a:pt x="20634" y="4287"/>
                </a:lnTo>
                <a:lnTo>
                  <a:pt x="19940" y="4980"/>
                </a:lnTo>
                <a:lnTo>
                  <a:pt x="18529" y="4362"/>
                </a:lnTo>
                <a:lnTo>
                  <a:pt x="19222" y="3668"/>
                </a:lnTo>
                <a:close/>
                <a:moveTo>
                  <a:pt x="18071" y="4823"/>
                </a:moveTo>
                <a:lnTo>
                  <a:pt x="19481" y="5441"/>
                </a:lnTo>
                <a:lnTo>
                  <a:pt x="18974" y="5948"/>
                </a:lnTo>
                <a:cubicBezTo>
                  <a:pt x="18915" y="6008"/>
                  <a:pt x="18836" y="6039"/>
                  <a:pt x="18755" y="6039"/>
                </a:cubicBezTo>
                <a:cubicBezTo>
                  <a:pt x="18713" y="6039"/>
                  <a:pt x="18670" y="6031"/>
                  <a:pt x="18630" y="6013"/>
                </a:cubicBezTo>
                <a:lnTo>
                  <a:pt x="17414" y="5481"/>
                </a:lnTo>
                <a:lnTo>
                  <a:pt x="18071" y="4823"/>
                </a:lnTo>
                <a:close/>
                <a:moveTo>
                  <a:pt x="18889" y="2463"/>
                </a:moveTo>
                <a:cubicBezTo>
                  <a:pt x="18962" y="2463"/>
                  <a:pt x="19035" y="2491"/>
                  <a:pt x="19090" y="2546"/>
                </a:cubicBezTo>
                <a:cubicBezTo>
                  <a:pt x="19202" y="2658"/>
                  <a:pt x="19202" y="2838"/>
                  <a:pt x="19090" y="2949"/>
                </a:cubicBezTo>
                <a:lnTo>
                  <a:pt x="13614" y="8423"/>
                </a:lnTo>
                <a:lnTo>
                  <a:pt x="11521" y="10518"/>
                </a:lnTo>
                <a:cubicBezTo>
                  <a:pt x="11465" y="10574"/>
                  <a:pt x="11393" y="10602"/>
                  <a:pt x="11320" y="10602"/>
                </a:cubicBezTo>
                <a:cubicBezTo>
                  <a:pt x="11247" y="10602"/>
                  <a:pt x="11174" y="10574"/>
                  <a:pt x="11119" y="10518"/>
                </a:cubicBezTo>
                <a:cubicBezTo>
                  <a:pt x="11007" y="10407"/>
                  <a:pt x="11007" y="10227"/>
                  <a:pt x="11119" y="10116"/>
                </a:cubicBezTo>
                <a:lnTo>
                  <a:pt x="18688" y="2546"/>
                </a:lnTo>
                <a:cubicBezTo>
                  <a:pt x="18744" y="2491"/>
                  <a:pt x="18816" y="2463"/>
                  <a:pt x="18889" y="2463"/>
                </a:cubicBezTo>
                <a:close/>
                <a:moveTo>
                  <a:pt x="11321" y="5270"/>
                </a:moveTo>
                <a:cubicBezTo>
                  <a:pt x="12327" y="5270"/>
                  <a:pt x="13336" y="5569"/>
                  <a:pt x="14204" y="6174"/>
                </a:cubicBezTo>
                <a:lnTo>
                  <a:pt x="12953" y="7426"/>
                </a:lnTo>
                <a:cubicBezTo>
                  <a:pt x="12446" y="7140"/>
                  <a:pt x="11885" y="7000"/>
                  <a:pt x="11325" y="7000"/>
                </a:cubicBezTo>
                <a:cubicBezTo>
                  <a:pt x="10469" y="7000"/>
                  <a:pt x="9618" y="7329"/>
                  <a:pt x="8979" y="7968"/>
                </a:cubicBezTo>
                <a:cubicBezTo>
                  <a:pt x="7686" y="9261"/>
                  <a:pt x="7686" y="11364"/>
                  <a:pt x="8979" y="12658"/>
                </a:cubicBezTo>
                <a:cubicBezTo>
                  <a:pt x="9443" y="13122"/>
                  <a:pt x="10031" y="13434"/>
                  <a:pt x="10673" y="13562"/>
                </a:cubicBezTo>
                <a:cubicBezTo>
                  <a:pt x="10692" y="13567"/>
                  <a:pt x="10711" y="13569"/>
                  <a:pt x="10733" y="13569"/>
                </a:cubicBezTo>
                <a:cubicBezTo>
                  <a:pt x="10874" y="13569"/>
                  <a:pt x="11000" y="13468"/>
                  <a:pt x="11028" y="13326"/>
                </a:cubicBezTo>
                <a:cubicBezTo>
                  <a:pt x="11060" y="13163"/>
                  <a:pt x="10952" y="13002"/>
                  <a:pt x="10790" y="12969"/>
                </a:cubicBezTo>
                <a:cubicBezTo>
                  <a:pt x="10264" y="12865"/>
                  <a:pt x="9786" y="12610"/>
                  <a:pt x="9406" y="12229"/>
                </a:cubicBezTo>
                <a:cubicBezTo>
                  <a:pt x="8347" y="11171"/>
                  <a:pt x="8347" y="9451"/>
                  <a:pt x="9406" y="8396"/>
                </a:cubicBezTo>
                <a:cubicBezTo>
                  <a:pt x="9928" y="7874"/>
                  <a:pt x="10624" y="7604"/>
                  <a:pt x="11325" y="7604"/>
                </a:cubicBezTo>
                <a:cubicBezTo>
                  <a:pt x="11726" y="7604"/>
                  <a:pt x="12130" y="7692"/>
                  <a:pt x="12503" y="7874"/>
                </a:cubicBezTo>
                <a:lnTo>
                  <a:pt x="10687" y="9689"/>
                </a:lnTo>
                <a:cubicBezTo>
                  <a:pt x="10341" y="10037"/>
                  <a:pt x="10341" y="10599"/>
                  <a:pt x="10687" y="10946"/>
                </a:cubicBezTo>
                <a:cubicBezTo>
                  <a:pt x="10861" y="11119"/>
                  <a:pt x="11089" y="11206"/>
                  <a:pt x="11316" y="11206"/>
                </a:cubicBezTo>
                <a:cubicBezTo>
                  <a:pt x="11544" y="11206"/>
                  <a:pt x="11771" y="11119"/>
                  <a:pt x="11944" y="10946"/>
                </a:cubicBezTo>
                <a:lnTo>
                  <a:pt x="13760" y="9131"/>
                </a:lnTo>
                <a:lnTo>
                  <a:pt x="13760" y="9131"/>
                </a:lnTo>
                <a:cubicBezTo>
                  <a:pt x="14257" y="10153"/>
                  <a:pt x="14060" y="11407"/>
                  <a:pt x="13237" y="12229"/>
                </a:cubicBezTo>
                <a:cubicBezTo>
                  <a:pt x="12910" y="12557"/>
                  <a:pt x="12504" y="12795"/>
                  <a:pt x="12057" y="12918"/>
                </a:cubicBezTo>
                <a:cubicBezTo>
                  <a:pt x="11898" y="12963"/>
                  <a:pt x="11804" y="13130"/>
                  <a:pt x="11848" y="13291"/>
                </a:cubicBezTo>
                <a:cubicBezTo>
                  <a:pt x="11885" y="13424"/>
                  <a:pt x="12008" y="13511"/>
                  <a:pt x="12140" y="13511"/>
                </a:cubicBezTo>
                <a:cubicBezTo>
                  <a:pt x="12166" y="13511"/>
                  <a:pt x="12193" y="13508"/>
                  <a:pt x="12220" y="13500"/>
                </a:cubicBezTo>
                <a:cubicBezTo>
                  <a:pt x="12765" y="13348"/>
                  <a:pt x="13263" y="13055"/>
                  <a:pt x="13664" y="12654"/>
                </a:cubicBezTo>
                <a:cubicBezTo>
                  <a:pt x="14719" y="11599"/>
                  <a:pt x="14932" y="9965"/>
                  <a:pt x="14205" y="8680"/>
                </a:cubicBezTo>
                <a:lnTo>
                  <a:pt x="15457" y="7428"/>
                </a:lnTo>
                <a:lnTo>
                  <a:pt x="15457" y="7428"/>
                </a:lnTo>
                <a:cubicBezTo>
                  <a:pt x="16836" y="9408"/>
                  <a:pt x="16626" y="12137"/>
                  <a:pt x="14887" y="13877"/>
                </a:cubicBezTo>
                <a:cubicBezTo>
                  <a:pt x="13904" y="14860"/>
                  <a:pt x="12612" y="15352"/>
                  <a:pt x="11320" y="15352"/>
                </a:cubicBezTo>
                <a:cubicBezTo>
                  <a:pt x="10028" y="15352"/>
                  <a:pt x="8737" y="14860"/>
                  <a:pt x="7754" y="13877"/>
                </a:cubicBezTo>
                <a:cubicBezTo>
                  <a:pt x="5786" y="11909"/>
                  <a:pt x="5786" y="8713"/>
                  <a:pt x="7754" y="6745"/>
                </a:cubicBezTo>
                <a:cubicBezTo>
                  <a:pt x="8733" y="5766"/>
                  <a:pt x="10025" y="5270"/>
                  <a:pt x="11321" y="5270"/>
                </a:cubicBezTo>
                <a:close/>
                <a:moveTo>
                  <a:pt x="11313" y="603"/>
                </a:moveTo>
                <a:cubicBezTo>
                  <a:pt x="12864" y="603"/>
                  <a:pt x="14409" y="972"/>
                  <a:pt x="15802" y="1695"/>
                </a:cubicBezTo>
                <a:lnTo>
                  <a:pt x="15260" y="2233"/>
                </a:lnTo>
                <a:cubicBezTo>
                  <a:pt x="14991" y="2504"/>
                  <a:pt x="14916" y="2901"/>
                  <a:pt x="15070" y="3250"/>
                </a:cubicBezTo>
                <a:lnTo>
                  <a:pt x="15079" y="3271"/>
                </a:lnTo>
                <a:cubicBezTo>
                  <a:pt x="13899" y="2643"/>
                  <a:pt x="12609" y="2336"/>
                  <a:pt x="11326" y="2336"/>
                </a:cubicBezTo>
                <a:cubicBezTo>
                  <a:pt x="9263" y="2336"/>
                  <a:pt x="7219" y="3131"/>
                  <a:pt x="5680" y="4669"/>
                </a:cubicBezTo>
                <a:cubicBezTo>
                  <a:pt x="2564" y="7784"/>
                  <a:pt x="2564" y="12841"/>
                  <a:pt x="5680" y="15957"/>
                </a:cubicBezTo>
                <a:cubicBezTo>
                  <a:pt x="7235" y="17512"/>
                  <a:pt x="9279" y="18290"/>
                  <a:pt x="11323" y="18290"/>
                </a:cubicBezTo>
                <a:cubicBezTo>
                  <a:pt x="13367" y="18290"/>
                  <a:pt x="15411" y="17512"/>
                  <a:pt x="16968" y="15957"/>
                </a:cubicBezTo>
                <a:cubicBezTo>
                  <a:pt x="18282" y="14641"/>
                  <a:pt x="19099" y="12899"/>
                  <a:pt x="19267" y="11044"/>
                </a:cubicBezTo>
                <a:cubicBezTo>
                  <a:pt x="19282" y="10878"/>
                  <a:pt x="19161" y="10732"/>
                  <a:pt x="18993" y="10717"/>
                </a:cubicBezTo>
                <a:cubicBezTo>
                  <a:pt x="18983" y="10716"/>
                  <a:pt x="18974" y="10716"/>
                  <a:pt x="18965" y="10716"/>
                </a:cubicBezTo>
                <a:cubicBezTo>
                  <a:pt x="18811" y="10716"/>
                  <a:pt x="18680" y="10834"/>
                  <a:pt x="18666" y="10991"/>
                </a:cubicBezTo>
                <a:cubicBezTo>
                  <a:pt x="18510" y="12704"/>
                  <a:pt x="17754" y="14316"/>
                  <a:pt x="16540" y="15530"/>
                </a:cubicBezTo>
                <a:cubicBezTo>
                  <a:pt x="15101" y="16969"/>
                  <a:pt x="13213" y="17688"/>
                  <a:pt x="11324" y="17688"/>
                </a:cubicBezTo>
                <a:cubicBezTo>
                  <a:pt x="9436" y="17688"/>
                  <a:pt x="7547" y="16969"/>
                  <a:pt x="6108" y="15530"/>
                </a:cubicBezTo>
                <a:cubicBezTo>
                  <a:pt x="3231" y="12653"/>
                  <a:pt x="3231" y="7976"/>
                  <a:pt x="6108" y="5097"/>
                </a:cubicBezTo>
                <a:cubicBezTo>
                  <a:pt x="7542" y="3663"/>
                  <a:pt x="9432" y="2941"/>
                  <a:pt x="11324" y="2941"/>
                </a:cubicBezTo>
                <a:cubicBezTo>
                  <a:pt x="12783" y="2941"/>
                  <a:pt x="14244" y="3370"/>
                  <a:pt x="15499" y="4232"/>
                </a:cubicBezTo>
                <a:cubicBezTo>
                  <a:pt x="15558" y="4367"/>
                  <a:pt x="15519" y="4276"/>
                  <a:pt x="15695" y="4684"/>
                </a:cubicBezTo>
                <a:lnTo>
                  <a:pt x="14639" y="5741"/>
                </a:lnTo>
                <a:cubicBezTo>
                  <a:pt x="13650" y="5024"/>
                  <a:pt x="12485" y="4668"/>
                  <a:pt x="11323" y="4668"/>
                </a:cubicBezTo>
                <a:cubicBezTo>
                  <a:pt x="9872" y="4668"/>
                  <a:pt x="8425" y="5222"/>
                  <a:pt x="7328" y="6320"/>
                </a:cubicBezTo>
                <a:cubicBezTo>
                  <a:pt x="5123" y="8524"/>
                  <a:pt x="5125" y="12103"/>
                  <a:pt x="7328" y="14307"/>
                </a:cubicBezTo>
                <a:cubicBezTo>
                  <a:pt x="8431" y="15408"/>
                  <a:pt x="9878" y="15959"/>
                  <a:pt x="11325" y="15959"/>
                </a:cubicBezTo>
                <a:cubicBezTo>
                  <a:pt x="12771" y="15959"/>
                  <a:pt x="14216" y="15409"/>
                  <a:pt x="15317" y="14307"/>
                </a:cubicBezTo>
                <a:cubicBezTo>
                  <a:pt x="17294" y="12332"/>
                  <a:pt x="17509" y="9220"/>
                  <a:pt x="15896" y="6998"/>
                </a:cubicBezTo>
                <a:lnTo>
                  <a:pt x="16953" y="5940"/>
                </a:lnTo>
                <a:lnTo>
                  <a:pt x="17405" y="6137"/>
                </a:lnTo>
                <a:cubicBezTo>
                  <a:pt x="18116" y="7171"/>
                  <a:pt x="18551" y="8379"/>
                  <a:pt x="18664" y="9636"/>
                </a:cubicBezTo>
                <a:cubicBezTo>
                  <a:pt x="18679" y="9794"/>
                  <a:pt x="18812" y="9911"/>
                  <a:pt x="18966" y="9911"/>
                </a:cubicBezTo>
                <a:cubicBezTo>
                  <a:pt x="18974" y="9911"/>
                  <a:pt x="18983" y="9911"/>
                  <a:pt x="18991" y="9910"/>
                </a:cubicBezTo>
                <a:cubicBezTo>
                  <a:pt x="19159" y="9895"/>
                  <a:pt x="19281" y="9747"/>
                  <a:pt x="19265" y="9581"/>
                </a:cubicBezTo>
                <a:cubicBezTo>
                  <a:pt x="19169" y="8521"/>
                  <a:pt x="18859" y="7493"/>
                  <a:pt x="18364" y="6560"/>
                </a:cubicBezTo>
                <a:lnTo>
                  <a:pt x="18364" y="6560"/>
                </a:lnTo>
                <a:cubicBezTo>
                  <a:pt x="18498" y="6618"/>
                  <a:pt x="18631" y="6645"/>
                  <a:pt x="18759" y="6645"/>
                </a:cubicBezTo>
                <a:cubicBezTo>
                  <a:pt x="19006" y="6645"/>
                  <a:pt x="19232" y="6545"/>
                  <a:pt x="19400" y="6376"/>
                </a:cubicBezTo>
                <a:lnTo>
                  <a:pt x="19940" y="5837"/>
                </a:lnTo>
                <a:cubicBezTo>
                  <a:pt x="20841" y="7574"/>
                  <a:pt x="21201" y="9583"/>
                  <a:pt x="20954" y="11537"/>
                </a:cubicBezTo>
                <a:cubicBezTo>
                  <a:pt x="20683" y="13691"/>
                  <a:pt x="19726" y="15642"/>
                  <a:pt x="18188" y="17181"/>
                </a:cubicBezTo>
                <a:cubicBezTo>
                  <a:pt x="16291" y="19079"/>
                  <a:pt x="13806" y="20028"/>
                  <a:pt x="11321" y="20028"/>
                </a:cubicBezTo>
                <a:cubicBezTo>
                  <a:pt x="8837" y="20028"/>
                  <a:pt x="6353" y="19079"/>
                  <a:pt x="4455" y="17181"/>
                </a:cubicBezTo>
                <a:cubicBezTo>
                  <a:pt x="663" y="13382"/>
                  <a:pt x="661" y="7241"/>
                  <a:pt x="4457" y="3446"/>
                </a:cubicBezTo>
                <a:cubicBezTo>
                  <a:pt x="6372" y="1531"/>
                  <a:pt x="8851" y="603"/>
                  <a:pt x="11313" y="603"/>
                </a:cubicBezTo>
                <a:close/>
                <a:moveTo>
                  <a:pt x="11315" y="1"/>
                </a:moveTo>
                <a:cubicBezTo>
                  <a:pt x="8692" y="1"/>
                  <a:pt x="6057" y="993"/>
                  <a:pt x="4031" y="3019"/>
                </a:cubicBezTo>
                <a:cubicBezTo>
                  <a:pt x="0" y="7051"/>
                  <a:pt x="0" y="13576"/>
                  <a:pt x="4031" y="17608"/>
                </a:cubicBezTo>
                <a:cubicBezTo>
                  <a:pt x="6045" y="19622"/>
                  <a:pt x="8683" y="20629"/>
                  <a:pt x="11322" y="20629"/>
                </a:cubicBezTo>
                <a:cubicBezTo>
                  <a:pt x="13961" y="20629"/>
                  <a:pt x="16600" y="19621"/>
                  <a:pt x="18616" y="17605"/>
                </a:cubicBezTo>
                <a:cubicBezTo>
                  <a:pt x="20250" y="15972"/>
                  <a:pt x="21268" y="13900"/>
                  <a:pt x="21555" y="11609"/>
                </a:cubicBezTo>
                <a:cubicBezTo>
                  <a:pt x="21826" y="9472"/>
                  <a:pt x="21411" y="7271"/>
                  <a:pt x="20389" y="5388"/>
                </a:cubicBezTo>
                <a:lnTo>
                  <a:pt x="21136" y="4641"/>
                </a:lnTo>
                <a:cubicBezTo>
                  <a:pt x="21399" y="4377"/>
                  <a:pt x="21316" y="3927"/>
                  <a:pt x="20973" y="3780"/>
                </a:cubicBezTo>
                <a:lnTo>
                  <a:pt x="19652" y="3202"/>
                </a:lnTo>
                <a:cubicBezTo>
                  <a:pt x="19856" y="2862"/>
                  <a:pt x="19812" y="2416"/>
                  <a:pt x="19517" y="2120"/>
                </a:cubicBezTo>
                <a:cubicBezTo>
                  <a:pt x="19344" y="1946"/>
                  <a:pt x="19118" y="1860"/>
                  <a:pt x="18892" y="1860"/>
                </a:cubicBezTo>
                <a:cubicBezTo>
                  <a:pt x="18734" y="1860"/>
                  <a:pt x="18576" y="1902"/>
                  <a:pt x="18436" y="1986"/>
                </a:cubicBezTo>
                <a:lnTo>
                  <a:pt x="17859" y="664"/>
                </a:lnTo>
                <a:cubicBezTo>
                  <a:pt x="17768" y="458"/>
                  <a:pt x="17571" y="347"/>
                  <a:pt x="17371" y="347"/>
                </a:cubicBezTo>
                <a:cubicBezTo>
                  <a:pt x="17237" y="347"/>
                  <a:pt x="17102" y="396"/>
                  <a:pt x="16996" y="501"/>
                </a:cubicBezTo>
                <a:lnTo>
                  <a:pt x="16249" y="1250"/>
                </a:lnTo>
                <a:cubicBezTo>
                  <a:pt x="14723" y="421"/>
                  <a:pt x="13022" y="1"/>
                  <a:pt x="113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3" name="Google Shape;3083;p2"/>
          <p:cNvSpPr/>
          <p:nvPr/>
        </p:nvSpPr>
        <p:spPr>
          <a:xfrm>
            <a:off x="4425901" y="1672486"/>
            <a:ext cx="596996" cy="564282"/>
          </a:xfrm>
          <a:custGeom>
            <a:avLst/>
            <a:gdLst/>
            <a:ahLst/>
            <a:cxnLst/>
            <a:rect l="l" t="t" r="r" b="b"/>
            <a:pathLst>
              <a:path w="21826" h="20630" extrusionOk="0">
                <a:moveTo>
                  <a:pt x="17347" y="1003"/>
                </a:moveTo>
                <a:lnTo>
                  <a:pt x="17965" y="2415"/>
                </a:lnTo>
                <a:lnTo>
                  <a:pt x="17271" y="3108"/>
                </a:lnTo>
                <a:lnTo>
                  <a:pt x="16653" y="1697"/>
                </a:lnTo>
                <a:lnTo>
                  <a:pt x="17347" y="1003"/>
                </a:lnTo>
                <a:close/>
                <a:moveTo>
                  <a:pt x="16196" y="2154"/>
                </a:moveTo>
                <a:lnTo>
                  <a:pt x="16814" y="3566"/>
                </a:lnTo>
                <a:lnTo>
                  <a:pt x="16156" y="4223"/>
                </a:lnTo>
                <a:cubicBezTo>
                  <a:pt x="16137" y="4181"/>
                  <a:pt x="15677" y="3129"/>
                  <a:pt x="15624" y="3007"/>
                </a:cubicBezTo>
                <a:cubicBezTo>
                  <a:pt x="15572" y="2889"/>
                  <a:pt x="15598" y="2752"/>
                  <a:pt x="15687" y="2661"/>
                </a:cubicBezTo>
                <a:lnTo>
                  <a:pt x="16196" y="2154"/>
                </a:lnTo>
                <a:close/>
                <a:moveTo>
                  <a:pt x="19222" y="3668"/>
                </a:moveTo>
                <a:lnTo>
                  <a:pt x="20634" y="4287"/>
                </a:lnTo>
                <a:lnTo>
                  <a:pt x="19940" y="4980"/>
                </a:lnTo>
                <a:lnTo>
                  <a:pt x="18529" y="4362"/>
                </a:lnTo>
                <a:lnTo>
                  <a:pt x="19222" y="3668"/>
                </a:lnTo>
                <a:close/>
                <a:moveTo>
                  <a:pt x="18071" y="4823"/>
                </a:moveTo>
                <a:lnTo>
                  <a:pt x="19481" y="5441"/>
                </a:lnTo>
                <a:lnTo>
                  <a:pt x="18974" y="5948"/>
                </a:lnTo>
                <a:cubicBezTo>
                  <a:pt x="18915" y="6008"/>
                  <a:pt x="18836" y="6039"/>
                  <a:pt x="18755" y="6039"/>
                </a:cubicBezTo>
                <a:cubicBezTo>
                  <a:pt x="18713" y="6039"/>
                  <a:pt x="18670" y="6031"/>
                  <a:pt x="18630" y="6013"/>
                </a:cubicBezTo>
                <a:lnTo>
                  <a:pt x="17414" y="5481"/>
                </a:lnTo>
                <a:lnTo>
                  <a:pt x="18071" y="4823"/>
                </a:lnTo>
                <a:close/>
                <a:moveTo>
                  <a:pt x="18889" y="2463"/>
                </a:moveTo>
                <a:cubicBezTo>
                  <a:pt x="18962" y="2463"/>
                  <a:pt x="19035" y="2491"/>
                  <a:pt x="19090" y="2546"/>
                </a:cubicBezTo>
                <a:cubicBezTo>
                  <a:pt x="19202" y="2658"/>
                  <a:pt x="19202" y="2838"/>
                  <a:pt x="19090" y="2949"/>
                </a:cubicBezTo>
                <a:lnTo>
                  <a:pt x="13614" y="8423"/>
                </a:lnTo>
                <a:lnTo>
                  <a:pt x="11521" y="10518"/>
                </a:lnTo>
                <a:cubicBezTo>
                  <a:pt x="11465" y="10574"/>
                  <a:pt x="11393" y="10602"/>
                  <a:pt x="11320" y="10602"/>
                </a:cubicBezTo>
                <a:cubicBezTo>
                  <a:pt x="11247" y="10602"/>
                  <a:pt x="11174" y="10574"/>
                  <a:pt x="11119" y="10518"/>
                </a:cubicBezTo>
                <a:cubicBezTo>
                  <a:pt x="11007" y="10407"/>
                  <a:pt x="11007" y="10227"/>
                  <a:pt x="11119" y="10116"/>
                </a:cubicBezTo>
                <a:lnTo>
                  <a:pt x="18688" y="2546"/>
                </a:lnTo>
                <a:cubicBezTo>
                  <a:pt x="18744" y="2491"/>
                  <a:pt x="18816" y="2463"/>
                  <a:pt x="18889" y="2463"/>
                </a:cubicBezTo>
                <a:close/>
                <a:moveTo>
                  <a:pt x="11321" y="5270"/>
                </a:moveTo>
                <a:cubicBezTo>
                  <a:pt x="12327" y="5270"/>
                  <a:pt x="13336" y="5569"/>
                  <a:pt x="14204" y="6174"/>
                </a:cubicBezTo>
                <a:lnTo>
                  <a:pt x="12953" y="7426"/>
                </a:lnTo>
                <a:cubicBezTo>
                  <a:pt x="12446" y="7140"/>
                  <a:pt x="11885" y="7000"/>
                  <a:pt x="11325" y="7000"/>
                </a:cubicBezTo>
                <a:cubicBezTo>
                  <a:pt x="10469" y="7000"/>
                  <a:pt x="9618" y="7329"/>
                  <a:pt x="8979" y="7968"/>
                </a:cubicBezTo>
                <a:cubicBezTo>
                  <a:pt x="7686" y="9261"/>
                  <a:pt x="7686" y="11364"/>
                  <a:pt x="8979" y="12658"/>
                </a:cubicBezTo>
                <a:cubicBezTo>
                  <a:pt x="9443" y="13122"/>
                  <a:pt x="10031" y="13434"/>
                  <a:pt x="10673" y="13562"/>
                </a:cubicBezTo>
                <a:cubicBezTo>
                  <a:pt x="10692" y="13567"/>
                  <a:pt x="10711" y="13569"/>
                  <a:pt x="10733" y="13569"/>
                </a:cubicBezTo>
                <a:cubicBezTo>
                  <a:pt x="10874" y="13569"/>
                  <a:pt x="11000" y="13468"/>
                  <a:pt x="11028" y="13326"/>
                </a:cubicBezTo>
                <a:cubicBezTo>
                  <a:pt x="11060" y="13163"/>
                  <a:pt x="10952" y="13002"/>
                  <a:pt x="10790" y="12969"/>
                </a:cubicBezTo>
                <a:cubicBezTo>
                  <a:pt x="10264" y="12865"/>
                  <a:pt x="9786" y="12610"/>
                  <a:pt x="9406" y="12229"/>
                </a:cubicBezTo>
                <a:cubicBezTo>
                  <a:pt x="8347" y="11171"/>
                  <a:pt x="8347" y="9451"/>
                  <a:pt x="9406" y="8396"/>
                </a:cubicBezTo>
                <a:cubicBezTo>
                  <a:pt x="9928" y="7874"/>
                  <a:pt x="10624" y="7604"/>
                  <a:pt x="11325" y="7604"/>
                </a:cubicBezTo>
                <a:cubicBezTo>
                  <a:pt x="11726" y="7604"/>
                  <a:pt x="12130" y="7692"/>
                  <a:pt x="12503" y="7874"/>
                </a:cubicBezTo>
                <a:lnTo>
                  <a:pt x="10687" y="9689"/>
                </a:lnTo>
                <a:cubicBezTo>
                  <a:pt x="10341" y="10037"/>
                  <a:pt x="10341" y="10599"/>
                  <a:pt x="10687" y="10946"/>
                </a:cubicBezTo>
                <a:cubicBezTo>
                  <a:pt x="10861" y="11119"/>
                  <a:pt x="11089" y="11206"/>
                  <a:pt x="11316" y="11206"/>
                </a:cubicBezTo>
                <a:cubicBezTo>
                  <a:pt x="11544" y="11206"/>
                  <a:pt x="11771" y="11119"/>
                  <a:pt x="11944" y="10946"/>
                </a:cubicBezTo>
                <a:lnTo>
                  <a:pt x="13760" y="9131"/>
                </a:lnTo>
                <a:lnTo>
                  <a:pt x="13760" y="9131"/>
                </a:lnTo>
                <a:cubicBezTo>
                  <a:pt x="14257" y="10153"/>
                  <a:pt x="14060" y="11407"/>
                  <a:pt x="13237" y="12229"/>
                </a:cubicBezTo>
                <a:cubicBezTo>
                  <a:pt x="12910" y="12557"/>
                  <a:pt x="12504" y="12795"/>
                  <a:pt x="12057" y="12918"/>
                </a:cubicBezTo>
                <a:cubicBezTo>
                  <a:pt x="11898" y="12963"/>
                  <a:pt x="11804" y="13130"/>
                  <a:pt x="11848" y="13291"/>
                </a:cubicBezTo>
                <a:cubicBezTo>
                  <a:pt x="11885" y="13424"/>
                  <a:pt x="12008" y="13511"/>
                  <a:pt x="12140" y="13511"/>
                </a:cubicBezTo>
                <a:cubicBezTo>
                  <a:pt x="12166" y="13511"/>
                  <a:pt x="12193" y="13508"/>
                  <a:pt x="12220" y="13500"/>
                </a:cubicBezTo>
                <a:cubicBezTo>
                  <a:pt x="12765" y="13348"/>
                  <a:pt x="13263" y="13055"/>
                  <a:pt x="13664" y="12654"/>
                </a:cubicBezTo>
                <a:cubicBezTo>
                  <a:pt x="14719" y="11599"/>
                  <a:pt x="14932" y="9965"/>
                  <a:pt x="14205" y="8680"/>
                </a:cubicBezTo>
                <a:lnTo>
                  <a:pt x="15457" y="7428"/>
                </a:lnTo>
                <a:lnTo>
                  <a:pt x="15457" y="7428"/>
                </a:lnTo>
                <a:cubicBezTo>
                  <a:pt x="16836" y="9408"/>
                  <a:pt x="16626" y="12137"/>
                  <a:pt x="14887" y="13877"/>
                </a:cubicBezTo>
                <a:cubicBezTo>
                  <a:pt x="13904" y="14860"/>
                  <a:pt x="12612" y="15352"/>
                  <a:pt x="11320" y="15352"/>
                </a:cubicBezTo>
                <a:cubicBezTo>
                  <a:pt x="10028" y="15352"/>
                  <a:pt x="8737" y="14860"/>
                  <a:pt x="7754" y="13877"/>
                </a:cubicBezTo>
                <a:cubicBezTo>
                  <a:pt x="5786" y="11909"/>
                  <a:pt x="5786" y="8713"/>
                  <a:pt x="7754" y="6745"/>
                </a:cubicBezTo>
                <a:cubicBezTo>
                  <a:pt x="8733" y="5766"/>
                  <a:pt x="10025" y="5270"/>
                  <a:pt x="11321" y="5270"/>
                </a:cubicBezTo>
                <a:close/>
                <a:moveTo>
                  <a:pt x="11313" y="603"/>
                </a:moveTo>
                <a:cubicBezTo>
                  <a:pt x="12864" y="603"/>
                  <a:pt x="14409" y="972"/>
                  <a:pt x="15802" y="1695"/>
                </a:cubicBezTo>
                <a:lnTo>
                  <a:pt x="15260" y="2233"/>
                </a:lnTo>
                <a:cubicBezTo>
                  <a:pt x="14991" y="2504"/>
                  <a:pt x="14916" y="2901"/>
                  <a:pt x="15070" y="3250"/>
                </a:cubicBezTo>
                <a:lnTo>
                  <a:pt x="15079" y="3271"/>
                </a:lnTo>
                <a:cubicBezTo>
                  <a:pt x="13899" y="2643"/>
                  <a:pt x="12609" y="2336"/>
                  <a:pt x="11326" y="2336"/>
                </a:cubicBezTo>
                <a:cubicBezTo>
                  <a:pt x="9263" y="2336"/>
                  <a:pt x="7219" y="3131"/>
                  <a:pt x="5680" y="4669"/>
                </a:cubicBezTo>
                <a:cubicBezTo>
                  <a:pt x="2564" y="7784"/>
                  <a:pt x="2564" y="12841"/>
                  <a:pt x="5680" y="15957"/>
                </a:cubicBezTo>
                <a:cubicBezTo>
                  <a:pt x="7235" y="17512"/>
                  <a:pt x="9279" y="18290"/>
                  <a:pt x="11323" y="18290"/>
                </a:cubicBezTo>
                <a:cubicBezTo>
                  <a:pt x="13367" y="18290"/>
                  <a:pt x="15411" y="17512"/>
                  <a:pt x="16968" y="15957"/>
                </a:cubicBezTo>
                <a:cubicBezTo>
                  <a:pt x="18282" y="14641"/>
                  <a:pt x="19099" y="12899"/>
                  <a:pt x="19267" y="11044"/>
                </a:cubicBezTo>
                <a:cubicBezTo>
                  <a:pt x="19282" y="10878"/>
                  <a:pt x="19161" y="10732"/>
                  <a:pt x="18993" y="10717"/>
                </a:cubicBezTo>
                <a:cubicBezTo>
                  <a:pt x="18983" y="10716"/>
                  <a:pt x="18974" y="10716"/>
                  <a:pt x="18965" y="10716"/>
                </a:cubicBezTo>
                <a:cubicBezTo>
                  <a:pt x="18811" y="10716"/>
                  <a:pt x="18680" y="10834"/>
                  <a:pt x="18666" y="10991"/>
                </a:cubicBezTo>
                <a:cubicBezTo>
                  <a:pt x="18510" y="12704"/>
                  <a:pt x="17754" y="14316"/>
                  <a:pt x="16540" y="15530"/>
                </a:cubicBezTo>
                <a:cubicBezTo>
                  <a:pt x="15101" y="16969"/>
                  <a:pt x="13213" y="17688"/>
                  <a:pt x="11324" y="17688"/>
                </a:cubicBezTo>
                <a:cubicBezTo>
                  <a:pt x="9436" y="17688"/>
                  <a:pt x="7547" y="16969"/>
                  <a:pt x="6108" y="15530"/>
                </a:cubicBezTo>
                <a:cubicBezTo>
                  <a:pt x="3231" y="12653"/>
                  <a:pt x="3231" y="7976"/>
                  <a:pt x="6108" y="5097"/>
                </a:cubicBezTo>
                <a:cubicBezTo>
                  <a:pt x="7542" y="3663"/>
                  <a:pt x="9432" y="2941"/>
                  <a:pt x="11324" y="2941"/>
                </a:cubicBezTo>
                <a:cubicBezTo>
                  <a:pt x="12783" y="2941"/>
                  <a:pt x="14244" y="3370"/>
                  <a:pt x="15499" y="4232"/>
                </a:cubicBezTo>
                <a:cubicBezTo>
                  <a:pt x="15558" y="4367"/>
                  <a:pt x="15519" y="4276"/>
                  <a:pt x="15695" y="4684"/>
                </a:cubicBezTo>
                <a:lnTo>
                  <a:pt x="14639" y="5741"/>
                </a:lnTo>
                <a:cubicBezTo>
                  <a:pt x="13650" y="5024"/>
                  <a:pt x="12485" y="4668"/>
                  <a:pt x="11323" y="4668"/>
                </a:cubicBezTo>
                <a:cubicBezTo>
                  <a:pt x="9872" y="4668"/>
                  <a:pt x="8425" y="5222"/>
                  <a:pt x="7328" y="6320"/>
                </a:cubicBezTo>
                <a:cubicBezTo>
                  <a:pt x="5123" y="8524"/>
                  <a:pt x="5125" y="12103"/>
                  <a:pt x="7328" y="14307"/>
                </a:cubicBezTo>
                <a:cubicBezTo>
                  <a:pt x="8431" y="15408"/>
                  <a:pt x="9878" y="15959"/>
                  <a:pt x="11325" y="15959"/>
                </a:cubicBezTo>
                <a:cubicBezTo>
                  <a:pt x="12771" y="15959"/>
                  <a:pt x="14216" y="15409"/>
                  <a:pt x="15317" y="14307"/>
                </a:cubicBezTo>
                <a:cubicBezTo>
                  <a:pt x="17294" y="12332"/>
                  <a:pt x="17509" y="9220"/>
                  <a:pt x="15896" y="6998"/>
                </a:cubicBezTo>
                <a:lnTo>
                  <a:pt x="16953" y="5940"/>
                </a:lnTo>
                <a:lnTo>
                  <a:pt x="17405" y="6137"/>
                </a:lnTo>
                <a:cubicBezTo>
                  <a:pt x="18116" y="7171"/>
                  <a:pt x="18551" y="8379"/>
                  <a:pt x="18664" y="9636"/>
                </a:cubicBezTo>
                <a:cubicBezTo>
                  <a:pt x="18679" y="9794"/>
                  <a:pt x="18812" y="9911"/>
                  <a:pt x="18966" y="9911"/>
                </a:cubicBezTo>
                <a:cubicBezTo>
                  <a:pt x="18974" y="9911"/>
                  <a:pt x="18983" y="9911"/>
                  <a:pt x="18991" y="9910"/>
                </a:cubicBezTo>
                <a:cubicBezTo>
                  <a:pt x="19159" y="9895"/>
                  <a:pt x="19281" y="9747"/>
                  <a:pt x="19265" y="9581"/>
                </a:cubicBezTo>
                <a:cubicBezTo>
                  <a:pt x="19169" y="8521"/>
                  <a:pt x="18859" y="7493"/>
                  <a:pt x="18364" y="6560"/>
                </a:cubicBezTo>
                <a:lnTo>
                  <a:pt x="18364" y="6560"/>
                </a:lnTo>
                <a:cubicBezTo>
                  <a:pt x="18498" y="6618"/>
                  <a:pt x="18631" y="6645"/>
                  <a:pt x="18759" y="6645"/>
                </a:cubicBezTo>
                <a:cubicBezTo>
                  <a:pt x="19006" y="6645"/>
                  <a:pt x="19232" y="6545"/>
                  <a:pt x="19400" y="6376"/>
                </a:cubicBezTo>
                <a:lnTo>
                  <a:pt x="19940" y="5837"/>
                </a:lnTo>
                <a:cubicBezTo>
                  <a:pt x="20841" y="7574"/>
                  <a:pt x="21201" y="9583"/>
                  <a:pt x="20954" y="11537"/>
                </a:cubicBezTo>
                <a:cubicBezTo>
                  <a:pt x="20683" y="13691"/>
                  <a:pt x="19726" y="15642"/>
                  <a:pt x="18188" y="17181"/>
                </a:cubicBezTo>
                <a:cubicBezTo>
                  <a:pt x="16291" y="19079"/>
                  <a:pt x="13806" y="20028"/>
                  <a:pt x="11321" y="20028"/>
                </a:cubicBezTo>
                <a:cubicBezTo>
                  <a:pt x="8837" y="20028"/>
                  <a:pt x="6353" y="19079"/>
                  <a:pt x="4455" y="17181"/>
                </a:cubicBezTo>
                <a:cubicBezTo>
                  <a:pt x="663" y="13382"/>
                  <a:pt x="661" y="7241"/>
                  <a:pt x="4457" y="3446"/>
                </a:cubicBezTo>
                <a:cubicBezTo>
                  <a:pt x="6372" y="1531"/>
                  <a:pt x="8851" y="603"/>
                  <a:pt x="11313" y="603"/>
                </a:cubicBezTo>
                <a:close/>
                <a:moveTo>
                  <a:pt x="11315" y="1"/>
                </a:moveTo>
                <a:cubicBezTo>
                  <a:pt x="8692" y="1"/>
                  <a:pt x="6057" y="993"/>
                  <a:pt x="4031" y="3019"/>
                </a:cubicBezTo>
                <a:cubicBezTo>
                  <a:pt x="0" y="7051"/>
                  <a:pt x="0" y="13576"/>
                  <a:pt x="4031" y="17608"/>
                </a:cubicBezTo>
                <a:cubicBezTo>
                  <a:pt x="6045" y="19622"/>
                  <a:pt x="8683" y="20629"/>
                  <a:pt x="11322" y="20629"/>
                </a:cubicBezTo>
                <a:cubicBezTo>
                  <a:pt x="13961" y="20629"/>
                  <a:pt x="16600" y="19621"/>
                  <a:pt x="18616" y="17605"/>
                </a:cubicBezTo>
                <a:cubicBezTo>
                  <a:pt x="20250" y="15972"/>
                  <a:pt x="21268" y="13900"/>
                  <a:pt x="21555" y="11609"/>
                </a:cubicBezTo>
                <a:cubicBezTo>
                  <a:pt x="21826" y="9472"/>
                  <a:pt x="21411" y="7271"/>
                  <a:pt x="20389" y="5388"/>
                </a:cubicBezTo>
                <a:lnTo>
                  <a:pt x="21136" y="4641"/>
                </a:lnTo>
                <a:cubicBezTo>
                  <a:pt x="21399" y="4377"/>
                  <a:pt x="21316" y="3927"/>
                  <a:pt x="20973" y="3780"/>
                </a:cubicBezTo>
                <a:lnTo>
                  <a:pt x="19652" y="3202"/>
                </a:lnTo>
                <a:cubicBezTo>
                  <a:pt x="19856" y="2862"/>
                  <a:pt x="19812" y="2416"/>
                  <a:pt x="19517" y="2120"/>
                </a:cubicBezTo>
                <a:cubicBezTo>
                  <a:pt x="19344" y="1946"/>
                  <a:pt x="19118" y="1860"/>
                  <a:pt x="18892" y="1860"/>
                </a:cubicBezTo>
                <a:cubicBezTo>
                  <a:pt x="18734" y="1860"/>
                  <a:pt x="18576" y="1902"/>
                  <a:pt x="18436" y="1986"/>
                </a:cubicBezTo>
                <a:lnTo>
                  <a:pt x="17859" y="664"/>
                </a:lnTo>
                <a:cubicBezTo>
                  <a:pt x="17768" y="458"/>
                  <a:pt x="17571" y="347"/>
                  <a:pt x="17371" y="347"/>
                </a:cubicBezTo>
                <a:cubicBezTo>
                  <a:pt x="17237" y="347"/>
                  <a:pt x="17102" y="396"/>
                  <a:pt x="16996" y="501"/>
                </a:cubicBezTo>
                <a:lnTo>
                  <a:pt x="16249" y="1250"/>
                </a:lnTo>
                <a:cubicBezTo>
                  <a:pt x="14723" y="421"/>
                  <a:pt x="13022" y="1"/>
                  <a:pt x="113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Google Shape;3088;p3"/>
          <p:cNvSpPr txBox="1">
            <a:spLocks noGrp="1"/>
          </p:cNvSpPr>
          <p:nvPr>
            <p:ph type="subTitle" idx="1"/>
          </p:nvPr>
        </p:nvSpPr>
        <p:spPr>
          <a:xfrm>
            <a:off x="720000" y="1902503"/>
            <a:ext cx="1856479" cy="122221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621" b="-624"/>
            </a:stretch>
          </a:blip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3089" name="Google Shape;3089;p3"/>
          <p:cNvSpPr txBox="1">
            <a:spLocks noGrp="1"/>
          </p:cNvSpPr>
          <p:nvPr>
            <p:ph type="title" idx="13"/>
          </p:nvPr>
        </p:nvSpPr>
        <p:spPr>
          <a:xfrm>
            <a:off x="837450" y="516525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Definition</a:t>
            </a:r>
            <a:endParaRPr/>
          </a:p>
        </p:txBody>
      </p:sp>
      <p:sp>
        <p:nvSpPr>
          <p:cNvPr id="3090" name="Google Shape;3090;p3"/>
          <p:cNvSpPr txBox="1">
            <a:spLocks noGrp="1"/>
          </p:cNvSpPr>
          <p:nvPr>
            <p:ph type="title"/>
          </p:nvPr>
        </p:nvSpPr>
        <p:spPr>
          <a:xfrm>
            <a:off x="720000" y="1237074"/>
            <a:ext cx="1856479" cy="594547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a </a:t>
            </a:r>
            <a:r>
              <a:rPr lang="en-GB">
                <a:solidFill>
                  <a:schemeClr val="dk2"/>
                </a:solidFill>
              </a:rPr>
              <a:t>smart</a:t>
            </a:r>
            <a:r>
              <a:rPr lang="en-GB"/>
              <a:t> dog</a:t>
            </a:r>
            <a:endParaRPr/>
          </a:p>
        </p:txBody>
      </p:sp>
      <p:sp>
        <p:nvSpPr>
          <p:cNvPr id="3091" name="Google Shape;3091;p3"/>
          <p:cNvSpPr txBox="1">
            <a:spLocks noGrp="1"/>
          </p:cNvSpPr>
          <p:nvPr>
            <p:ph type="title" idx="2"/>
          </p:nvPr>
        </p:nvSpPr>
        <p:spPr>
          <a:xfrm>
            <a:off x="2622850" y="1307950"/>
            <a:ext cx="2186400" cy="725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an </a:t>
            </a:r>
            <a:r>
              <a:rPr lang="en-GB">
                <a:solidFill>
                  <a:schemeClr val="dk2"/>
                </a:solidFill>
              </a:rPr>
              <a:t>old</a:t>
            </a:r>
            <a:r>
              <a:rPr lang="en-GB"/>
              <a:t> building</a:t>
            </a:r>
            <a:endParaRPr/>
          </a:p>
        </p:txBody>
      </p:sp>
      <p:sp>
        <p:nvSpPr>
          <p:cNvPr id="3092" name="Google Shape;3092;p3"/>
          <p:cNvSpPr txBox="1">
            <a:spLocks noGrp="1"/>
          </p:cNvSpPr>
          <p:nvPr>
            <p:ph type="title" idx="4"/>
          </p:nvPr>
        </p:nvSpPr>
        <p:spPr>
          <a:xfrm>
            <a:off x="4608168" y="1237074"/>
            <a:ext cx="1864114" cy="594547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a </a:t>
            </a:r>
            <a:r>
              <a:rPr lang="en-GB">
                <a:solidFill>
                  <a:schemeClr val="dk2"/>
                </a:solidFill>
              </a:rPr>
              <a:t>low </a:t>
            </a:r>
            <a:r>
              <a:rPr lang="en-GB"/>
              <a:t>fence</a:t>
            </a:r>
            <a:endParaRPr/>
          </a:p>
        </p:txBody>
      </p:sp>
      <p:sp>
        <p:nvSpPr>
          <p:cNvPr id="3093" name="Google Shape;3093;p3"/>
          <p:cNvSpPr txBox="1"/>
          <p:nvPr/>
        </p:nvSpPr>
        <p:spPr>
          <a:xfrm>
            <a:off x="6559886" y="1237074"/>
            <a:ext cx="1864114" cy="594547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bril Fatface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a </a:t>
            </a:r>
            <a:r>
              <a:rPr lang="en-GB" sz="2000" b="0" i="0" u="none" strike="noStrike" cap="none">
                <a:solidFill>
                  <a:schemeClr val="dk2"/>
                </a:solidFill>
                <a:latin typeface="Abril Fatface"/>
                <a:ea typeface="Abril Fatface"/>
                <a:cs typeface="Abril Fatface"/>
                <a:sym typeface="Abril Fatface"/>
              </a:rPr>
              <a:t>tall</a:t>
            </a: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 man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4" name="Google Shape;3094;p3"/>
          <p:cNvSpPr txBox="1"/>
          <p:nvPr/>
        </p:nvSpPr>
        <p:spPr>
          <a:xfrm>
            <a:off x="2669174" y="1902503"/>
            <a:ext cx="1856400" cy="1222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095" name="Google Shape;3095;p3"/>
          <p:cNvSpPr txBox="1"/>
          <p:nvPr/>
        </p:nvSpPr>
        <p:spPr>
          <a:xfrm>
            <a:off x="4618348" y="1902503"/>
            <a:ext cx="1856479" cy="122221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096" name="Google Shape;3096;p3"/>
          <p:cNvSpPr txBox="1"/>
          <p:nvPr/>
        </p:nvSpPr>
        <p:spPr>
          <a:xfrm>
            <a:off x="6567521" y="1902503"/>
            <a:ext cx="1856479" cy="122221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097" name="Google Shape;3097;p3"/>
          <p:cNvSpPr txBox="1"/>
          <p:nvPr/>
        </p:nvSpPr>
        <p:spPr>
          <a:xfrm>
            <a:off x="2048250" y="3370431"/>
            <a:ext cx="5047500" cy="122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Definition: An adjective is a describing word.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It tells you more about a noun.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" name="Google Shape;3102;p4"/>
          <p:cNvSpPr txBox="1">
            <a:spLocks noGrp="1"/>
          </p:cNvSpPr>
          <p:nvPr>
            <p:ph type="subTitle" idx="1"/>
          </p:nvPr>
        </p:nvSpPr>
        <p:spPr>
          <a:xfrm>
            <a:off x="270683" y="1658343"/>
            <a:ext cx="3787832" cy="100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365750" rIns="274300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-GB" sz="2400" b="1">
                <a:solidFill>
                  <a:schemeClr val="dk2"/>
                </a:solidFill>
              </a:rPr>
              <a:t>Before</a:t>
            </a:r>
            <a:r>
              <a:rPr lang="en-GB" sz="2400"/>
              <a:t> a noun</a:t>
            </a:r>
            <a:endParaRPr sz="2400"/>
          </a:p>
        </p:txBody>
      </p:sp>
      <p:sp>
        <p:nvSpPr>
          <p:cNvPr id="3103" name="Google Shape;3103;p4"/>
          <p:cNvSpPr txBox="1">
            <a:spLocks noGrp="1"/>
          </p:cNvSpPr>
          <p:nvPr>
            <p:ph type="subTitle" idx="4"/>
          </p:nvPr>
        </p:nvSpPr>
        <p:spPr>
          <a:xfrm>
            <a:off x="4186851" y="1658343"/>
            <a:ext cx="3787832" cy="100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400"/>
              <a:t>She is an  </a:t>
            </a:r>
            <a:r>
              <a:rPr lang="en-GB" sz="2400" u="sng"/>
              <a:t>impatient person</a:t>
            </a:r>
            <a:r>
              <a:rPr lang="en-GB" sz="2400"/>
              <a:t>.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</a:pPr>
            <a:r>
              <a:rPr lang="en-GB" sz="2400" b="1"/>
              <a:t>                </a:t>
            </a:r>
            <a:r>
              <a:rPr lang="en-GB" sz="2400" b="1">
                <a:solidFill>
                  <a:schemeClr val="dk2"/>
                </a:solidFill>
              </a:rPr>
              <a:t>adj            n</a:t>
            </a:r>
            <a:endParaRPr/>
          </a:p>
        </p:txBody>
      </p:sp>
      <p:sp>
        <p:nvSpPr>
          <p:cNvPr id="3104" name="Google Shape;3104;p4"/>
          <p:cNvSpPr txBox="1">
            <a:spLocks noGrp="1"/>
          </p:cNvSpPr>
          <p:nvPr>
            <p:ph type="title"/>
          </p:nvPr>
        </p:nvSpPr>
        <p:spPr>
          <a:xfrm>
            <a:off x="270683" y="300843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solidFill>
                  <a:schemeClr val="dk2"/>
                </a:solidFill>
              </a:rPr>
              <a:t>POSITION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105" name="Google Shape;3105;p4"/>
          <p:cNvSpPr txBox="1">
            <a:spLocks noGrp="1"/>
          </p:cNvSpPr>
          <p:nvPr>
            <p:ph type="title" idx="2"/>
          </p:nvPr>
        </p:nvSpPr>
        <p:spPr>
          <a:xfrm>
            <a:off x="270683" y="997893"/>
            <a:ext cx="3787832" cy="527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Positions</a:t>
            </a:r>
            <a:endParaRPr/>
          </a:p>
        </p:txBody>
      </p:sp>
      <p:sp>
        <p:nvSpPr>
          <p:cNvPr id="3106" name="Google Shape;3106;p4"/>
          <p:cNvSpPr txBox="1">
            <a:spLocks noGrp="1"/>
          </p:cNvSpPr>
          <p:nvPr>
            <p:ph type="title" idx="3"/>
          </p:nvPr>
        </p:nvSpPr>
        <p:spPr>
          <a:xfrm>
            <a:off x="4186853" y="997893"/>
            <a:ext cx="3787832" cy="527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Examples</a:t>
            </a:r>
            <a:endParaRPr/>
          </a:p>
        </p:txBody>
      </p:sp>
      <p:sp>
        <p:nvSpPr>
          <p:cNvPr id="3107" name="Google Shape;3107;p4"/>
          <p:cNvSpPr txBox="1"/>
          <p:nvPr/>
        </p:nvSpPr>
        <p:spPr>
          <a:xfrm>
            <a:off x="270683" y="2799093"/>
            <a:ext cx="3787832" cy="100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365750" rIns="2743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2400" b="1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After </a:t>
            </a:r>
            <a:r>
              <a:rPr lang="en-GB" sz="2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 verb (to be)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8" name="Google Shape;3108;p4"/>
          <p:cNvSpPr txBox="1"/>
          <p:nvPr/>
        </p:nvSpPr>
        <p:spPr>
          <a:xfrm>
            <a:off x="4186851" y="2799093"/>
            <a:ext cx="3787832" cy="100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Today </a:t>
            </a:r>
            <a:r>
              <a:rPr lang="en-GB" sz="2400" b="0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is</a:t>
            </a:r>
            <a:r>
              <a:rPr lang="en-GB" sz="2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     </a:t>
            </a:r>
            <a:r>
              <a:rPr lang="en-GB" sz="2400" b="0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-GB" sz="2400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wonderful</a:t>
            </a:r>
            <a:r>
              <a:rPr lang="en-GB" sz="2400" b="0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. </a:t>
            </a:r>
            <a:r>
              <a:rPr lang="en-GB"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             </a:t>
            </a:r>
            <a:r>
              <a:rPr lang="en-GB" sz="2400" b="1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</a:t>
            </a:r>
            <a:r>
              <a:rPr lang="en-GB" sz="2400" b="1" i="0" u="none" strike="noStrike" cap="none" baseline="-250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tobe</a:t>
            </a:r>
            <a:r>
              <a:rPr lang="en-GB" sz="2400" b="1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        Adj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9" name="Google Shape;3109;p4"/>
          <p:cNvSpPr txBox="1"/>
          <p:nvPr/>
        </p:nvSpPr>
        <p:spPr>
          <a:xfrm>
            <a:off x="270683" y="3939843"/>
            <a:ext cx="3787800" cy="100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365750" rIns="27430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2400" b="1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After </a:t>
            </a:r>
            <a:r>
              <a:rPr lang="en-GB" sz="2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 verb of sensation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0" name="Google Shape;3110;p4"/>
          <p:cNvSpPr txBox="1"/>
          <p:nvPr/>
        </p:nvSpPr>
        <p:spPr>
          <a:xfrm>
            <a:off x="4186851" y="3939843"/>
            <a:ext cx="3787832" cy="100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The food</a:t>
            </a:r>
            <a:r>
              <a:rPr lang="en-GB" sz="2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-GB" sz="2400" u="sng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smells</a:t>
            </a:r>
            <a:r>
              <a:rPr lang="en-GB" sz="2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    </a:t>
            </a:r>
            <a:r>
              <a:rPr lang="en-GB" sz="2400" b="0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great</a:t>
            </a:r>
            <a:r>
              <a:rPr lang="en-GB" sz="2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today.</a:t>
            </a:r>
            <a:r>
              <a:rPr lang="en-GB"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2400" b="1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                   V</a:t>
            </a:r>
            <a:r>
              <a:rPr lang="en-GB" sz="2400" b="1" i="0" u="none" strike="noStrike" cap="none" baseline="-250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sensation</a:t>
            </a:r>
            <a:r>
              <a:rPr lang="en-GB" sz="2400" b="1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     Adj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1" name="Google Shape;3111;p4"/>
          <p:cNvSpPr/>
          <p:nvPr/>
        </p:nvSpPr>
        <p:spPr>
          <a:xfrm>
            <a:off x="5409616" y="2162343"/>
            <a:ext cx="2065867" cy="4590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2" name="Google Shape;3112;p4"/>
          <p:cNvSpPr/>
          <p:nvPr/>
        </p:nvSpPr>
        <p:spPr>
          <a:xfrm>
            <a:off x="5047833" y="3303093"/>
            <a:ext cx="2065867" cy="4590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3" name="Google Shape;3113;p4"/>
          <p:cNvSpPr/>
          <p:nvPr/>
        </p:nvSpPr>
        <p:spPr>
          <a:xfrm>
            <a:off x="4575813" y="4488850"/>
            <a:ext cx="3009900" cy="45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lt1"/>
                </a:solidFill>
              </a:rPr>
              <a:t>He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8" name="Google Shape;3118;p5"/>
          <p:cNvSpPr txBox="1">
            <a:spLocks noGrp="1"/>
          </p:cNvSpPr>
          <p:nvPr>
            <p:ph type="title"/>
          </p:nvPr>
        </p:nvSpPr>
        <p:spPr>
          <a:xfrm>
            <a:off x="375984" y="340172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solidFill>
                  <a:schemeClr val="lt2"/>
                </a:solidFill>
              </a:rPr>
              <a:t>Exercise: </a:t>
            </a:r>
            <a:r>
              <a:rPr lang="en-GB"/>
              <a:t>Underline the adjectives</a:t>
            </a:r>
            <a:endParaRPr/>
          </a:p>
        </p:txBody>
      </p:sp>
      <p:sp>
        <p:nvSpPr>
          <p:cNvPr id="3119" name="Google Shape;3119;p5"/>
          <p:cNvSpPr/>
          <p:nvPr/>
        </p:nvSpPr>
        <p:spPr>
          <a:xfrm>
            <a:off x="680197" y="2660483"/>
            <a:ext cx="241800" cy="24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0" name="Google Shape;3120;p5"/>
          <p:cNvSpPr/>
          <p:nvPr/>
        </p:nvSpPr>
        <p:spPr>
          <a:xfrm>
            <a:off x="680197" y="3371302"/>
            <a:ext cx="241800" cy="24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1" name="Google Shape;3121;p5"/>
          <p:cNvSpPr/>
          <p:nvPr/>
        </p:nvSpPr>
        <p:spPr>
          <a:xfrm>
            <a:off x="680197" y="3929721"/>
            <a:ext cx="241800" cy="241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2" name="Google Shape;3122;p5"/>
          <p:cNvSpPr/>
          <p:nvPr/>
        </p:nvSpPr>
        <p:spPr>
          <a:xfrm>
            <a:off x="4096598" y="2812883"/>
            <a:ext cx="241800" cy="241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3" name="Google Shape;3123;p5"/>
          <p:cNvSpPr/>
          <p:nvPr/>
        </p:nvSpPr>
        <p:spPr>
          <a:xfrm>
            <a:off x="4096598" y="3447502"/>
            <a:ext cx="241800" cy="241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4" name="Google Shape;3124;p5"/>
          <p:cNvSpPr/>
          <p:nvPr/>
        </p:nvSpPr>
        <p:spPr>
          <a:xfrm>
            <a:off x="4096598" y="4005921"/>
            <a:ext cx="241800" cy="24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5" name="Google Shape;3125;p5"/>
          <p:cNvSpPr txBox="1">
            <a:spLocks noGrp="1"/>
          </p:cNvSpPr>
          <p:nvPr>
            <p:ph type="subTitle" idx="9"/>
          </p:nvPr>
        </p:nvSpPr>
        <p:spPr>
          <a:xfrm>
            <a:off x="956925" y="1483000"/>
            <a:ext cx="3063300" cy="25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hlink"/>
                </a:solidFill>
              </a:rPr>
              <a:t>She is generous and always helps other people.</a:t>
            </a:r>
            <a:endParaRPr sz="160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hlink"/>
                </a:solidFill>
              </a:rPr>
              <a:t>He is cheerful - he makes me smile.</a:t>
            </a:r>
            <a:endParaRPr sz="160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hlink"/>
                </a:solidFill>
              </a:rPr>
              <a:t>My brother is an  honest person, so you can trust him.</a:t>
            </a:r>
            <a:endParaRPr sz="160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hlink"/>
                </a:solidFill>
              </a:rPr>
              <a:t>She is very creative and loves making art.</a:t>
            </a:r>
            <a:endParaRPr sz="160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SzPts val="1100"/>
              <a:buNone/>
            </a:pPr>
            <a:r>
              <a:rPr lang="en-GB" sz="1600">
                <a:solidFill>
                  <a:schemeClr val="hlink"/>
                </a:solidFill>
              </a:rPr>
              <a:t>He is patient with children.</a:t>
            </a:r>
            <a:endParaRPr sz="1600"/>
          </a:p>
        </p:txBody>
      </p:sp>
      <p:sp>
        <p:nvSpPr>
          <p:cNvPr id="3126" name="Google Shape;3126;p5"/>
          <p:cNvSpPr/>
          <p:nvPr/>
        </p:nvSpPr>
        <p:spPr>
          <a:xfrm>
            <a:off x="680197" y="2102064"/>
            <a:ext cx="241800" cy="241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7" name="Google Shape;3127;p5"/>
          <p:cNvSpPr/>
          <p:nvPr/>
        </p:nvSpPr>
        <p:spPr>
          <a:xfrm>
            <a:off x="680197" y="1467445"/>
            <a:ext cx="241800" cy="241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8" name="Google Shape;3128;p5"/>
          <p:cNvSpPr/>
          <p:nvPr/>
        </p:nvSpPr>
        <p:spPr>
          <a:xfrm>
            <a:off x="4096598" y="2025864"/>
            <a:ext cx="241800" cy="24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9" name="Google Shape;3129;p5"/>
          <p:cNvSpPr/>
          <p:nvPr/>
        </p:nvSpPr>
        <p:spPr>
          <a:xfrm>
            <a:off x="4096598" y="1391245"/>
            <a:ext cx="241800" cy="24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0" name="Google Shape;3130;p5"/>
          <p:cNvSpPr txBox="1"/>
          <p:nvPr/>
        </p:nvSpPr>
        <p:spPr>
          <a:xfrm>
            <a:off x="4417175" y="1315625"/>
            <a:ext cx="3560100" cy="3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They are hardworking and never give up.</a:t>
            </a:r>
            <a:endParaRPr sz="1600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She is kind to everyone she meets, always trying to help other people. </a:t>
            </a:r>
            <a:endParaRPr sz="1600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He is friendly - always welcoming everyone with a smile. </a:t>
            </a:r>
            <a:endParaRPr sz="1600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She is a reliable person, so you can always count on her.</a:t>
            </a:r>
            <a:endParaRPr sz="1600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 find him very funny, because he tells great jokes.</a:t>
            </a:r>
            <a:endParaRPr sz="16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Google Shape;3135;g370d5b8649a_0_2"/>
          <p:cNvSpPr txBox="1">
            <a:spLocks noGrp="1"/>
          </p:cNvSpPr>
          <p:nvPr>
            <p:ph type="title"/>
          </p:nvPr>
        </p:nvSpPr>
        <p:spPr>
          <a:xfrm>
            <a:off x="375984" y="340172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solidFill>
                  <a:schemeClr val="lt2"/>
                </a:solidFill>
              </a:rPr>
              <a:t>Exercise: </a:t>
            </a:r>
            <a:r>
              <a:rPr lang="en-GB"/>
              <a:t>Underline the adjectives</a:t>
            </a:r>
            <a:endParaRPr/>
          </a:p>
        </p:txBody>
      </p:sp>
      <p:sp>
        <p:nvSpPr>
          <p:cNvPr id="3136" name="Google Shape;3136;g370d5b8649a_0_2"/>
          <p:cNvSpPr/>
          <p:nvPr/>
        </p:nvSpPr>
        <p:spPr>
          <a:xfrm>
            <a:off x="680197" y="2660483"/>
            <a:ext cx="241800" cy="24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7" name="Google Shape;3137;g370d5b8649a_0_2"/>
          <p:cNvSpPr/>
          <p:nvPr/>
        </p:nvSpPr>
        <p:spPr>
          <a:xfrm>
            <a:off x="680197" y="3371302"/>
            <a:ext cx="241800" cy="24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8" name="Google Shape;3138;g370d5b8649a_0_2"/>
          <p:cNvSpPr/>
          <p:nvPr/>
        </p:nvSpPr>
        <p:spPr>
          <a:xfrm>
            <a:off x="680197" y="3929721"/>
            <a:ext cx="241800" cy="241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9" name="Google Shape;3139;g370d5b8649a_0_2"/>
          <p:cNvSpPr/>
          <p:nvPr/>
        </p:nvSpPr>
        <p:spPr>
          <a:xfrm>
            <a:off x="4096598" y="2812883"/>
            <a:ext cx="241800" cy="241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0" name="Google Shape;3140;g370d5b8649a_0_2"/>
          <p:cNvSpPr/>
          <p:nvPr/>
        </p:nvSpPr>
        <p:spPr>
          <a:xfrm>
            <a:off x="4096598" y="3447502"/>
            <a:ext cx="241800" cy="241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1" name="Google Shape;3141;g370d5b8649a_0_2"/>
          <p:cNvSpPr/>
          <p:nvPr/>
        </p:nvSpPr>
        <p:spPr>
          <a:xfrm>
            <a:off x="4096598" y="4005921"/>
            <a:ext cx="241800" cy="24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2" name="Google Shape;3142;g370d5b8649a_0_2"/>
          <p:cNvSpPr txBox="1">
            <a:spLocks noGrp="1"/>
          </p:cNvSpPr>
          <p:nvPr>
            <p:ph type="subTitle" idx="9"/>
          </p:nvPr>
        </p:nvSpPr>
        <p:spPr>
          <a:xfrm>
            <a:off x="986189" y="1530243"/>
            <a:ext cx="3063300" cy="25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hlink"/>
                </a:solidFill>
              </a:rPr>
              <a:t>She is generous and always helps other people.</a:t>
            </a:r>
            <a:endParaRPr sz="1600" dirty="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hlink"/>
                </a:solidFill>
              </a:rPr>
              <a:t>He is cheerful - he makes me smile.</a:t>
            </a:r>
            <a:endParaRPr sz="1600" dirty="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hlink"/>
                </a:solidFill>
              </a:rPr>
              <a:t>My brother is an  honest person, so you can trust him.</a:t>
            </a:r>
            <a:endParaRPr sz="1600" dirty="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hlink"/>
                </a:solidFill>
              </a:rPr>
              <a:t>She is very creative and loves making art.</a:t>
            </a:r>
            <a:endParaRPr sz="1600" dirty="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SzPts val="1100"/>
              <a:buNone/>
            </a:pPr>
            <a:r>
              <a:rPr lang="en-GB" sz="1600" dirty="0">
                <a:solidFill>
                  <a:schemeClr val="hlink"/>
                </a:solidFill>
              </a:rPr>
              <a:t>He is patient with children.</a:t>
            </a:r>
            <a:endParaRPr sz="1600" dirty="0"/>
          </a:p>
        </p:txBody>
      </p:sp>
      <p:sp>
        <p:nvSpPr>
          <p:cNvPr id="3143" name="Google Shape;3143;g370d5b8649a_0_2"/>
          <p:cNvSpPr/>
          <p:nvPr/>
        </p:nvSpPr>
        <p:spPr>
          <a:xfrm>
            <a:off x="680197" y="2102064"/>
            <a:ext cx="241800" cy="241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4" name="Google Shape;3144;g370d5b8649a_0_2"/>
          <p:cNvSpPr/>
          <p:nvPr/>
        </p:nvSpPr>
        <p:spPr>
          <a:xfrm>
            <a:off x="680197" y="1467445"/>
            <a:ext cx="241800" cy="241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5" name="Google Shape;3145;g370d5b8649a_0_2"/>
          <p:cNvSpPr/>
          <p:nvPr/>
        </p:nvSpPr>
        <p:spPr>
          <a:xfrm>
            <a:off x="4096598" y="2025864"/>
            <a:ext cx="241800" cy="24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6" name="Google Shape;3146;g370d5b8649a_0_2"/>
          <p:cNvSpPr/>
          <p:nvPr/>
        </p:nvSpPr>
        <p:spPr>
          <a:xfrm>
            <a:off x="4096598" y="1391245"/>
            <a:ext cx="241800" cy="24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7" name="Google Shape;3147;g370d5b8649a_0_2"/>
          <p:cNvCxnSpPr/>
          <p:nvPr/>
        </p:nvCxnSpPr>
        <p:spPr>
          <a:xfrm>
            <a:off x="1626850" y="1588343"/>
            <a:ext cx="666600" cy="0"/>
          </a:xfrm>
          <a:prstGeom prst="straightConnector1">
            <a:avLst/>
          </a:prstGeom>
          <a:noFill/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0"/>
              </a:srgbClr>
            </a:outerShdw>
          </a:effectLst>
        </p:spPr>
      </p:cxnSp>
      <p:sp>
        <p:nvSpPr>
          <p:cNvPr id="3148" name="Google Shape;3148;g370d5b8649a_0_2"/>
          <p:cNvSpPr txBox="1"/>
          <p:nvPr/>
        </p:nvSpPr>
        <p:spPr>
          <a:xfrm>
            <a:off x="4417175" y="1315625"/>
            <a:ext cx="3560100" cy="3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They are hardworking and never give up.</a:t>
            </a:r>
            <a:endParaRPr sz="1600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She is kind to everyone she meets, always trying to help other people. </a:t>
            </a:r>
            <a:endParaRPr sz="1600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He is friendly - always welcoming everyone with a smile. </a:t>
            </a:r>
            <a:endParaRPr sz="1600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She is a reliable person, so you can always count on her.</a:t>
            </a:r>
            <a:endParaRPr sz="1600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 find him very funny, because he tells great jokes.</a:t>
            </a:r>
            <a:endParaRPr sz="16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3149" name="Google Shape;3149;g370d5b8649a_0_2"/>
          <p:cNvCxnSpPr/>
          <p:nvPr/>
        </p:nvCxnSpPr>
        <p:spPr>
          <a:xfrm>
            <a:off x="1474450" y="2350343"/>
            <a:ext cx="666600" cy="0"/>
          </a:xfrm>
          <a:prstGeom prst="straightConnector1">
            <a:avLst/>
          </a:prstGeom>
          <a:noFill/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3150" name="Google Shape;3150;g370d5b8649a_0_2"/>
          <p:cNvCxnSpPr/>
          <p:nvPr/>
        </p:nvCxnSpPr>
        <p:spPr>
          <a:xfrm>
            <a:off x="2354159" y="2741150"/>
            <a:ext cx="595500" cy="0"/>
          </a:xfrm>
          <a:prstGeom prst="straightConnector1">
            <a:avLst/>
          </a:prstGeom>
          <a:noFill/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3151" name="Google Shape;3151;g370d5b8649a_0_2"/>
          <p:cNvCxnSpPr/>
          <p:nvPr/>
        </p:nvCxnSpPr>
        <p:spPr>
          <a:xfrm>
            <a:off x="1931650" y="3417143"/>
            <a:ext cx="666600" cy="0"/>
          </a:xfrm>
          <a:prstGeom prst="straightConnector1">
            <a:avLst/>
          </a:prstGeom>
          <a:noFill/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3152" name="Google Shape;3152;g370d5b8649a_0_2"/>
          <p:cNvCxnSpPr/>
          <p:nvPr/>
        </p:nvCxnSpPr>
        <p:spPr>
          <a:xfrm>
            <a:off x="1398250" y="4102943"/>
            <a:ext cx="666600" cy="0"/>
          </a:xfrm>
          <a:prstGeom prst="straightConnector1">
            <a:avLst/>
          </a:prstGeom>
          <a:noFill/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3153" name="Google Shape;3153;g370d5b8649a_0_2"/>
          <p:cNvCxnSpPr>
            <a:cxnSpLocks/>
          </p:cNvCxnSpPr>
          <p:nvPr/>
        </p:nvCxnSpPr>
        <p:spPr>
          <a:xfrm flipV="1">
            <a:off x="5653314" y="4171518"/>
            <a:ext cx="402036" cy="3"/>
          </a:xfrm>
          <a:prstGeom prst="straightConnector1">
            <a:avLst/>
          </a:prstGeom>
          <a:noFill/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3154" name="Google Shape;3154;g370d5b8649a_0_2"/>
          <p:cNvCxnSpPr/>
          <p:nvPr/>
        </p:nvCxnSpPr>
        <p:spPr>
          <a:xfrm>
            <a:off x="5189100" y="3506714"/>
            <a:ext cx="532800" cy="0"/>
          </a:xfrm>
          <a:prstGeom prst="straightConnector1">
            <a:avLst/>
          </a:prstGeom>
          <a:noFill/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3155" name="Google Shape;3155;g370d5b8649a_0_2"/>
          <p:cNvCxnSpPr/>
          <p:nvPr/>
        </p:nvCxnSpPr>
        <p:spPr>
          <a:xfrm>
            <a:off x="4903450" y="2807543"/>
            <a:ext cx="666600" cy="0"/>
          </a:xfrm>
          <a:prstGeom prst="straightConnector1">
            <a:avLst/>
          </a:prstGeom>
          <a:noFill/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3156" name="Google Shape;3156;g370d5b8649a_0_2"/>
          <p:cNvCxnSpPr>
            <a:cxnSpLocks/>
          </p:cNvCxnSpPr>
          <p:nvPr/>
        </p:nvCxnSpPr>
        <p:spPr>
          <a:xfrm>
            <a:off x="4979650" y="2121743"/>
            <a:ext cx="339836" cy="0"/>
          </a:xfrm>
          <a:prstGeom prst="straightConnector1">
            <a:avLst/>
          </a:prstGeom>
          <a:noFill/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3157" name="Google Shape;3157;g370d5b8649a_0_2"/>
          <p:cNvCxnSpPr/>
          <p:nvPr/>
        </p:nvCxnSpPr>
        <p:spPr>
          <a:xfrm>
            <a:off x="5189100" y="1700550"/>
            <a:ext cx="1065900" cy="0"/>
          </a:xfrm>
          <a:prstGeom prst="straightConnector1">
            <a:avLst/>
          </a:prstGeom>
          <a:noFill/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4900"/>
              </a:srgbClr>
            </a:outerShdw>
          </a:effec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2" name="Google Shape;3162;g26c7be5ecad_0_0"/>
          <p:cNvSpPr txBox="1">
            <a:spLocks noGrp="1"/>
          </p:cNvSpPr>
          <p:nvPr>
            <p:ph type="subTitle" idx="6"/>
          </p:nvPr>
        </p:nvSpPr>
        <p:spPr>
          <a:xfrm>
            <a:off x="720000" y="1827650"/>
            <a:ext cx="1092600" cy="27756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GB" sz="1600" b="1">
                <a:solidFill>
                  <a:schemeClr val="lt2"/>
                </a:solidFill>
              </a:rPr>
              <a:t>-able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GB" sz="1600" b="1">
                <a:solidFill>
                  <a:schemeClr val="lt2"/>
                </a:solidFill>
              </a:rPr>
              <a:t>-ous</a:t>
            </a:r>
            <a:endParaRPr sz="1600" b="1">
              <a:solidFill>
                <a:schemeClr val="lt2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GB" sz="1600" b="1">
                <a:solidFill>
                  <a:schemeClr val="lt2"/>
                </a:solidFill>
              </a:rPr>
              <a:t>-ent</a:t>
            </a:r>
            <a:endParaRPr sz="1600" b="1">
              <a:solidFill>
                <a:schemeClr val="lt2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GB" sz="1600" b="1">
                <a:solidFill>
                  <a:schemeClr val="lt2"/>
                </a:solidFill>
              </a:rPr>
              <a:t>-less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GB" sz="1600" b="1">
                <a:solidFill>
                  <a:schemeClr val="lt2"/>
                </a:solidFill>
              </a:rPr>
              <a:t>-ic</a:t>
            </a:r>
            <a:endParaRPr sz="1600" b="1">
              <a:solidFill>
                <a:schemeClr val="lt2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GB" sz="1600" b="1">
                <a:solidFill>
                  <a:schemeClr val="lt2"/>
                </a:solidFill>
              </a:rPr>
              <a:t>-y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GB" sz="1600" b="1">
                <a:solidFill>
                  <a:schemeClr val="lt2"/>
                </a:solidFill>
                <a:highlight>
                  <a:srgbClr val="FFFF00"/>
                </a:highlight>
              </a:rPr>
              <a:t>-ed</a:t>
            </a:r>
            <a:endParaRPr>
              <a:highlight>
                <a:srgbClr val="FFFF00"/>
              </a:highlight>
            </a:endParaRPr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GB" sz="1600" b="1">
                <a:solidFill>
                  <a:schemeClr val="lt2"/>
                </a:solidFill>
              </a:rPr>
              <a:t>-some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GB" sz="1600" b="1">
                <a:solidFill>
                  <a:schemeClr val="lt2"/>
                </a:solidFill>
              </a:rPr>
              <a:t>-like</a:t>
            </a:r>
            <a:endParaRPr/>
          </a:p>
        </p:txBody>
      </p:sp>
      <p:sp>
        <p:nvSpPr>
          <p:cNvPr id="3163" name="Google Shape;3163;g26c7be5ecad_0_0"/>
          <p:cNvSpPr txBox="1">
            <a:spLocks noGrp="1"/>
          </p:cNvSpPr>
          <p:nvPr>
            <p:ph type="subTitle" idx="5"/>
          </p:nvPr>
        </p:nvSpPr>
        <p:spPr>
          <a:xfrm>
            <a:off x="720000" y="1237075"/>
            <a:ext cx="1092600" cy="45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-GB"/>
              <a:t>Suffix</a:t>
            </a:r>
            <a:endParaRPr/>
          </a:p>
        </p:txBody>
      </p:sp>
      <p:sp>
        <p:nvSpPr>
          <p:cNvPr id="3164" name="Google Shape;3164;g26c7be5ecad_0_0"/>
          <p:cNvSpPr txBox="1">
            <a:spLocks noGrp="1"/>
          </p:cNvSpPr>
          <p:nvPr>
            <p:ph type="title"/>
          </p:nvPr>
        </p:nvSpPr>
        <p:spPr>
          <a:xfrm>
            <a:off x="641475" y="54000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solidFill>
                  <a:schemeClr val="lt2"/>
                </a:solidFill>
              </a:rPr>
              <a:t>Ending letters </a:t>
            </a:r>
            <a:r>
              <a:rPr lang="en-GB"/>
              <a:t>(SUFFIX)</a:t>
            </a:r>
            <a:endParaRPr/>
          </a:p>
        </p:txBody>
      </p:sp>
      <p:sp>
        <p:nvSpPr>
          <p:cNvPr id="3165" name="Google Shape;3165;g26c7be5ecad_0_0"/>
          <p:cNvSpPr txBox="1"/>
          <p:nvPr/>
        </p:nvSpPr>
        <p:spPr>
          <a:xfrm>
            <a:off x="1894112" y="1827650"/>
            <a:ext cx="2601000" cy="27759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drink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delici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excell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care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artist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tid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interest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hand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some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child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like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6" name="Google Shape;3166;g26c7be5ecad_0_0"/>
          <p:cNvSpPr txBox="1"/>
          <p:nvPr/>
        </p:nvSpPr>
        <p:spPr>
          <a:xfrm>
            <a:off x="1894112" y="1237075"/>
            <a:ext cx="2601000" cy="45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ebas Neue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Example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7" name="Google Shape;3167;g26c7be5ecad_0_0"/>
          <p:cNvSpPr txBox="1"/>
          <p:nvPr/>
        </p:nvSpPr>
        <p:spPr>
          <a:xfrm>
            <a:off x="4648650" y="1827650"/>
            <a:ext cx="1092600" cy="27759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-</a:t>
            </a:r>
            <a:r>
              <a:rPr lang="en-GB" sz="1600" b="1" i="0" u="none" strike="noStrike" cap="none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ible</a:t>
            </a:r>
            <a:endParaRPr sz="1600" b="1" i="0" u="none" strike="noStrike" cap="none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-ive</a:t>
            </a:r>
            <a:endParaRPr sz="1600" b="1" i="0" u="none" strike="noStrike" cap="none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-ant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-ful</a:t>
            </a:r>
            <a:endParaRPr sz="1600" b="1" i="0" u="none" strike="noStrike" cap="none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-ly</a:t>
            </a:r>
            <a:endParaRPr sz="1600" b="1" i="0" u="none" strike="noStrike" cap="none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-al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-</a:t>
            </a:r>
            <a:r>
              <a:rPr lang="en-GB" sz="1600" b="1" i="0" u="none" strike="noStrike" cap="none">
                <a:solidFill>
                  <a:schemeClr val="lt2"/>
                </a:solidFill>
                <a:highlight>
                  <a:srgbClr val="FFFF00"/>
                </a:highlight>
                <a:latin typeface="Barlow Semi Condensed"/>
                <a:ea typeface="Barlow Semi Condensed"/>
                <a:cs typeface="Barlow Semi Condensed"/>
                <a:sym typeface="Barlow Semi Condensed"/>
              </a:rPr>
              <a:t>ing</a:t>
            </a:r>
            <a:endParaRPr sz="1600" b="1" i="0" u="none" strike="noStrike" cap="none">
              <a:solidFill>
                <a:schemeClr val="lt2"/>
              </a:solidFill>
              <a:highlight>
                <a:srgbClr val="FFFF00"/>
              </a:highlight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-ish</a:t>
            </a:r>
            <a:endParaRPr sz="1600" b="1" i="0" u="none" strike="noStrike" cap="none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8" name="Google Shape;3168;g26c7be5ecad_0_0"/>
          <p:cNvSpPr txBox="1"/>
          <p:nvPr/>
        </p:nvSpPr>
        <p:spPr>
          <a:xfrm>
            <a:off x="4572000" y="1237075"/>
            <a:ext cx="1092600" cy="45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ebas Neue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Suffix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9" name="Google Shape;3169;g26c7be5ecad_0_0"/>
          <p:cNvSpPr txBox="1"/>
          <p:nvPr/>
        </p:nvSpPr>
        <p:spPr>
          <a:xfrm>
            <a:off x="5741253" y="1237075"/>
            <a:ext cx="2682600" cy="45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ebas Neue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Example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0" name="Google Shape;3170;g26c7be5ecad_0_0"/>
          <p:cNvSpPr txBox="1"/>
          <p:nvPr/>
        </p:nvSpPr>
        <p:spPr>
          <a:xfrm>
            <a:off x="5741253" y="1936775"/>
            <a:ext cx="2682600" cy="27759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poss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attract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import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care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love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profession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interest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child</a:t>
            </a: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ish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" name="Google Shape;3175;p7"/>
          <p:cNvSpPr txBox="1">
            <a:spLocks noGrp="1"/>
          </p:cNvSpPr>
          <p:nvPr>
            <p:ph type="subTitle" idx="6"/>
          </p:nvPr>
        </p:nvSpPr>
        <p:spPr>
          <a:xfrm>
            <a:off x="720000" y="1827650"/>
            <a:ext cx="1092600" cy="15342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GB" sz="1600" b="1">
                <a:solidFill>
                  <a:schemeClr val="lt2"/>
                </a:solidFill>
              </a:rPr>
              <a:t>un-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GB" sz="1600" b="1">
                <a:solidFill>
                  <a:schemeClr val="lt2"/>
                </a:solidFill>
              </a:rPr>
              <a:t>im-</a:t>
            </a:r>
            <a:endParaRPr sz="1600" b="1">
              <a:solidFill>
                <a:schemeClr val="lt2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GB" sz="1600" b="1">
                <a:solidFill>
                  <a:schemeClr val="lt2"/>
                </a:solidFill>
              </a:rPr>
              <a:t>il-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GB" sz="1600" b="1">
                <a:solidFill>
                  <a:schemeClr val="lt2"/>
                </a:solidFill>
              </a:rPr>
              <a:t>dis-</a:t>
            </a:r>
            <a:endParaRPr/>
          </a:p>
        </p:txBody>
      </p:sp>
      <p:sp>
        <p:nvSpPr>
          <p:cNvPr id="3176" name="Google Shape;3176;p7"/>
          <p:cNvSpPr txBox="1">
            <a:spLocks noGrp="1"/>
          </p:cNvSpPr>
          <p:nvPr>
            <p:ph type="subTitle" idx="5"/>
          </p:nvPr>
        </p:nvSpPr>
        <p:spPr>
          <a:xfrm>
            <a:off x="720000" y="1237075"/>
            <a:ext cx="1092600" cy="45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-GB"/>
              <a:t>Prefix</a:t>
            </a:r>
            <a:endParaRPr/>
          </a:p>
        </p:txBody>
      </p:sp>
      <p:sp>
        <p:nvSpPr>
          <p:cNvPr id="3177" name="Google Shape;3177;p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solidFill>
                  <a:schemeClr val="lt2"/>
                </a:solidFill>
              </a:rPr>
              <a:t>Beginning letters </a:t>
            </a:r>
            <a:r>
              <a:rPr lang="en-GB"/>
              <a:t>(PREFIX)</a:t>
            </a:r>
            <a:endParaRPr/>
          </a:p>
        </p:txBody>
      </p:sp>
      <p:sp>
        <p:nvSpPr>
          <p:cNvPr id="3178" name="Google Shape;3178;p7"/>
          <p:cNvSpPr txBox="1"/>
          <p:nvPr/>
        </p:nvSpPr>
        <p:spPr>
          <a:xfrm>
            <a:off x="2075712" y="1932350"/>
            <a:ext cx="2601000" cy="15342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Un</a:t>
            </a: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happy</a:t>
            </a:r>
            <a:endParaRPr sz="1600" b="1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Im</a:t>
            </a: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polite</a:t>
            </a:r>
            <a:endParaRPr sz="1600" b="1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Il</a:t>
            </a: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legal</a:t>
            </a:r>
            <a:endParaRPr sz="1600" b="1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u="sng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dis</a:t>
            </a:r>
            <a:r>
              <a:rPr lang="en-GB" sz="16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loyal</a:t>
            </a:r>
            <a:endParaRPr sz="1600" b="1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179" name="Google Shape;3179;p7"/>
          <p:cNvSpPr txBox="1"/>
          <p:nvPr/>
        </p:nvSpPr>
        <p:spPr>
          <a:xfrm>
            <a:off x="1894112" y="1237075"/>
            <a:ext cx="2601106" cy="45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ebas Neue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Example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0" name="Google Shape;3180;p7"/>
          <p:cNvSpPr txBox="1"/>
          <p:nvPr/>
        </p:nvSpPr>
        <p:spPr>
          <a:xfrm>
            <a:off x="4571938" y="1932350"/>
            <a:ext cx="1092600" cy="15342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in-</a:t>
            </a:r>
            <a:endParaRPr sz="1600" b="1" i="0" u="none" strike="noStrike" cap="none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ir-</a:t>
            </a:r>
            <a:endParaRPr sz="1600" b="1" i="0" u="none" strike="noStrike" cap="none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non-</a:t>
            </a:r>
            <a:endParaRPr sz="1600" b="1" i="0" u="none" strike="noStrike" cap="none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1" name="Google Shape;3181;p7"/>
          <p:cNvSpPr txBox="1"/>
          <p:nvPr/>
        </p:nvSpPr>
        <p:spPr>
          <a:xfrm>
            <a:off x="4572000" y="1237075"/>
            <a:ext cx="1092471" cy="45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ebas Neue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Prefix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2" name="Google Shape;3182;p7"/>
          <p:cNvSpPr txBox="1"/>
          <p:nvPr/>
        </p:nvSpPr>
        <p:spPr>
          <a:xfrm>
            <a:off x="5741253" y="1827650"/>
            <a:ext cx="2682600" cy="15342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</a:t>
            </a: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correct</a:t>
            </a:r>
            <a:endParaRPr sz="1600" b="1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sng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Ir</a:t>
            </a: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regular</a:t>
            </a:r>
            <a:endParaRPr sz="1600" b="1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u="sng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non</a:t>
            </a:r>
            <a:r>
              <a:rPr lang="en-GB" sz="16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-academic</a:t>
            </a:r>
            <a:endParaRPr sz="1600" b="1" i="0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3" name="Google Shape;3183;p7"/>
          <p:cNvSpPr txBox="1"/>
          <p:nvPr/>
        </p:nvSpPr>
        <p:spPr>
          <a:xfrm>
            <a:off x="5741253" y="1237075"/>
            <a:ext cx="2682747" cy="45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ebas Neue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Example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g3730144922e_0_0"/>
          <p:cNvSpPr txBox="1">
            <a:spLocks noGrp="1"/>
          </p:cNvSpPr>
          <p:nvPr>
            <p:ph type="subTitle" idx="6"/>
          </p:nvPr>
        </p:nvSpPr>
        <p:spPr>
          <a:xfrm>
            <a:off x="801500" y="1749125"/>
            <a:ext cx="1092600" cy="15342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GB" sz="1600" b="1">
                <a:solidFill>
                  <a:schemeClr val="lt2"/>
                </a:solidFill>
              </a:rPr>
              <a:t>Pre-</a:t>
            </a:r>
            <a:endParaRPr sz="1600" b="1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GB" sz="1600" b="1">
                <a:solidFill>
                  <a:schemeClr val="lt2"/>
                </a:solidFill>
              </a:rPr>
              <a:t>over-</a:t>
            </a:r>
            <a:endParaRPr sz="1600" b="1">
              <a:solidFill>
                <a:schemeClr val="lt2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GB" sz="1600" b="1">
                <a:solidFill>
                  <a:schemeClr val="lt2"/>
                </a:solidFill>
              </a:rPr>
              <a:t>…</a:t>
            </a:r>
            <a:endParaRPr/>
          </a:p>
        </p:txBody>
      </p:sp>
      <p:sp>
        <p:nvSpPr>
          <p:cNvPr id="3189" name="Google Shape;3189;g3730144922e_0_0"/>
          <p:cNvSpPr txBox="1">
            <a:spLocks noGrp="1"/>
          </p:cNvSpPr>
          <p:nvPr>
            <p:ph type="subTitle" idx="5"/>
          </p:nvPr>
        </p:nvSpPr>
        <p:spPr>
          <a:xfrm>
            <a:off x="877075" y="1237075"/>
            <a:ext cx="1092600" cy="45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-GB"/>
              <a:t>Prefix</a:t>
            </a:r>
            <a:endParaRPr/>
          </a:p>
        </p:txBody>
      </p:sp>
      <p:sp>
        <p:nvSpPr>
          <p:cNvPr id="3190" name="Google Shape;3190;g3730144922e_0_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solidFill>
                  <a:schemeClr val="lt2"/>
                </a:solidFill>
              </a:rPr>
              <a:t>Beginning letters </a:t>
            </a:r>
            <a:r>
              <a:rPr lang="en-GB"/>
              <a:t>(PREFIX)</a:t>
            </a:r>
            <a:endParaRPr/>
          </a:p>
        </p:txBody>
      </p:sp>
      <p:sp>
        <p:nvSpPr>
          <p:cNvPr id="3191" name="Google Shape;3191;g3730144922e_0_0"/>
          <p:cNvSpPr txBox="1"/>
          <p:nvPr/>
        </p:nvSpPr>
        <p:spPr>
          <a:xfrm>
            <a:off x="1932487" y="1827650"/>
            <a:ext cx="2601000" cy="15342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u="sng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Precooked</a:t>
            </a:r>
            <a:endParaRPr sz="1600" b="1" u="sng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u="sng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overcooked</a:t>
            </a:r>
            <a:endParaRPr sz="1600" b="1" u="sng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…</a:t>
            </a:r>
            <a:endParaRPr sz="1600" b="1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192" name="Google Shape;3192;g3730144922e_0_0"/>
          <p:cNvSpPr txBox="1"/>
          <p:nvPr/>
        </p:nvSpPr>
        <p:spPr>
          <a:xfrm>
            <a:off x="1894112" y="1237075"/>
            <a:ext cx="2601000" cy="45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ebas Neue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Example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3" name="Google Shape;3193;g3730144922e_0_0"/>
          <p:cNvSpPr txBox="1"/>
          <p:nvPr/>
        </p:nvSpPr>
        <p:spPr>
          <a:xfrm>
            <a:off x="4571875" y="1827650"/>
            <a:ext cx="1092600" cy="15342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bi-</a:t>
            </a:r>
            <a:endParaRPr sz="1600" b="1" i="0" u="none" strike="noStrike" cap="none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co-</a:t>
            </a:r>
            <a:endParaRPr sz="1600" b="1" i="0" u="none" strike="noStrike" cap="none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endParaRPr sz="1600" b="1" i="0" u="none" strike="noStrike" cap="none">
              <a:solidFill>
                <a:schemeClr val="lt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lt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4" name="Google Shape;3194;g3730144922e_0_0"/>
          <p:cNvSpPr txBox="1"/>
          <p:nvPr/>
        </p:nvSpPr>
        <p:spPr>
          <a:xfrm>
            <a:off x="4572000" y="1237075"/>
            <a:ext cx="1092600" cy="45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ebas Neue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Prefix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5" name="Google Shape;3195;g3730144922e_0_0"/>
          <p:cNvSpPr txBox="1"/>
          <p:nvPr/>
        </p:nvSpPr>
        <p:spPr>
          <a:xfrm>
            <a:off x="5664478" y="1827650"/>
            <a:ext cx="2682600" cy="1534200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u="sng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bi</a:t>
            </a:r>
            <a:r>
              <a:rPr lang="en-GB" sz="16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lingual</a:t>
            </a:r>
            <a:endParaRPr sz="1600" b="1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u="sng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</a:t>
            </a:r>
            <a:r>
              <a:rPr lang="en-GB" sz="16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dependent</a:t>
            </a:r>
            <a:endParaRPr sz="1600" b="1" i="0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endParaRPr sz="1600" b="1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6" name="Google Shape;3196;g3730144922e_0_0"/>
          <p:cNvSpPr txBox="1"/>
          <p:nvPr/>
        </p:nvSpPr>
        <p:spPr>
          <a:xfrm>
            <a:off x="5741253" y="1237075"/>
            <a:ext cx="2682600" cy="457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ebas Neue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Example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1" name="Google Shape;3201;g36d8d8f795f_0_15"/>
          <p:cNvSpPr/>
          <p:nvPr/>
        </p:nvSpPr>
        <p:spPr>
          <a:xfrm>
            <a:off x="643750" y="1515773"/>
            <a:ext cx="7133400" cy="229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02" name="Google Shape;3202;g36d8d8f795f_0_15"/>
          <p:cNvSpPr txBox="1">
            <a:spLocks noGrp="1"/>
          </p:cNvSpPr>
          <p:nvPr>
            <p:ph type="title"/>
          </p:nvPr>
        </p:nvSpPr>
        <p:spPr>
          <a:xfrm>
            <a:off x="364025" y="323500"/>
            <a:ext cx="7766400" cy="6942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Exercise: fill in the blanks with the correct prefix or suffix</a:t>
            </a:r>
            <a:endParaRPr sz="2200"/>
          </a:p>
        </p:txBody>
      </p:sp>
      <p:sp>
        <p:nvSpPr>
          <p:cNvPr id="3203" name="Google Shape;3203;g36d8d8f795f_0_15"/>
          <p:cNvSpPr txBox="1"/>
          <p:nvPr/>
        </p:nvSpPr>
        <p:spPr>
          <a:xfrm>
            <a:off x="872225" y="1706625"/>
            <a:ext cx="6687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 have a classmate named Mia. She is a very </a:t>
            </a:r>
            <a:r>
              <a:rPr lang="en-GB" sz="1600" b="1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friend___</a:t>
            </a: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girl with a </a:t>
            </a:r>
            <a:r>
              <a:rPr lang="en-GB" sz="1600" b="1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love___</a:t>
            </a: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smile. Her hair is long and a bit </a:t>
            </a:r>
            <a:r>
              <a:rPr lang="en-GB" sz="1600" b="1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mess___</a:t>
            </a: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but it suits her. She is always </a:t>
            </a:r>
            <a:r>
              <a:rPr lang="en-GB" sz="1600" b="1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help____</a:t>
            </a: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to others, and people really like her. Unlike some </a:t>
            </a:r>
            <a:r>
              <a:rPr lang="en-GB" sz="1600" b="1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care_____</a:t>
            </a: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students, she is very </a:t>
            </a:r>
            <a:r>
              <a:rPr lang="en-GB" sz="1600" b="1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organize___</a:t>
            </a: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keeps her desk neat. Mia also has a beautiful face and a </a:t>
            </a:r>
            <a:r>
              <a:rPr lang="en-GB" sz="1600" b="1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wonder____ </a:t>
            </a: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personality. I don’t think she has any </a:t>
            </a:r>
            <a:r>
              <a:rPr lang="en-GB" sz="1600" b="1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____honest</a:t>
            </a:r>
            <a:r>
              <a:rPr lang="en-GB" sz="160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thoughts—she’s always honest and kind.</a:t>
            </a:r>
            <a:endParaRPr sz="1600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04" name="Google Shape;3204;g36d8d8f795f_0_15"/>
          <p:cNvSpPr txBox="1"/>
          <p:nvPr/>
        </p:nvSpPr>
        <p:spPr>
          <a:xfrm>
            <a:off x="5994535" y="1985700"/>
            <a:ext cx="8301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endParaRPr sz="1800" b="1" i="0" u="none" strike="noStrike" cap="non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05" name="Google Shape;3205;g36d8d8f795f_0_15"/>
          <p:cNvSpPr txBox="1"/>
          <p:nvPr/>
        </p:nvSpPr>
        <p:spPr>
          <a:xfrm>
            <a:off x="4318135" y="2214300"/>
            <a:ext cx="8301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endParaRPr sz="1800" b="1" i="0" u="none" strike="noStrike" cap="non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06" name="Google Shape;3206;g36d8d8f795f_0_15"/>
          <p:cNvSpPr txBox="1"/>
          <p:nvPr/>
        </p:nvSpPr>
        <p:spPr>
          <a:xfrm>
            <a:off x="4851530" y="1680900"/>
            <a:ext cx="381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endParaRPr sz="1800" b="1" i="0" u="none" strike="noStrike" cap="non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07" name="Google Shape;3207;g36d8d8f795f_0_15"/>
          <p:cNvSpPr txBox="1"/>
          <p:nvPr/>
        </p:nvSpPr>
        <p:spPr>
          <a:xfrm>
            <a:off x="6299330" y="1680900"/>
            <a:ext cx="381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endParaRPr sz="1800" b="1" i="0" u="none" strike="noStrike" cap="non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08" name="Google Shape;3208;g36d8d8f795f_0_15"/>
          <p:cNvSpPr txBox="1"/>
          <p:nvPr/>
        </p:nvSpPr>
        <p:spPr>
          <a:xfrm>
            <a:off x="2946530" y="1985700"/>
            <a:ext cx="381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endParaRPr sz="1800" b="1" i="0" u="none" strike="noStrike" cap="non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09" name="Google Shape;3209;g36d8d8f795f_0_15"/>
          <p:cNvSpPr txBox="1"/>
          <p:nvPr/>
        </p:nvSpPr>
        <p:spPr>
          <a:xfrm>
            <a:off x="1574930" y="2519100"/>
            <a:ext cx="381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endParaRPr sz="1800" b="1" i="0" u="none" strike="noStrike" cap="non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10" name="Google Shape;3210;g36d8d8f795f_0_15"/>
          <p:cNvSpPr txBox="1"/>
          <p:nvPr/>
        </p:nvSpPr>
        <p:spPr>
          <a:xfrm>
            <a:off x="1574925" y="2823900"/>
            <a:ext cx="4608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endParaRPr sz="1800" b="1" i="0" u="none" strike="noStrike" cap="non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11" name="Google Shape;3211;g36d8d8f795f_0_15"/>
          <p:cNvSpPr txBox="1"/>
          <p:nvPr/>
        </p:nvSpPr>
        <p:spPr>
          <a:xfrm>
            <a:off x="4851525" y="2823900"/>
            <a:ext cx="4608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endParaRPr sz="1800" b="1" i="0" u="none" strike="noStrike" cap="non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6" name="Google Shape;3216;g36f7d97064a_0_0"/>
          <p:cNvSpPr/>
          <p:nvPr/>
        </p:nvSpPr>
        <p:spPr>
          <a:xfrm>
            <a:off x="643750" y="1515773"/>
            <a:ext cx="7133400" cy="229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17" name="Google Shape;3217;g36f7d97064a_0_0"/>
          <p:cNvSpPr txBox="1">
            <a:spLocks noGrp="1"/>
          </p:cNvSpPr>
          <p:nvPr>
            <p:ph type="title"/>
          </p:nvPr>
        </p:nvSpPr>
        <p:spPr>
          <a:xfrm>
            <a:off x="364025" y="323500"/>
            <a:ext cx="7766400" cy="6942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Exercise: fill in the blanks with the correct prefix or suffix</a:t>
            </a:r>
            <a:endParaRPr sz="2200"/>
          </a:p>
        </p:txBody>
      </p:sp>
      <p:sp>
        <p:nvSpPr>
          <p:cNvPr id="3218" name="Google Shape;3218;g36f7d97064a_0_0"/>
          <p:cNvSpPr txBox="1"/>
          <p:nvPr/>
        </p:nvSpPr>
        <p:spPr>
          <a:xfrm>
            <a:off x="872225" y="1706625"/>
            <a:ext cx="6687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 have a classmate named Mia. She is a very </a:t>
            </a:r>
            <a:r>
              <a:rPr lang="en-GB" sz="1600" b="1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friend___</a:t>
            </a:r>
            <a:r>
              <a:rPr lang="en-GB" sz="1600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girl with a </a:t>
            </a:r>
            <a:r>
              <a:rPr lang="en-GB" sz="1600" b="1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love___</a:t>
            </a:r>
            <a:r>
              <a:rPr lang="en-GB" sz="1600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smile. Her hair is long and a bit </a:t>
            </a:r>
            <a:r>
              <a:rPr lang="en-GB" sz="1600" b="1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mess___</a:t>
            </a:r>
            <a:r>
              <a:rPr lang="en-GB" sz="1600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but it suits her. She is always </a:t>
            </a:r>
            <a:r>
              <a:rPr lang="en-GB" sz="1600" b="1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help____</a:t>
            </a:r>
            <a:r>
              <a:rPr lang="en-GB" sz="1600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to others, and people really like her. Unlike some </a:t>
            </a:r>
            <a:r>
              <a:rPr lang="en-GB" sz="1600" b="1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care_____</a:t>
            </a:r>
            <a:r>
              <a:rPr lang="en-GB" sz="1600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students, she is very </a:t>
            </a:r>
            <a:r>
              <a:rPr lang="en-GB" sz="1600" b="1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organize___</a:t>
            </a:r>
            <a:r>
              <a:rPr lang="en-GB" sz="1600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keeps her desk neat. Mia also has a beautiful face and a </a:t>
            </a:r>
            <a:r>
              <a:rPr lang="en-GB" sz="1600" b="1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wonder____ </a:t>
            </a:r>
            <a:r>
              <a:rPr lang="en-GB" sz="1600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personality. I don’t think she has any </a:t>
            </a:r>
            <a:r>
              <a:rPr lang="en-GB" sz="1600" b="1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____honest</a:t>
            </a:r>
            <a:r>
              <a:rPr lang="en-GB" sz="1600" dirty="0">
                <a:solidFill>
                  <a:schemeClr val="hlink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thoughts—she’s always honest and kind.</a:t>
            </a:r>
            <a:endParaRPr sz="1600" dirty="0">
              <a:solidFill>
                <a:schemeClr val="hlink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19" name="Google Shape;3219;g36f7d97064a_0_0"/>
          <p:cNvSpPr txBox="1"/>
          <p:nvPr/>
        </p:nvSpPr>
        <p:spPr>
          <a:xfrm>
            <a:off x="6312467" y="2201310"/>
            <a:ext cx="8301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800" b="1" i="0" u="none" strike="noStrike" cap="none" dirty="0" err="1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ful</a:t>
            </a:r>
            <a:endParaRPr sz="1800" b="1" i="0" u="none" strike="noStrike" cap="none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20" name="Google Shape;3220;g36f7d97064a_0_0"/>
          <p:cNvSpPr txBox="1"/>
          <p:nvPr/>
        </p:nvSpPr>
        <p:spPr>
          <a:xfrm>
            <a:off x="4873956" y="2428425"/>
            <a:ext cx="8301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800" b="1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less</a:t>
            </a:r>
            <a:endParaRPr sz="1800" b="1" i="0" u="none" strike="noStrike" cap="none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21" name="Google Shape;3221;g36f7d97064a_0_0"/>
          <p:cNvSpPr txBox="1"/>
          <p:nvPr/>
        </p:nvSpPr>
        <p:spPr>
          <a:xfrm>
            <a:off x="4821510" y="1876993"/>
            <a:ext cx="3813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800" b="1" dirty="0" err="1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ly</a:t>
            </a:r>
            <a:endParaRPr sz="1800" b="1" i="0" u="none" strike="noStrike" cap="none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22" name="Google Shape;3222;g36f7d97064a_0_0"/>
          <p:cNvSpPr txBox="1"/>
          <p:nvPr/>
        </p:nvSpPr>
        <p:spPr>
          <a:xfrm>
            <a:off x="6260615" y="1876993"/>
            <a:ext cx="381300" cy="3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800" b="1" dirty="0" err="1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ly</a:t>
            </a:r>
            <a:endParaRPr sz="1800" b="1" i="0" u="none" strike="noStrike" cap="none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23" name="Google Shape;3223;g36f7d97064a_0_0"/>
          <p:cNvSpPr txBox="1"/>
          <p:nvPr/>
        </p:nvSpPr>
        <p:spPr>
          <a:xfrm>
            <a:off x="3330553" y="2034214"/>
            <a:ext cx="381300" cy="728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800" b="1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y</a:t>
            </a:r>
            <a:endParaRPr sz="1800" b="1" i="0" u="none" strike="noStrike" cap="none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24" name="Google Shape;3224;g36f7d97064a_0_0"/>
          <p:cNvSpPr txBox="1"/>
          <p:nvPr/>
        </p:nvSpPr>
        <p:spPr>
          <a:xfrm>
            <a:off x="1665176" y="2659202"/>
            <a:ext cx="280297" cy="615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800" b="1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</a:t>
            </a:r>
            <a:endParaRPr sz="1800" b="1" i="0" u="none" strike="noStrike" cap="none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25" name="Google Shape;3225;g36f7d97064a_0_0"/>
          <p:cNvSpPr txBox="1"/>
          <p:nvPr/>
        </p:nvSpPr>
        <p:spPr>
          <a:xfrm>
            <a:off x="1514260" y="3025650"/>
            <a:ext cx="4608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800" b="1" dirty="0" err="1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ful</a:t>
            </a:r>
            <a:endParaRPr sz="1800" b="1" i="0" u="none" strike="noStrike" cap="none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26" name="Google Shape;3226;g36f7d97064a_0_0"/>
          <p:cNvSpPr txBox="1"/>
          <p:nvPr/>
        </p:nvSpPr>
        <p:spPr>
          <a:xfrm>
            <a:off x="4828206" y="3052899"/>
            <a:ext cx="4608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800" b="1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dis</a:t>
            </a:r>
            <a:endParaRPr sz="1800" b="1" i="0" u="none" strike="noStrike" cap="none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9" grpId="0"/>
      <p:bldP spid="3220" grpId="0"/>
      <p:bldP spid="3221" grpId="0"/>
      <p:bldP spid="3222" grpId="0"/>
      <p:bldP spid="3223" grpId="0"/>
      <p:bldP spid="3224" grpId="0"/>
      <p:bldP spid="3225" grpId="0"/>
      <p:bldP spid="32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" name="Google Shape;3231;p10"/>
          <p:cNvSpPr txBox="1"/>
          <p:nvPr/>
        </p:nvSpPr>
        <p:spPr>
          <a:xfrm>
            <a:off x="6307115" y="2715207"/>
            <a:ext cx="1777800" cy="523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Possessive</a:t>
            </a:r>
            <a:endParaRPr sz="2000" b="0" i="0" u="none" strike="noStrike" cap="none">
              <a:solidFill>
                <a:schemeClr val="dk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cxnSp>
        <p:nvCxnSpPr>
          <p:cNvPr id="3232" name="Google Shape;3232;p10"/>
          <p:cNvCxnSpPr>
            <a:stCxn id="3231" idx="1"/>
          </p:cNvCxnSpPr>
          <p:nvPr/>
        </p:nvCxnSpPr>
        <p:spPr>
          <a:xfrm flipH="1">
            <a:off x="5006015" y="2976957"/>
            <a:ext cx="1301100" cy="195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diamond" w="med" len="med"/>
          </a:ln>
        </p:spPr>
      </p:cxnSp>
      <p:cxnSp>
        <p:nvCxnSpPr>
          <p:cNvPr id="3233" name="Google Shape;3233;p10"/>
          <p:cNvCxnSpPr/>
          <p:nvPr/>
        </p:nvCxnSpPr>
        <p:spPr>
          <a:xfrm rot="10800000" flipH="1">
            <a:off x="4483764" y="1809233"/>
            <a:ext cx="1941600" cy="7956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diamond" w="med" len="med"/>
          </a:ln>
        </p:spPr>
      </p:cxnSp>
      <p:cxnSp>
        <p:nvCxnSpPr>
          <p:cNvPr id="3234" name="Google Shape;3234;p10"/>
          <p:cNvCxnSpPr>
            <a:endCxn id="3235" idx="2"/>
          </p:cNvCxnSpPr>
          <p:nvPr/>
        </p:nvCxnSpPr>
        <p:spPr>
          <a:xfrm rot="10800000" flipH="1">
            <a:off x="2466471" y="3802293"/>
            <a:ext cx="1812300" cy="2502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diamond" w="med" len="med"/>
          </a:ln>
        </p:spPr>
      </p:cxnSp>
      <p:cxnSp>
        <p:nvCxnSpPr>
          <p:cNvPr id="3236" name="Google Shape;3236;p10"/>
          <p:cNvCxnSpPr/>
          <p:nvPr/>
        </p:nvCxnSpPr>
        <p:spPr>
          <a:xfrm>
            <a:off x="2404398" y="1938543"/>
            <a:ext cx="1709100" cy="6663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diamond" w="med" len="med"/>
          </a:ln>
        </p:spPr>
      </p:cxnSp>
      <p:sp>
        <p:nvSpPr>
          <p:cNvPr id="3237" name="Google Shape;3237;p10"/>
          <p:cNvSpPr/>
          <p:nvPr/>
        </p:nvSpPr>
        <p:spPr>
          <a:xfrm rot="2700000">
            <a:off x="3515590" y="2412651"/>
            <a:ext cx="1517642" cy="1566567"/>
          </a:xfrm>
          <a:custGeom>
            <a:avLst/>
            <a:gdLst/>
            <a:ahLst/>
            <a:cxnLst/>
            <a:rect l="l" t="t" r="r" b="b"/>
            <a:pathLst>
              <a:path w="25157" h="25968" extrusionOk="0">
                <a:moveTo>
                  <a:pt x="13603" y="0"/>
                </a:moveTo>
                <a:cubicBezTo>
                  <a:pt x="12500" y="0"/>
                  <a:pt x="11390" y="179"/>
                  <a:pt x="10309" y="561"/>
                </a:cubicBezTo>
                <a:cubicBezTo>
                  <a:pt x="7407" y="1588"/>
                  <a:pt x="4803" y="3116"/>
                  <a:pt x="2906" y="5642"/>
                </a:cubicBezTo>
                <a:cubicBezTo>
                  <a:pt x="1847" y="7057"/>
                  <a:pt x="1040" y="8588"/>
                  <a:pt x="664" y="10335"/>
                </a:cubicBezTo>
                <a:cubicBezTo>
                  <a:pt x="0" y="13430"/>
                  <a:pt x="306" y="16509"/>
                  <a:pt x="854" y="19575"/>
                </a:cubicBezTo>
                <a:cubicBezTo>
                  <a:pt x="1236" y="21720"/>
                  <a:pt x="2461" y="23291"/>
                  <a:pt x="4341" y="24353"/>
                </a:cubicBezTo>
                <a:cubicBezTo>
                  <a:pt x="6193" y="25401"/>
                  <a:pt x="8177" y="25968"/>
                  <a:pt x="10566" y="25968"/>
                </a:cubicBezTo>
                <a:cubicBezTo>
                  <a:pt x="10615" y="25968"/>
                  <a:pt x="10665" y="25967"/>
                  <a:pt x="10714" y="25967"/>
                </a:cubicBezTo>
                <a:cubicBezTo>
                  <a:pt x="11305" y="25934"/>
                  <a:pt x="12172" y="25921"/>
                  <a:pt x="13022" y="25748"/>
                </a:cubicBezTo>
                <a:cubicBezTo>
                  <a:pt x="13630" y="25625"/>
                  <a:pt x="14237" y="25496"/>
                  <a:pt x="14829" y="25306"/>
                </a:cubicBezTo>
                <a:cubicBezTo>
                  <a:pt x="21056" y="23297"/>
                  <a:pt x="25157" y="17319"/>
                  <a:pt x="24934" y="10601"/>
                </a:cubicBezTo>
                <a:cubicBezTo>
                  <a:pt x="24737" y="4708"/>
                  <a:pt x="19271" y="0"/>
                  <a:pt x="136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8" name="Google Shape;3238;p10"/>
          <p:cNvSpPr/>
          <p:nvPr/>
        </p:nvSpPr>
        <p:spPr>
          <a:xfrm rot="1513427">
            <a:off x="2642525" y="1539690"/>
            <a:ext cx="119108" cy="137635"/>
          </a:xfrm>
          <a:custGeom>
            <a:avLst/>
            <a:gdLst/>
            <a:ahLst/>
            <a:cxnLst/>
            <a:rect l="l" t="t" r="r" b="b"/>
            <a:pathLst>
              <a:path w="1356" h="1567" extrusionOk="0">
                <a:moveTo>
                  <a:pt x="685" y="1"/>
                </a:moveTo>
                <a:cubicBezTo>
                  <a:pt x="353" y="1"/>
                  <a:pt x="71" y="270"/>
                  <a:pt x="37" y="635"/>
                </a:cubicBezTo>
                <a:cubicBezTo>
                  <a:pt x="0" y="1040"/>
                  <a:pt x="362" y="1542"/>
                  <a:pt x="707" y="1565"/>
                </a:cubicBezTo>
                <a:cubicBezTo>
                  <a:pt x="715" y="1566"/>
                  <a:pt x="723" y="1566"/>
                  <a:pt x="731" y="1566"/>
                </a:cubicBezTo>
                <a:cubicBezTo>
                  <a:pt x="1017" y="1566"/>
                  <a:pt x="1274" y="1217"/>
                  <a:pt x="1315" y="765"/>
                </a:cubicBezTo>
                <a:cubicBezTo>
                  <a:pt x="1355" y="363"/>
                  <a:pt x="1116" y="44"/>
                  <a:pt x="747" y="4"/>
                </a:cubicBezTo>
                <a:cubicBezTo>
                  <a:pt x="726" y="2"/>
                  <a:pt x="706" y="1"/>
                  <a:pt x="6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9" name="Google Shape;3239;p10"/>
          <p:cNvGrpSpPr/>
          <p:nvPr/>
        </p:nvGrpSpPr>
        <p:grpSpPr>
          <a:xfrm>
            <a:off x="3011249" y="1871100"/>
            <a:ext cx="305282" cy="317135"/>
            <a:chOff x="6491100" y="2099650"/>
            <a:chExt cx="496475" cy="515750"/>
          </a:xfrm>
        </p:grpSpPr>
        <p:sp>
          <p:nvSpPr>
            <p:cNvPr id="3240" name="Google Shape;3240;p10"/>
            <p:cNvSpPr/>
            <p:nvPr/>
          </p:nvSpPr>
          <p:spPr>
            <a:xfrm>
              <a:off x="6780900" y="2404250"/>
              <a:ext cx="158125" cy="148625"/>
            </a:xfrm>
            <a:custGeom>
              <a:avLst/>
              <a:gdLst/>
              <a:ahLst/>
              <a:cxnLst/>
              <a:rect l="l" t="t" r="r" b="b"/>
              <a:pathLst>
                <a:path w="6325" h="5945" extrusionOk="0">
                  <a:moveTo>
                    <a:pt x="944" y="604"/>
                  </a:moveTo>
                  <a:cubicBezTo>
                    <a:pt x="1132" y="604"/>
                    <a:pt x="1287" y="758"/>
                    <a:pt x="1287" y="946"/>
                  </a:cubicBezTo>
                  <a:cubicBezTo>
                    <a:pt x="1287" y="1135"/>
                    <a:pt x="1132" y="1289"/>
                    <a:pt x="944" y="1289"/>
                  </a:cubicBezTo>
                  <a:cubicBezTo>
                    <a:pt x="756" y="1289"/>
                    <a:pt x="601" y="1135"/>
                    <a:pt x="601" y="946"/>
                  </a:cubicBezTo>
                  <a:cubicBezTo>
                    <a:pt x="601" y="758"/>
                    <a:pt x="756" y="604"/>
                    <a:pt x="944" y="604"/>
                  </a:cubicBezTo>
                  <a:close/>
                  <a:moveTo>
                    <a:pt x="5379" y="604"/>
                  </a:moveTo>
                  <a:cubicBezTo>
                    <a:pt x="5567" y="604"/>
                    <a:pt x="5721" y="758"/>
                    <a:pt x="5721" y="946"/>
                  </a:cubicBezTo>
                  <a:cubicBezTo>
                    <a:pt x="5721" y="1135"/>
                    <a:pt x="5567" y="1289"/>
                    <a:pt x="5379" y="1289"/>
                  </a:cubicBezTo>
                  <a:cubicBezTo>
                    <a:pt x="5190" y="1289"/>
                    <a:pt x="5036" y="1135"/>
                    <a:pt x="5036" y="946"/>
                  </a:cubicBezTo>
                  <a:cubicBezTo>
                    <a:pt x="5036" y="758"/>
                    <a:pt x="5190" y="604"/>
                    <a:pt x="5379" y="604"/>
                  </a:cubicBezTo>
                  <a:close/>
                  <a:moveTo>
                    <a:pt x="946" y="1"/>
                  </a:moveTo>
                  <a:cubicBezTo>
                    <a:pt x="423" y="1"/>
                    <a:pt x="0" y="424"/>
                    <a:pt x="0" y="946"/>
                  </a:cubicBezTo>
                  <a:cubicBezTo>
                    <a:pt x="0" y="1362"/>
                    <a:pt x="269" y="1717"/>
                    <a:pt x="644" y="1844"/>
                  </a:cubicBezTo>
                  <a:lnTo>
                    <a:pt x="644" y="3426"/>
                  </a:lnTo>
                  <a:cubicBezTo>
                    <a:pt x="642" y="4814"/>
                    <a:pt x="1773" y="5944"/>
                    <a:pt x="3162" y="5944"/>
                  </a:cubicBezTo>
                  <a:cubicBezTo>
                    <a:pt x="4551" y="5944"/>
                    <a:pt x="5680" y="4814"/>
                    <a:pt x="5680" y="3426"/>
                  </a:cubicBezTo>
                  <a:lnTo>
                    <a:pt x="5680" y="1844"/>
                  </a:lnTo>
                  <a:cubicBezTo>
                    <a:pt x="6055" y="1717"/>
                    <a:pt x="6324" y="1364"/>
                    <a:pt x="6324" y="946"/>
                  </a:cubicBezTo>
                  <a:cubicBezTo>
                    <a:pt x="6324" y="424"/>
                    <a:pt x="5901" y="1"/>
                    <a:pt x="5379" y="1"/>
                  </a:cubicBezTo>
                  <a:cubicBezTo>
                    <a:pt x="4856" y="1"/>
                    <a:pt x="4431" y="424"/>
                    <a:pt x="4431" y="946"/>
                  </a:cubicBezTo>
                  <a:cubicBezTo>
                    <a:pt x="4431" y="1362"/>
                    <a:pt x="4702" y="1717"/>
                    <a:pt x="5075" y="1844"/>
                  </a:cubicBezTo>
                  <a:lnTo>
                    <a:pt x="5075" y="3426"/>
                  </a:lnTo>
                  <a:cubicBezTo>
                    <a:pt x="5075" y="4482"/>
                    <a:pt x="4217" y="5340"/>
                    <a:pt x="3162" y="5340"/>
                  </a:cubicBezTo>
                  <a:cubicBezTo>
                    <a:pt x="2107" y="5340"/>
                    <a:pt x="1247" y="4482"/>
                    <a:pt x="1247" y="3426"/>
                  </a:cubicBezTo>
                  <a:lnTo>
                    <a:pt x="1247" y="1844"/>
                  </a:lnTo>
                  <a:cubicBezTo>
                    <a:pt x="1622" y="1717"/>
                    <a:pt x="1893" y="1364"/>
                    <a:pt x="1893" y="946"/>
                  </a:cubicBezTo>
                  <a:cubicBezTo>
                    <a:pt x="1893" y="424"/>
                    <a:pt x="1468" y="1"/>
                    <a:pt x="9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1" name="Google Shape;3241;p10"/>
            <p:cNvSpPr/>
            <p:nvPr/>
          </p:nvSpPr>
          <p:spPr>
            <a:xfrm>
              <a:off x="6491100" y="2099650"/>
              <a:ext cx="496475" cy="515750"/>
            </a:xfrm>
            <a:custGeom>
              <a:avLst/>
              <a:gdLst/>
              <a:ahLst/>
              <a:cxnLst/>
              <a:rect l="l" t="t" r="r" b="b"/>
              <a:pathLst>
                <a:path w="19859" h="20630" extrusionOk="0">
                  <a:moveTo>
                    <a:pt x="4004" y="8211"/>
                  </a:moveTo>
                  <a:cubicBezTo>
                    <a:pt x="4213" y="8211"/>
                    <a:pt x="4383" y="8380"/>
                    <a:pt x="4383" y="8589"/>
                  </a:cubicBezTo>
                  <a:cubicBezTo>
                    <a:pt x="4383" y="8800"/>
                    <a:pt x="4213" y="8968"/>
                    <a:pt x="4004" y="8968"/>
                  </a:cubicBezTo>
                  <a:cubicBezTo>
                    <a:pt x="3793" y="8968"/>
                    <a:pt x="3624" y="8800"/>
                    <a:pt x="3624" y="8589"/>
                  </a:cubicBezTo>
                  <a:cubicBezTo>
                    <a:pt x="3624" y="8380"/>
                    <a:pt x="3793" y="8211"/>
                    <a:pt x="4004" y="8211"/>
                  </a:cubicBezTo>
                  <a:close/>
                  <a:moveTo>
                    <a:pt x="11803" y="8211"/>
                  </a:moveTo>
                  <a:cubicBezTo>
                    <a:pt x="12014" y="8211"/>
                    <a:pt x="12183" y="8380"/>
                    <a:pt x="12183" y="8589"/>
                  </a:cubicBezTo>
                  <a:cubicBezTo>
                    <a:pt x="12183" y="8800"/>
                    <a:pt x="12014" y="8968"/>
                    <a:pt x="11803" y="8968"/>
                  </a:cubicBezTo>
                  <a:cubicBezTo>
                    <a:pt x="11594" y="8968"/>
                    <a:pt x="11424" y="8800"/>
                    <a:pt x="11424" y="8589"/>
                  </a:cubicBezTo>
                  <a:cubicBezTo>
                    <a:pt x="11424" y="8380"/>
                    <a:pt x="11594" y="8211"/>
                    <a:pt x="11803" y="8211"/>
                  </a:cubicBezTo>
                  <a:close/>
                  <a:moveTo>
                    <a:pt x="7904" y="605"/>
                  </a:moveTo>
                  <a:cubicBezTo>
                    <a:pt x="9888" y="605"/>
                    <a:pt x="11501" y="2219"/>
                    <a:pt x="11501" y="4203"/>
                  </a:cubicBezTo>
                  <a:lnTo>
                    <a:pt x="11501" y="5926"/>
                  </a:lnTo>
                  <a:lnTo>
                    <a:pt x="8608" y="5926"/>
                  </a:lnTo>
                  <a:cubicBezTo>
                    <a:pt x="8442" y="5926"/>
                    <a:pt x="8307" y="6061"/>
                    <a:pt x="8307" y="6227"/>
                  </a:cubicBezTo>
                  <a:cubicBezTo>
                    <a:pt x="8307" y="6395"/>
                    <a:pt x="8442" y="6530"/>
                    <a:pt x="8608" y="6530"/>
                  </a:cubicBezTo>
                  <a:lnTo>
                    <a:pt x="11501" y="6530"/>
                  </a:lnTo>
                  <a:lnTo>
                    <a:pt x="11501" y="7656"/>
                  </a:lnTo>
                  <a:cubicBezTo>
                    <a:pt x="11107" y="7784"/>
                    <a:pt x="10821" y="8154"/>
                    <a:pt x="10821" y="8591"/>
                  </a:cubicBezTo>
                  <a:cubicBezTo>
                    <a:pt x="10821" y="9134"/>
                    <a:pt x="11262" y="9574"/>
                    <a:pt x="11803" y="9574"/>
                  </a:cubicBezTo>
                  <a:cubicBezTo>
                    <a:pt x="12346" y="9574"/>
                    <a:pt x="12786" y="9134"/>
                    <a:pt x="12786" y="8591"/>
                  </a:cubicBezTo>
                  <a:cubicBezTo>
                    <a:pt x="12786" y="8154"/>
                    <a:pt x="12500" y="7784"/>
                    <a:pt x="12106" y="7656"/>
                  </a:cubicBezTo>
                  <a:lnTo>
                    <a:pt x="12106" y="6530"/>
                  </a:lnTo>
                  <a:lnTo>
                    <a:pt x="13308" y="6530"/>
                  </a:lnTo>
                  <a:cubicBezTo>
                    <a:pt x="13538" y="6530"/>
                    <a:pt x="13730" y="6702"/>
                    <a:pt x="13756" y="6929"/>
                  </a:cubicBezTo>
                  <a:lnTo>
                    <a:pt x="14216" y="11123"/>
                  </a:lnTo>
                  <a:lnTo>
                    <a:pt x="11344" y="11123"/>
                  </a:lnTo>
                  <a:cubicBezTo>
                    <a:pt x="10946" y="11123"/>
                    <a:pt x="10612" y="11421"/>
                    <a:pt x="10570" y="11815"/>
                  </a:cubicBezTo>
                  <a:lnTo>
                    <a:pt x="9699" y="19766"/>
                  </a:lnTo>
                  <a:cubicBezTo>
                    <a:pt x="9691" y="19852"/>
                    <a:pt x="9696" y="19951"/>
                    <a:pt x="9713" y="20023"/>
                  </a:cubicBezTo>
                  <a:lnTo>
                    <a:pt x="1119" y="20023"/>
                  </a:lnTo>
                  <a:cubicBezTo>
                    <a:pt x="1118" y="20023"/>
                    <a:pt x="1117" y="20023"/>
                    <a:pt x="1116" y="20023"/>
                  </a:cubicBezTo>
                  <a:cubicBezTo>
                    <a:pt x="847" y="20023"/>
                    <a:pt x="642" y="19792"/>
                    <a:pt x="672" y="19526"/>
                  </a:cubicBezTo>
                  <a:lnTo>
                    <a:pt x="2053" y="6929"/>
                  </a:lnTo>
                  <a:cubicBezTo>
                    <a:pt x="2079" y="6702"/>
                    <a:pt x="2269" y="6530"/>
                    <a:pt x="2500" y="6530"/>
                  </a:cubicBezTo>
                  <a:lnTo>
                    <a:pt x="3704" y="6530"/>
                  </a:lnTo>
                  <a:lnTo>
                    <a:pt x="3704" y="7656"/>
                  </a:lnTo>
                  <a:cubicBezTo>
                    <a:pt x="3310" y="7784"/>
                    <a:pt x="3022" y="8154"/>
                    <a:pt x="3022" y="8591"/>
                  </a:cubicBezTo>
                  <a:cubicBezTo>
                    <a:pt x="3022" y="9134"/>
                    <a:pt x="3464" y="9574"/>
                    <a:pt x="4006" y="9574"/>
                  </a:cubicBezTo>
                  <a:cubicBezTo>
                    <a:pt x="4547" y="9574"/>
                    <a:pt x="4989" y="9134"/>
                    <a:pt x="4989" y="8591"/>
                  </a:cubicBezTo>
                  <a:cubicBezTo>
                    <a:pt x="4989" y="8154"/>
                    <a:pt x="4701" y="7784"/>
                    <a:pt x="4307" y="7656"/>
                  </a:cubicBezTo>
                  <a:lnTo>
                    <a:pt x="4307" y="6530"/>
                  </a:lnTo>
                  <a:lnTo>
                    <a:pt x="7200" y="6530"/>
                  </a:lnTo>
                  <a:cubicBezTo>
                    <a:pt x="7366" y="6530"/>
                    <a:pt x="7502" y="6395"/>
                    <a:pt x="7502" y="6227"/>
                  </a:cubicBezTo>
                  <a:cubicBezTo>
                    <a:pt x="7502" y="6061"/>
                    <a:pt x="7366" y="5926"/>
                    <a:pt x="7200" y="5926"/>
                  </a:cubicBezTo>
                  <a:lnTo>
                    <a:pt x="4307" y="5926"/>
                  </a:lnTo>
                  <a:lnTo>
                    <a:pt x="4307" y="4203"/>
                  </a:lnTo>
                  <a:cubicBezTo>
                    <a:pt x="4307" y="2219"/>
                    <a:pt x="5922" y="605"/>
                    <a:pt x="7904" y="605"/>
                  </a:cubicBezTo>
                  <a:close/>
                  <a:moveTo>
                    <a:pt x="7903" y="1"/>
                  </a:moveTo>
                  <a:cubicBezTo>
                    <a:pt x="5585" y="1"/>
                    <a:pt x="3701" y="1885"/>
                    <a:pt x="3701" y="4203"/>
                  </a:cubicBezTo>
                  <a:lnTo>
                    <a:pt x="3701" y="5926"/>
                  </a:lnTo>
                  <a:lnTo>
                    <a:pt x="2498" y="5926"/>
                  </a:lnTo>
                  <a:cubicBezTo>
                    <a:pt x="1959" y="5926"/>
                    <a:pt x="1508" y="6330"/>
                    <a:pt x="1450" y="6866"/>
                  </a:cubicBezTo>
                  <a:lnTo>
                    <a:pt x="69" y="19463"/>
                  </a:lnTo>
                  <a:cubicBezTo>
                    <a:pt x="1" y="20085"/>
                    <a:pt x="493" y="20629"/>
                    <a:pt x="1118" y="20629"/>
                  </a:cubicBezTo>
                  <a:lnTo>
                    <a:pt x="19036" y="20629"/>
                  </a:lnTo>
                  <a:cubicBezTo>
                    <a:pt x="19499" y="20629"/>
                    <a:pt x="19859" y="20227"/>
                    <a:pt x="19809" y="19768"/>
                  </a:cubicBezTo>
                  <a:lnTo>
                    <a:pt x="19456" y="16547"/>
                  </a:lnTo>
                  <a:cubicBezTo>
                    <a:pt x="19440" y="16392"/>
                    <a:pt x="19307" y="16279"/>
                    <a:pt x="19154" y="16279"/>
                  </a:cubicBezTo>
                  <a:cubicBezTo>
                    <a:pt x="19143" y="16279"/>
                    <a:pt x="19133" y="16279"/>
                    <a:pt x="19122" y="16280"/>
                  </a:cubicBezTo>
                  <a:cubicBezTo>
                    <a:pt x="18956" y="16299"/>
                    <a:pt x="18838" y="16448"/>
                    <a:pt x="18855" y="16614"/>
                  </a:cubicBezTo>
                  <a:lnTo>
                    <a:pt x="19208" y="19834"/>
                  </a:lnTo>
                  <a:cubicBezTo>
                    <a:pt x="19218" y="19937"/>
                    <a:pt x="19139" y="20025"/>
                    <a:pt x="19036" y="20025"/>
                  </a:cubicBezTo>
                  <a:lnTo>
                    <a:pt x="10468" y="20025"/>
                  </a:lnTo>
                  <a:cubicBezTo>
                    <a:pt x="10367" y="20025"/>
                    <a:pt x="10287" y="19937"/>
                    <a:pt x="10297" y="19834"/>
                  </a:cubicBezTo>
                  <a:lnTo>
                    <a:pt x="11169" y="11883"/>
                  </a:lnTo>
                  <a:cubicBezTo>
                    <a:pt x="11178" y="11794"/>
                    <a:pt x="11253" y="11729"/>
                    <a:pt x="11340" y="11729"/>
                  </a:cubicBezTo>
                  <a:lnTo>
                    <a:pt x="18165" y="11729"/>
                  </a:lnTo>
                  <a:cubicBezTo>
                    <a:pt x="18252" y="11729"/>
                    <a:pt x="18327" y="11794"/>
                    <a:pt x="18336" y="11883"/>
                  </a:cubicBezTo>
                  <a:lnTo>
                    <a:pt x="18701" y="15206"/>
                  </a:lnTo>
                  <a:cubicBezTo>
                    <a:pt x="18717" y="15360"/>
                    <a:pt x="18848" y="15475"/>
                    <a:pt x="19003" y="15475"/>
                  </a:cubicBezTo>
                  <a:cubicBezTo>
                    <a:pt x="19013" y="15475"/>
                    <a:pt x="19024" y="15475"/>
                    <a:pt x="19035" y="15473"/>
                  </a:cubicBezTo>
                  <a:cubicBezTo>
                    <a:pt x="19199" y="15455"/>
                    <a:pt x="19319" y="15306"/>
                    <a:pt x="19302" y="15139"/>
                  </a:cubicBezTo>
                  <a:lnTo>
                    <a:pt x="18937" y="11816"/>
                  </a:lnTo>
                  <a:cubicBezTo>
                    <a:pt x="18894" y="11422"/>
                    <a:pt x="18564" y="11124"/>
                    <a:pt x="18165" y="11124"/>
                  </a:cubicBezTo>
                  <a:lnTo>
                    <a:pt x="14821" y="11124"/>
                  </a:lnTo>
                  <a:lnTo>
                    <a:pt x="14353" y="6866"/>
                  </a:lnTo>
                  <a:cubicBezTo>
                    <a:pt x="14295" y="6330"/>
                    <a:pt x="13845" y="5926"/>
                    <a:pt x="13307" y="5926"/>
                  </a:cubicBezTo>
                  <a:lnTo>
                    <a:pt x="12103" y="5926"/>
                  </a:lnTo>
                  <a:lnTo>
                    <a:pt x="12103" y="4203"/>
                  </a:lnTo>
                  <a:cubicBezTo>
                    <a:pt x="12103" y="1885"/>
                    <a:pt x="10218" y="1"/>
                    <a:pt x="79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2" name="Google Shape;3242;p10"/>
          <p:cNvGrpSpPr/>
          <p:nvPr/>
        </p:nvGrpSpPr>
        <p:grpSpPr>
          <a:xfrm>
            <a:off x="5434611" y="3182397"/>
            <a:ext cx="305303" cy="393227"/>
            <a:chOff x="3867800" y="4257825"/>
            <a:chExt cx="400450" cy="515775"/>
          </a:xfrm>
        </p:grpSpPr>
        <p:sp>
          <p:nvSpPr>
            <p:cNvPr id="3243" name="Google Shape;3243;p10"/>
            <p:cNvSpPr/>
            <p:nvPr/>
          </p:nvSpPr>
          <p:spPr>
            <a:xfrm>
              <a:off x="4081150" y="4566375"/>
              <a:ext cx="41850" cy="41850"/>
            </a:xfrm>
            <a:custGeom>
              <a:avLst/>
              <a:gdLst/>
              <a:ahLst/>
              <a:cxnLst/>
              <a:rect l="l" t="t" r="r" b="b"/>
              <a:pathLst>
                <a:path w="1674" h="1674" extrusionOk="0">
                  <a:moveTo>
                    <a:pt x="836" y="601"/>
                  </a:moveTo>
                  <a:cubicBezTo>
                    <a:pt x="964" y="601"/>
                    <a:pt x="1071" y="706"/>
                    <a:pt x="1071" y="834"/>
                  </a:cubicBezTo>
                  <a:cubicBezTo>
                    <a:pt x="1071" y="963"/>
                    <a:pt x="964" y="1069"/>
                    <a:pt x="836" y="1069"/>
                  </a:cubicBezTo>
                  <a:cubicBezTo>
                    <a:pt x="708" y="1069"/>
                    <a:pt x="603" y="963"/>
                    <a:pt x="603" y="834"/>
                  </a:cubicBezTo>
                  <a:cubicBezTo>
                    <a:pt x="603" y="706"/>
                    <a:pt x="708" y="601"/>
                    <a:pt x="836" y="601"/>
                  </a:cubicBezTo>
                  <a:close/>
                  <a:moveTo>
                    <a:pt x="836" y="0"/>
                  </a:moveTo>
                  <a:cubicBezTo>
                    <a:pt x="374" y="0"/>
                    <a:pt x="0" y="375"/>
                    <a:pt x="0" y="838"/>
                  </a:cubicBezTo>
                  <a:cubicBezTo>
                    <a:pt x="0" y="1300"/>
                    <a:pt x="374" y="1674"/>
                    <a:pt x="836" y="1674"/>
                  </a:cubicBezTo>
                  <a:cubicBezTo>
                    <a:pt x="1298" y="1674"/>
                    <a:pt x="1674" y="1300"/>
                    <a:pt x="1674" y="838"/>
                  </a:cubicBezTo>
                  <a:cubicBezTo>
                    <a:pt x="1674" y="375"/>
                    <a:pt x="1297" y="0"/>
                    <a:pt x="8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4" name="Google Shape;3244;p10"/>
            <p:cNvSpPr/>
            <p:nvPr/>
          </p:nvSpPr>
          <p:spPr>
            <a:xfrm>
              <a:off x="4046325" y="4612350"/>
              <a:ext cx="66525" cy="66500"/>
            </a:xfrm>
            <a:custGeom>
              <a:avLst/>
              <a:gdLst/>
              <a:ahLst/>
              <a:cxnLst/>
              <a:rect l="l" t="t" r="r" b="b"/>
              <a:pathLst>
                <a:path w="2661" h="2660" extrusionOk="0">
                  <a:moveTo>
                    <a:pt x="1330" y="605"/>
                  </a:moveTo>
                  <a:cubicBezTo>
                    <a:pt x="1729" y="605"/>
                    <a:pt x="2054" y="931"/>
                    <a:pt x="2054" y="1330"/>
                  </a:cubicBezTo>
                  <a:cubicBezTo>
                    <a:pt x="2054" y="1731"/>
                    <a:pt x="1731" y="2053"/>
                    <a:pt x="1330" y="2053"/>
                  </a:cubicBezTo>
                  <a:cubicBezTo>
                    <a:pt x="931" y="2053"/>
                    <a:pt x="607" y="1727"/>
                    <a:pt x="607" y="1330"/>
                  </a:cubicBezTo>
                  <a:cubicBezTo>
                    <a:pt x="607" y="929"/>
                    <a:pt x="932" y="605"/>
                    <a:pt x="1330" y="605"/>
                  </a:cubicBezTo>
                  <a:close/>
                  <a:moveTo>
                    <a:pt x="1330" y="1"/>
                  </a:moveTo>
                  <a:cubicBezTo>
                    <a:pt x="598" y="1"/>
                    <a:pt x="1" y="595"/>
                    <a:pt x="1" y="1330"/>
                  </a:cubicBezTo>
                  <a:cubicBezTo>
                    <a:pt x="1" y="2061"/>
                    <a:pt x="597" y="2659"/>
                    <a:pt x="1330" y="2659"/>
                  </a:cubicBezTo>
                  <a:cubicBezTo>
                    <a:pt x="2063" y="2659"/>
                    <a:pt x="2661" y="2065"/>
                    <a:pt x="2661" y="1330"/>
                  </a:cubicBezTo>
                  <a:cubicBezTo>
                    <a:pt x="2661" y="597"/>
                    <a:pt x="2063" y="1"/>
                    <a:pt x="13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5" name="Google Shape;3245;p10"/>
            <p:cNvSpPr/>
            <p:nvPr/>
          </p:nvSpPr>
          <p:spPr>
            <a:xfrm>
              <a:off x="3867800" y="4257825"/>
              <a:ext cx="400450" cy="515775"/>
            </a:xfrm>
            <a:custGeom>
              <a:avLst/>
              <a:gdLst/>
              <a:ahLst/>
              <a:cxnLst/>
              <a:rect l="l" t="t" r="r" b="b"/>
              <a:pathLst>
                <a:path w="16018" h="20631" extrusionOk="0">
                  <a:moveTo>
                    <a:pt x="5173" y="604"/>
                  </a:moveTo>
                  <a:cubicBezTo>
                    <a:pt x="5276" y="604"/>
                    <a:pt x="5364" y="693"/>
                    <a:pt x="5364" y="795"/>
                  </a:cubicBezTo>
                  <a:lnTo>
                    <a:pt x="5364" y="1383"/>
                  </a:lnTo>
                  <a:cubicBezTo>
                    <a:pt x="5364" y="1484"/>
                    <a:pt x="5281" y="1570"/>
                    <a:pt x="5179" y="1575"/>
                  </a:cubicBezTo>
                  <a:lnTo>
                    <a:pt x="2429" y="1575"/>
                  </a:lnTo>
                  <a:cubicBezTo>
                    <a:pt x="2328" y="1571"/>
                    <a:pt x="2244" y="1486"/>
                    <a:pt x="2244" y="1383"/>
                  </a:cubicBezTo>
                  <a:lnTo>
                    <a:pt x="2244" y="795"/>
                  </a:lnTo>
                  <a:cubicBezTo>
                    <a:pt x="2244" y="693"/>
                    <a:pt x="2333" y="604"/>
                    <a:pt x="2436" y="604"/>
                  </a:cubicBezTo>
                  <a:close/>
                  <a:moveTo>
                    <a:pt x="4980" y="2179"/>
                  </a:moveTo>
                  <a:cubicBezTo>
                    <a:pt x="5062" y="2397"/>
                    <a:pt x="5189" y="2692"/>
                    <a:pt x="5237" y="3144"/>
                  </a:cubicBezTo>
                  <a:lnTo>
                    <a:pt x="2371" y="3144"/>
                  </a:lnTo>
                  <a:cubicBezTo>
                    <a:pt x="2419" y="2698"/>
                    <a:pt x="2539" y="2411"/>
                    <a:pt x="2628" y="2179"/>
                  </a:cubicBezTo>
                  <a:close/>
                  <a:moveTo>
                    <a:pt x="9319" y="9159"/>
                  </a:moveTo>
                  <a:lnTo>
                    <a:pt x="9319" y="10389"/>
                  </a:lnTo>
                  <a:lnTo>
                    <a:pt x="5968" y="10389"/>
                  </a:lnTo>
                  <a:lnTo>
                    <a:pt x="5968" y="9363"/>
                  </a:lnTo>
                  <a:cubicBezTo>
                    <a:pt x="5968" y="9252"/>
                    <a:pt x="6059" y="9159"/>
                    <a:pt x="6172" y="9159"/>
                  </a:cubicBezTo>
                  <a:close/>
                  <a:moveTo>
                    <a:pt x="12114" y="9159"/>
                  </a:moveTo>
                  <a:cubicBezTo>
                    <a:pt x="12227" y="9159"/>
                    <a:pt x="12316" y="9252"/>
                    <a:pt x="12316" y="9363"/>
                  </a:cubicBezTo>
                  <a:lnTo>
                    <a:pt x="12316" y="10389"/>
                  </a:lnTo>
                  <a:lnTo>
                    <a:pt x="11811" y="10389"/>
                  </a:lnTo>
                  <a:lnTo>
                    <a:pt x="11811" y="9159"/>
                  </a:lnTo>
                  <a:close/>
                  <a:moveTo>
                    <a:pt x="5250" y="3747"/>
                  </a:moveTo>
                  <a:lnTo>
                    <a:pt x="5250" y="6045"/>
                  </a:lnTo>
                  <a:cubicBezTo>
                    <a:pt x="5250" y="6775"/>
                    <a:pt x="5463" y="7479"/>
                    <a:pt x="5865" y="8087"/>
                  </a:cubicBezTo>
                  <a:cubicBezTo>
                    <a:pt x="5836" y="8264"/>
                    <a:pt x="5841" y="8445"/>
                    <a:pt x="5879" y="8610"/>
                  </a:cubicBezTo>
                  <a:cubicBezTo>
                    <a:pt x="5567" y="8730"/>
                    <a:pt x="5360" y="9031"/>
                    <a:pt x="5360" y="9363"/>
                  </a:cubicBezTo>
                  <a:lnTo>
                    <a:pt x="5360" y="10389"/>
                  </a:lnTo>
                  <a:lnTo>
                    <a:pt x="4101" y="10389"/>
                  </a:lnTo>
                  <a:cubicBezTo>
                    <a:pt x="3935" y="10389"/>
                    <a:pt x="3800" y="10523"/>
                    <a:pt x="3800" y="10691"/>
                  </a:cubicBezTo>
                  <a:cubicBezTo>
                    <a:pt x="3800" y="10857"/>
                    <a:pt x="3935" y="10992"/>
                    <a:pt x="4101" y="10992"/>
                  </a:cubicBezTo>
                  <a:lnTo>
                    <a:pt x="5360" y="10992"/>
                  </a:lnTo>
                  <a:lnTo>
                    <a:pt x="5360" y="11931"/>
                  </a:lnTo>
                  <a:lnTo>
                    <a:pt x="598" y="11931"/>
                  </a:lnTo>
                  <a:lnTo>
                    <a:pt x="598" y="10992"/>
                  </a:lnTo>
                  <a:lnTo>
                    <a:pt x="2690" y="10992"/>
                  </a:lnTo>
                  <a:cubicBezTo>
                    <a:pt x="2858" y="10992"/>
                    <a:pt x="2993" y="10857"/>
                    <a:pt x="2993" y="10691"/>
                  </a:cubicBezTo>
                  <a:cubicBezTo>
                    <a:pt x="2993" y="10523"/>
                    <a:pt x="2858" y="10389"/>
                    <a:pt x="2690" y="10389"/>
                  </a:cubicBezTo>
                  <a:lnTo>
                    <a:pt x="607" y="10389"/>
                  </a:lnTo>
                  <a:cubicBezTo>
                    <a:pt x="658" y="9699"/>
                    <a:pt x="932" y="9045"/>
                    <a:pt x="1400" y="8526"/>
                  </a:cubicBezTo>
                  <a:cubicBezTo>
                    <a:pt x="2013" y="7844"/>
                    <a:pt x="2352" y="6964"/>
                    <a:pt x="2352" y="6045"/>
                  </a:cubicBezTo>
                  <a:lnTo>
                    <a:pt x="2352" y="3747"/>
                  </a:lnTo>
                  <a:close/>
                  <a:moveTo>
                    <a:pt x="9934" y="6413"/>
                  </a:moveTo>
                  <a:cubicBezTo>
                    <a:pt x="10039" y="6413"/>
                    <a:pt x="10145" y="6434"/>
                    <a:pt x="10249" y="6477"/>
                  </a:cubicBezTo>
                  <a:cubicBezTo>
                    <a:pt x="10490" y="6578"/>
                    <a:pt x="10662" y="6775"/>
                    <a:pt x="10720" y="7022"/>
                  </a:cubicBezTo>
                  <a:cubicBezTo>
                    <a:pt x="10781" y="7280"/>
                    <a:pt x="10989" y="7481"/>
                    <a:pt x="11247" y="7529"/>
                  </a:cubicBezTo>
                  <a:cubicBezTo>
                    <a:pt x="11628" y="7599"/>
                    <a:pt x="11902" y="7930"/>
                    <a:pt x="11902" y="8315"/>
                  </a:cubicBezTo>
                  <a:cubicBezTo>
                    <a:pt x="11902" y="8396"/>
                    <a:pt x="11888" y="8474"/>
                    <a:pt x="11864" y="8551"/>
                  </a:cubicBezTo>
                  <a:lnTo>
                    <a:pt x="11710" y="8551"/>
                  </a:lnTo>
                  <a:cubicBezTo>
                    <a:pt x="11432" y="8551"/>
                    <a:pt x="11208" y="8779"/>
                    <a:pt x="11208" y="9055"/>
                  </a:cubicBezTo>
                  <a:lnTo>
                    <a:pt x="11208" y="11852"/>
                  </a:lnTo>
                  <a:cubicBezTo>
                    <a:pt x="11208" y="11940"/>
                    <a:pt x="11141" y="12018"/>
                    <a:pt x="11033" y="12020"/>
                  </a:cubicBezTo>
                  <a:cubicBezTo>
                    <a:pt x="10944" y="12018"/>
                    <a:pt x="10867" y="11933"/>
                    <a:pt x="10867" y="11835"/>
                  </a:cubicBezTo>
                  <a:lnTo>
                    <a:pt x="10867" y="11164"/>
                  </a:lnTo>
                  <a:cubicBezTo>
                    <a:pt x="10867" y="10938"/>
                    <a:pt x="10685" y="10801"/>
                    <a:pt x="10500" y="10801"/>
                  </a:cubicBezTo>
                  <a:cubicBezTo>
                    <a:pt x="10383" y="10801"/>
                    <a:pt x="10264" y="10856"/>
                    <a:pt x="10190" y="10979"/>
                  </a:cubicBezTo>
                  <a:cubicBezTo>
                    <a:pt x="10152" y="11041"/>
                    <a:pt x="10125" y="11049"/>
                    <a:pt x="10098" y="11049"/>
                  </a:cubicBezTo>
                  <a:cubicBezTo>
                    <a:pt x="10094" y="11049"/>
                    <a:pt x="10090" y="11049"/>
                    <a:pt x="10086" y="11049"/>
                  </a:cubicBezTo>
                  <a:cubicBezTo>
                    <a:pt x="9995" y="11047"/>
                    <a:pt x="9923" y="10963"/>
                    <a:pt x="9923" y="10864"/>
                  </a:cubicBezTo>
                  <a:lnTo>
                    <a:pt x="9923" y="9055"/>
                  </a:lnTo>
                  <a:cubicBezTo>
                    <a:pt x="9923" y="8778"/>
                    <a:pt x="9695" y="8551"/>
                    <a:pt x="9420" y="8551"/>
                  </a:cubicBezTo>
                  <a:lnTo>
                    <a:pt x="6491" y="8551"/>
                  </a:lnTo>
                  <a:cubicBezTo>
                    <a:pt x="6448" y="8414"/>
                    <a:pt x="6441" y="8258"/>
                    <a:pt x="6480" y="8109"/>
                  </a:cubicBezTo>
                  <a:cubicBezTo>
                    <a:pt x="6480" y="8106"/>
                    <a:pt x="6482" y="8104"/>
                    <a:pt x="6482" y="8103"/>
                  </a:cubicBezTo>
                  <a:cubicBezTo>
                    <a:pt x="6561" y="7815"/>
                    <a:pt x="6799" y="7589"/>
                    <a:pt x="7106" y="7531"/>
                  </a:cubicBezTo>
                  <a:cubicBezTo>
                    <a:pt x="7366" y="7481"/>
                    <a:pt x="7575" y="7282"/>
                    <a:pt x="7635" y="7023"/>
                  </a:cubicBezTo>
                  <a:cubicBezTo>
                    <a:pt x="7691" y="6777"/>
                    <a:pt x="7863" y="6580"/>
                    <a:pt x="8102" y="6479"/>
                  </a:cubicBezTo>
                  <a:cubicBezTo>
                    <a:pt x="8207" y="6436"/>
                    <a:pt x="8314" y="6415"/>
                    <a:pt x="8420" y="6415"/>
                  </a:cubicBezTo>
                  <a:cubicBezTo>
                    <a:pt x="8561" y="6415"/>
                    <a:pt x="8700" y="6453"/>
                    <a:pt x="8824" y="6528"/>
                  </a:cubicBezTo>
                  <a:cubicBezTo>
                    <a:pt x="8931" y="6594"/>
                    <a:pt x="9054" y="6626"/>
                    <a:pt x="9176" y="6626"/>
                  </a:cubicBezTo>
                  <a:cubicBezTo>
                    <a:pt x="9298" y="6626"/>
                    <a:pt x="9421" y="6594"/>
                    <a:pt x="9526" y="6528"/>
                  </a:cubicBezTo>
                  <a:cubicBezTo>
                    <a:pt x="9651" y="6452"/>
                    <a:pt x="9791" y="6413"/>
                    <a:pt x="9934" y="6413"/>
                  </a:cubicBezTo>
                  <a:close/>
                  <a:moveTo>
                    <a:pt x="5362" y="12537"/>
                  </a:moveTo>
                  <a:lnTo>
                    <a:pt x="5362" y="15883"/>
                  </a:lnTo>
                  <a:lnTo>
                    <a:pt x="600" y="15883"/>
                  </a:lnTo>
                  <a:lnTo>
                    <a:pt x="600" y="12537"/>
                  </a:lnTo>
                  <a:close/>
                  <a:moveTo>
                    <a:pt x="5362" y="16487"/>
                  </a:moveTo>
                  <a:lnTo>
                    <a:pt x="5362" y="17424"/>
                  </a:lnTo>
                  <a:lnTo>
                    <a:pt x="600" y="17424"/>
                  </a:lnTo>
                  <a:lnTo>
                    <a:pt x="600" y="16487"/>
                  </a:lnTo>
                  <a:close/>
                  <a:moveTo>
                    <a:pt x="13974" y="11381"/>
                  </a:moveTo>
                  <a:cubicBezTo>
                    <a:pt x="14087" y="11381"/>
                    <a:pt x="14178" y="11472"/>
                    <a:pt x="14178" y="11583"/>
                  </a:cubicBezTo>
                  <a:lnTo>
                    <a:pt x="14178" y="17328"/>
                  </a:lnTo>
                  <a:cubicBezTo>
                    <a:pt x="14178" y="17441"/>
                    <a:pt x="14086" y="17532"/>
                    <a:pt x="13974" y="17532"/>
                  </a:cubicBezTo>
                  <a:lnTo>
                    <a:pt x="12921" y="17532"/>
                  </a:lnTo>
                  <a:lnTo>
                    <a:pt x="12921" y="11381"/>
                  </a:lnTo>
                  <a:close/>
                  <a:moveTo>
                    <a:pt x="9331" y="10996"/>
                  </a:moveTo>
                  <a:cubicBezTo>
                    <a:pt x="9387" y="11355"/>
                    <a:pt x="9699" y="11647"/>
                    <a:pt x="10069" y="11659"/>
                  </a:cubicBezTo>
                  <a:cubicBezTo>
                    <a:pt x="10077" y="11659"/>
                    <a:pt x="10085" y="11659"/>
                    <a:pt x="10094" y="11659"/>
                  </a:cubicBezTo>
                  <a:cubicBezTo>
                    <a:pt x="10154" y="11659"/>
                    <a:pt x="10212" y="11653"/>
                    <a:pt x="10266" y="11640"/>
                  </a:cubicBezTo>
                  <a:lnTo>
                    <a:pt x="10266" y="11840"/>
                  </a:lnTo>
                  <a:cubicBezTo>
                    <a:pt x="10266" y="12272"/>
                    <a:pt x="10608" y="12626"/>
                    <a:pt x="11028" y="12633"/>
                  </a:cubicBezTo>
                  <a:cubicBezTo>
                    <a:pt x="11033" y="12633"/>
                    <a:pt x="11038" y="12633"/>
                    <a:pt x="11044" y="12633"/>
                  </a:cubicBezTo>
                  <a:cubicBezTo>
                    <a:pt x="11458" y="12633"/>
                    <a:pt x="11814" y="12295"/>
                    <a:pt x="11814" y="11857"/>
                  </a:cubicBezTo>
                  <a:lnTo>
                    <a:pt x="11814" y="10997"/>
                  </a:lnTo>
                  <a:lnTo>
                    <a:pt x="12320" y="10997"/>
                  </a:lnTo>
                  <a:lnTo>
                    <a:pt x="12320" y="18769"/>
                  </a:lnTo>
                  <a:lnTo>
                    <a:pt x="5968" y="18769"/>
                  </a:lnTo>
                  <a:lnTo>
                    <a:pt x="5968" y="18767"/>
                  </a:lnTo>
                  <a:lnTo>
                    <a:pt x="5968" y="10996"/>
                  </a:lnTo>
                  <a:close/>
                  <a:moveTo>
                    <a:pt x="12237" y="19372"/>
                  </a:moveTo>
                  <a:cubicBezTo>
                    <a:pt x="12076" y="19764"/>
                    <a:pt x="11691" y="20026"/>
                    <a:pt x="11263" y="20026"/>
                  </a:cubicBezTo>
                  <a:lnTo>
                    <a:pt x="7020" y="20026"/>
                  </a:lnTo>
                  <a:cubicBezTo>
                    <a:pt x="6602" y="20026"/>
                    <a:pt x="6213" y="19776"/>
                    <a:pt x="6047" y="19372"/>
                  </a:cubicBezTo>
                  <a:close/>
                  <a:moveTo>
                    <a:pt x="5362" y="18031"/>
                  </a:moveTo>
                  <a:lnTo>
                    <a:pt x="5362" y="18974"/>
                  </a:lnTo>
                  <a:cubicBezTo>
                    <a:pt x="5362" y="19346"/>
                    <a:pt x="5489" y="19725"/>
                    <a:pt x="5737" y="20028"/>
                  </a:cubicBezTo>
                  <a:lnTo>
                    <a:pt x="1626" y="20028"/>
                  </a:lnTo>
                  <a:lnTo>
                    <a:pt x="1626" y="20026"/>
                  </a:lnTo>
                  <a:cubicBezTo>
                    <a:pt x="1061" y="20026"/>
                    <a:pt x="600" y="19565"/>
                    <a:pt x="600" y="19000"/>
                  </a:cubicBezTo>
                  <a:lnTo>
                    <a:pt x="600" y="18031"/>
                  </a:lnTo>
                  <a:close/>
                  <a:moveTo>
                    <a:pt x="2436" y="1"/>
                  </a:moveTo>
                  <a:cubicBezTo>
                    <a:pt x="1996" y="1"/>
                    <a:pt x="1641" y="357"/>
                    <a:pt x="1641" y="794"/>
                  </a:cubicBezTo>
                  <a:lnTo>
                    <a:pt x="1641" y="1383"/>
                  </a:lnTo>
                  <a:cubicBezTo>
                    <a:pt x="1641" y="1672"/>
                    <a:pt x="1796" y="1922"/>
                    <a:pt x="2027" y="2061"/>
                  </a:cubicBezTo>
                  <a:cubicBezTo>
                    <a:pt x="1857" y="2501"/>
                    <a:pt x="1754" y="2916"/>
                    <a:pt x="1753" y="3440"/>
                  </a:cubicBezTo>
                  <a:lnTo>
                    <a:pt x="1753" y="3444"/>
                  </a:lnTo>
                  <a:lnTo>
                    <a:pt x="1753" y="3464"/>
                  </a:lnTo>
                  <a:lnTo>
                    <a:pt x="1753" y="6045"/>
                  </a:lnTo>
                  <a:cubicBezTo>
                    <a:pt x="1753" y="6813"/>
                    <a:pt x="1470" y="7553"/>
                    <a:pt x="953" y="8121"/>
                  </a:cubicBezTo>
                  <a:cubicBezTo>
                    <a:pt x="341" y="8800"/>
                    <a:pt x="0" y="9651"/>
                    <a:pt x="0" y="10691"/>
                  </a:cubicBezTo>
                  <a:lnTo>
                    <a:pt x="0" y="19000"/>
                  </a:lnTo>
                  <a:cubicBezTo>
                    <a:pt x="0" y="19899"/>
                    <a:pt x="730" y="20631"/>
                    <a:pt x="1629" y="20631"/>
                  </a:cubicBezTo>
                  <a:lnTo>
                    <a:pt x="5984" y="20631"/>
                  </a:lnTo>
                  <a:cubicBezTo>
                    <a:pt x="6162" y="20631"/>
                    <a:pt x="6335" y="20602"/>
                    <a:pt x="6501" y="20545"/>
                  </a:cubicBezTo>
                  <a:cubicBezTo>
                    <a:pt x="6676" y="20602"/>
                    <a:pt x="6852" y="20631"/>
                    <a:pt x="7023" y="20631"/>
                  </a:cubicBezTo>
                  <a:lnTo>
                    <a:pt x="11268" y="20631"/>
                  </a:lnTo>
                  <a:cubicBezTo>
                    <a:pt x="12039" y="20631"/>
                    <a:pt x="12698" y="20096"/>
                    <a:pt x="12878" y="19367"/>
                  </a:cubicBezTo>
                  <a:lnTo>
                    <a:pt x="13978" y="19367"/>
                  </a:lnTo>
                  <a:cubicBezTo>
                    <a:pt x="15105" y="19367"/>
                    <a:pt x="16018" y="18450"/>
                    <a:pt x="16018" y="17327"/>
                  </a:cubicBezTo>
                  <a:lnTo>
                    <a:pt x="16018" y="15297"/>
                  </a:lnTo>
                  <a:cubicBezTo>
                    <a:pt x="16018" y="15129"/>
                    <a:pt x="15884" y="14995"/>
                    <a:pt x="15716" y="14995"/>
                  </a:cubicBezTo>
                  <a:cubicBezTo>
                    <a:pt x="15550" y="14995"/>
                    <a:pt x="15415" y="15129"/>
                    <a:pt x="15415" y="15297"/>
                  </a:cubicBezTo>
                  <a:lnTo>
                    <a:pt x="15415" y="17327"/>
                  </a:lnTo>
                  <a:cubicBezTo>
                    <a:pt x="15415" y="18118"/>
                    <a:pt x="14771" y="18764"/>
                    <a:pt x="13978" y="18764"/>
                  </a:cubicBezTo>
                  <a:lnTo>
                    <a:pt x="12924" y="18764"/>
                  </a:lnTo>
                  <a:lnTo>
                    <a:pt x="12924" y="18135"/>
                  </a:lnTo>
                  <a:lnTo>
                    <a:pt x="13978" y="18135"/>
                  </a:lnTo>
                  <a:cubicBezTo>
                    <a:pt x="14423" y="18135"/>
                    <a:pt x="14788" y="17774"/>
                    <a:pt x="14788" y="17327"/>
                  </a:cubicBezTo>
                  <a:lnTo>
                    <a:pt x="14788" y="11583"/>
                  </a:lnTo>
                  <a:cubicBezTo>
                    <a:pt x="14788" y="11138"/>
                    <a:pt x="14425" y="10775"/>
                    <a:pt x="13978" y="10775"/>
                  </a:cubicBezTo>
                  <a:lnTo>
                    <a:pt x="12924" y="10775"/>
                  </a:lnTo>
                  <a:lnTo>
                    <a:pt x="12924" y="10148"/>
                  </a:lnTo>
                  <a:lnTo>
                    <a:pt x="13978" y="10148"/>
                  </a:lnTo>
                  <a:cubicBezTo>
                    <a:pt x="14771" y="10148"/>
                    <a:pt x="15415" y="10792"/>
                    <a:pt x="15415" y="11583"/>
                  </a:cubicBezTo>
                  <a:lnTo>
                    <a:pt x="15415" y="13887"/>
                  </a:lnTo>
                  <a:cubicBezTo>
                    <a:pt x="15411" y="14055"/>
                    <a:pt x="15545" y="14190"/>
                    <a:pt x="15713" y="14190"/>
                  </a:cubicBezTo>
                  <a:cubicBezTo>
                    <a:pt x="15879" y="14190"/>
                    <a:pt x="16014" y="14055"/>
                    <a:pt x="16014" y="13887"/>
                  </a:cubicBezTo>
                  <a:lnTo>
                    <a:pt x="16014" y="11583"/>
                  </a:lnTo>
                  <a:cubicBezTo>
                    <a:pt x="16014" y="10458"/>
                    <a:pt x="15098" y="9543"/>
                    <a:pt x="13974" y="9543"/>
                  </a:cubicBezTo>
                  <a:lnTo>
                    <a:pt x="12921" y="9543"/>
                  </a:lnTo>
                  <a:lnTo>
                    <a:pt x="12921" y="9363"/>
                  </a:lnTo>
                  <a:cubicBezTo>
                    <a:pt x="12921" y="9046"/>
                    <a:pt x="12736" y="8771"/>
                    <a:pt x="12469" y="8637"/>
                  </a:cubicBezTo>
                  <a:cubicBezTo>
                    <a:pt x="12494" y="8533"/>
                    <a:pt x="12508" y="8423"/>
                    <a:pt x="12508" y="8313"/>
                  </a:cubicBezTo>
                  <a:cubicBezTo>
                    <a:pt x="12508" y="7637"/>
                    <a:pt x="12025" y="7058"/>
                    <a:pt x="11360" y="6933"/>
                  </a:cubicBezTo>
                  <a:cubicBezTo>
                    <a:pt x="11336" y="6929"/>
                    <a:pt x="11314" y="6907"/>
                    <a:pt x="11309" y="6881"/>
                  </a:cubicBezTo>
                  <a:cubicBezTo>
                    <a:pt x="11206" y="6445"/>
                    <a:pt x="10903" y="6093"/>
                    <a:pt x="10482" y="5919"/>
                  </a:cubicBezTo>
                  <a:cubicBezTo>
                    <a:pt x="10306" y="5845"/>
                    <a:pt x="10120" y="5809"/>
                    <a:pt x="9936" y="5809"/>
                  </a:cubicBezTo>
                  <a:cubicBezTo>
                    <a:pt x="9682" y="5809"/>
                    <a:pt x="9431" y="5878"/>
                    <a:pt x="9212" y="6013"/>
                  </a:cubicBezTo>
                  <a:cubicBezTo>
                    <a:pt x="9201" y="6019"/>
                    <a:pt x="9189" y="6022"/>
                    <a:pt x="9176" y="6022"/>
                  </a:cubicBezTo>
                  <a:cubicBezTo>
                    <a:pt x="9164" y="6022"/>
                    <a:pt x="9152" y="6019"/>
                    <a:pt x="9140" y="6013"/>
                  </a:cubicBezTo>
                  <a:cubicBezTo>
                    <a:pt x="8922" y="5878"/>
                    <a:pt x="8671" y="5809"/>
                    <a:pt x="8417" y="5809"/>
                  </a:cubicBezTo>
                  <a:cubicBezTo>
                    <a:pt x="8233" y="5809"/>
                    <a:pt x="8047" y="5845"/>
                    <a:pt x="7871" y="5919"/>
                  </a:cubicBezTo>
                  <a:cubicBezTo>
                    <a:pt x="7450" y="6093"/>
                    <a:pt x="7148" y="6445"/>
                    <a:pt x="7046" y="6881"/>
                  </a:cubicBezTo>
                  <a:cubicBezTo>
                    <a:pt x="7039" y="6907"/>
                    <a:pt x="7016" y="6929"/>
                    <a:pt x="6994" y="6933"/>
                  </a:cubicBezTo>
                  <a:cubicBezTo>
                    <a:pt x="6664" y="6994"/>
                    <a:pt x="6379" y="7169"/>
                    <a:pt x="6175" y="7411"/>
                  </a:cubicBezTo>
                  <a:cubicBezTo>
                    <a:pt x="5966" y="6986"/>
                    <a:pt x="5857" y="6520"/>
                    <a:pt x="5857" y="6040"/>
                  </a:cubicBezTo>
                  <a:lnTo>
                    <a:pt x="5857" y="3464"/>
                  </a:lnTo>
                  <a:lnTo>
                    <a:pt x="5857" y="3438"/>
                  </a:lnTo>
                  <a:cubicBezTo>
                    <a:pt x="5853" y="2918"/>
                    <a:pt x="5752" y="2505"/>
                    <a:pt x="5583" y="2061"/>
                  </a:cubicBezTo>
                  <a:cubicBezTo>
                    <a:pt x="5812" y="1922"/>
                    <a:pt x="5968" y="1671"/>
                    <a:pt x="5968" y="1383"/>
                  </a:cubicBezTo>
                  <a:lnTo>
                    <a:pt x="5968" y="794"/>
                  </a:lnTo>
                  <a:cubicBezTo>
                    <a:pt x="5968" y="355"/>
                    <a:pt x="5610" y="1"/>
                    <a:pt x="51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46" name="Google Shape;3246;p10"/>
          <p:cNvSpPr txBox="1">
            <a:spLocks noGrp="1"/>
          </p:cNvSpPr>
          <p:nvPr>
            <p:ph type="title"/>
          </p:nvPr>
        </p:nvSpPr>
        <p:spPr>
          <a:xfrm>
            <a:off x="381041" y="398110"/>
            <a:ext cx="77040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solidFill>
                  <a:schemeClr val="lt2"/>
                </a:solidFill>
              </a:rPr>
              <a:t>Types of  </a:t>
            </a:r>
            <a:r>
              <a:rPr lang="en-GB"/>
              <a:t>adjectives</a:t>
            </a:r>
            <a:endParaRPr/>
          </a:p>
        </p:txBody>
      </p:sp>
      <p:sp>
        <p:nvSpPr>
          <p:cNvPr id="3247" name="Google Shape;3247;p10"/>
          <p:cNvSpPr txBox="1"/>
          <p:nvPr/>
        </p:nvSpPr>
        <p:spPr>
          <a:xfrm>
            <a:off x="440414" y="1696143"/>
            <a:ext cx="1954641" cy="484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Descriptive</a:t>
            </a:r>
            <a:endParaRPr sz="2000" b="0" i="0" u="none" strike="noStrike" cap="none">
              <a:solidFill>
                <a:schemeClr val="dk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3248" name="Google Shape;3248;p10"/>
          <p:cNvSpPr txBox="1"/>
          <p:nvPr/>
        </p:nvSpPr>
        <p:spPr>
          <a:xfrm>
            <a:off x="6307115" y="1517160"/>
            <a:ext cx="1777800" cy="484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Quantitative</a:t>
            </a:r>
            <a:endParaRPr sz="2000" b="0" i="0" u="none" strike="noStrike" cap="none">
              <a:solidFill>
                <a:schemeClr val="dk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cxnSp>
        <p:nvCxnSpPr>
          <p:cNvPr id="3249" name="Google Shape;3249;p10"/>
          <p:cNvCxnSpPr/>
          <p:nvPr/>
        </p:nvCxnSpPr>
        <p:spPr>
          <a:xfrm rot="10800000">
            <a:off x="2271503" y="2996307"/>
            <a:ext cx="1276274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diamond" w="med" len="med"/>
          </a:ln>
        </p:spPr>
      </p:cxnSp>
      <p:sp>
        <p:nvSpPr>
          <p:cNvPr id="3235" name="Google Shape;3235;p10"/>
          <p:cNvSpPr txBox="1"/>
          <p:nvPr/>
        </p:nvSpPr>
        <p:spPr>
          <a:xfrm>
            <a:off x="3453975" y="2919101"/>
            <a:ext cx="1649593" cy="88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ADJECTIVE</a:t>
            </a:r>
            <a:endParaRPr sz="2000" b="0" i="0" u="none" strike="noStrike" cap="none">
              <a:solidFill>
                <a:schemeClr val="dk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3250" name="Google Shape;3250;p10"/>
          <p:cNvSpPr txBox="1"/>
          <p:nvPr/>
        </p:nvSpPr>
        <p:spPr>
          <a:xfrm>
            <a:off x="457452" y="2753907"/>
            <a:ext cx="1954641" cy="484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Demonstrative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1" name="Google Shape;3251;p10"/>
          <p:cNvSpPr txBox="1"/>
          <p:nvPr/>
        </p:nvSpPr>
        <p:spPr>
          <a:xfrm>
            <a:off x="440388" y="3810175"/>
            <a:ext cx="1954641" cy="484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Distributive</a:t>
            </a:r>
            <a:endParaRPr sz="2000" b="0" i="0" u="none" strike="noStrike" cap="none">
              <a:solidFill>
                <a:schemeClr val="dk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cxnSp>
        <p:nvCxnSpPr>
          <p:cNvPr id="3252" name="Google Shape;3252;p10"/>
          <p:cNvCxnSpPr/>
          <p:nvPr/>
        </p:nvCxnSpPr>
        <p:spPr>
          <a:xfrm>
            <a:off x="4350172" y="3719832"/>
            <a:ext cx="2075100" cy="261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diamond" w="med" len="med"/>
          </a:ln>
        </p:spPr>
      </p:cxnSp>
      <p:sp>
        <p:nvSpPr>
          <p:cNvPr id="3253" name="Google Shape;3253;p10"/>
          <p:cNvSpPr txBox="1"/>
          <p:nvPr/>
        </p:nvSpPr>
        <p:spPr>
          <a:xfrm>
            <a:off x="6307115" y="3689617"/>
            <a:ext cx="1777800" cy="484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Article</a:t>
            </a:r>
            <a:endParaRPr sz="2000" b="0" i="0" u="none" strike="noStrike" cap="none">
              <a:solidFill>
                <a:schemeClr val="dk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58" name="Google Shape;3258;p20"/>
          <p:cNvGraphicFramePr/>
          <p:nvPr>
            <p:extLst>
              <p:ext uri="{D42A27DB-BD31-4B8C-83A1-F6EECF244321}">
                <p14:modId xmlns:p14="http://schemas.microsoft.com/office/powerpoint/2010/main" val="1261212294"/>
              </p:ext>
            </p:extLst>
          </p:nvPr>
        </p:nvGraphicFramePr>
        <p:xfrm>
          <a:off x="0" y="1540295"/>
          <a:ext cx="9144000" cy="3352740"/>
        </p:xfrm>
        <a:graphic>
          <a:graphicData uri="http://schemas.openxmlformats.org/drawingml/2006/table">
            <a:tbl>
              <a:tblPr>
                <a:noFill/>
                <a:tableStyleId>{C5F4140C-F35E-4C9B-80FA-E082464485FF}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9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6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strike="noStrike" cap="none">
                          <a:solidFill>
                            <a:schemeClr val="lt2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Opinion</a:t>
                      </a:r>
                      <a:endParaRPr sz="1800" u="none" strike="noStrike" cap="none">
                        <a:solidFill>
                          <a:schemeClr val="lt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strike="noStrike" cap="none">
                          <a:solidFill>
                            <a:schemeClr val="dk1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Size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strike="noStrike" cap="none">
                          <a:solidFill>
                            <a:schemeClr val="lt2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Age</a:t>
                      </a:r>
                      <a:endParaRPr sz="1800" u="none" strike="noStrike" cap="none">
                        <a:solidFill>
                          <a:schemeClr val="lt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strike="noStrike" cap="none">
                          <a:solidFill>
                            <a:schemeClr val="dk1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Shape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strike="noStrike" cap="none">
                          <a:solidFill>
                            <a:schemeClr val="lt2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Color</a:t>
                      </a:r>
                      <a:endParaRPr sz="1800" u="none" strike="noStrike" cap="none">
                        <a:solidFill>
                          <a:schemeClr val="lt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strike="noStrike" cap="none">
                          <a:solidFill>
                            <a:schemeClr val="dk1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Origin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strike="noStrike" cap="none">
                          <a:solidFill>
                            <a:schemeClr val="lt2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Material</a:t>
                      </a:r>
                      <a:endParaRPr sz="1800" u="none" strike="noStrike" cap="none">
                        <a:solidFill>
                          <a:schemeClr val="lt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strike="noStrike" cap="none">
                          <a:solidFill>
                            <a:schemeClr val="dk1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Purpose</a:t>
                      </a:r>
                      <a:endParaRPr sz="1800" u="none" strike="noStrike" cap="none">
                        <a:solidFill>
                          <a:schemeClr val="lt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Nice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Ugly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Cheap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Expensive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Good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Bad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Stupid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Smart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Amazing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Big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Huge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Small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Large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Narrow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Tall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Short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Medium 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New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Old 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Second-hand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Ancient </a:t>
                      </a:r>
                      <a:endParaRPr sz="1400" u="none" strike="noStrike" cap="none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Square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Round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Triangular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Rectangular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Flat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Red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Black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White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Yellow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…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American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English 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b="0" u="none" strike="noStrike" cap="none" dirty="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Spanish</a:t>
                      </a:r>
                      <a:r>
                        <a:rPr lang="en-GB" sz="1600" b="1" u="none" strike="noStrike" cap="none" dirty="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</a:t>
                      </a:r>
                      <a:endParaRPr sz="1400" b="1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Japanese 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…</a:t>
                      </a:r>
                      <a:endParaRPr sz="1400" u="none" strike="noStrike" cap="none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Leather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(da)</a:t>
                      </a: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Cotton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Silk (l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ụa)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Wooden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Plastic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Metal (kim l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oại)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Silver (b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ạc)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Gold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Paper 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Shopping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Sleeping 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Touring </a:t>
                      </a:r>
                      <a:endParaRPr sz="1400" u="none" strike="noStrike" cap="none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Racing 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59" name="Google Shape;3259;p20"/>
          <p:cNvSpPr txBox="1">
            <a:spLocks noGrp="1"/>
          </p:cNvSpPr>
          <p:nvPr>
            <p:ph type="title"/>
          </p:nvPr>
        </p:nvSpPr>
        <p:spPr>
          <a:xfrm>
            <a:off x="720000" y="637336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3400" b="1">
                <a:latin typeface="Palanquin"/>
                <a:ea typeface="Palanquin"/>
                <a:cs typeface="Palanquin"/>
                <a:sym typeface="Palanquin"/>
              </a:rPr>
              <a:t>Trật tự tính từ</a:t>
            </a:r>
            <a:endParaRPr sz="3400" b="1">
              <a:solidFill>
                <a:schemeClr val="lt2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4" name="Google Shape;3264;p11"/>
          <p:cNvSpPr txBox="1">
            <a:spLocks noGrp="1"/>
          </p:cNvSpPr>
          <p:nvPr>
            <p:ph type="title"/>
          </p:nvPr>
        </p:nvSpPr>
        <p:spPr>
          <a:xfrm>
            <a:off x="2048250" y="236918"/>
            <a:ext cx="5047500" cy="1001947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6000"/>
              <a:t>Quantity</a:t>
            </a:r>
            <a:endParaRPr sz="6000">
              <a:solidFill>
                <a:schemeClr val="lt2"/>
              </a:solidFill>
            </a:endParaRPr>
          </a:p>
        </p:txBody>
      </p:sp>
      <p:pic>
        <p:nvPicPr>
          <p:cNvPr id="3265" name="Google Shape;3265;p11"/>
          <p:cNvPicPr preferRelativeResize="0"/>
          <p:nvPr/>
        </p:nvPicPr>
        <p:blipFill rotWithShape="1">
          <a:blip r:embed="rId3">
            <a:alphaModFix/>
          </a:blip>
          <a:srcRect l="2543" t="14902" r="7791" b="3229"/>
          <a:stretch/>
        </p:blipFill>
        <p:spPr>
          <a:xfrm>
            <a:off x="2048249" y="1660926"/>
            <a:ext cx="5047500" cy="2590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0" name="Google Shape;3270;p12"/>
          <p:cNvSpPr txBox="1">
            <a:spLocks noGrp="1"/>
          </p:cNvSpPr>
          <p:nvPr>
            <p:ph type="title"/>
          </p:nvPr>
        </p:nvSpPr>
        <p:spPr>
          <a:xfrm>
            <a:off x="2048250" y="236918"/>
            <a:ext cx="5047500" cy="1001947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6000"/>
              <a:t>Quantity</a:t>
            </a:r>
            <a:endParaRPr sz="6000">
              <a:solidFill>
                <a:schemeClr val="lt2"/>
              </a:solidFill>
            </a:endParaRPr>
          </a:p>
        </p:txBody>
      </p:sp>
      <p:pic>
        <p:nvPicPr>
          <p:cNvPr id="3271" name="Google Shape;3271;p12"/>
          <p:cNvPicPr preferRelativeResize="0"/>
          <p:nvPr/>
        </p:nvPicPr>
        <p:blipFill rotWithShape="1">
          <a:blip r:embed="rId3">
            <a:alphaModFix/>
          </a:blip>
          <a:srcRect l="30412" t="23110" r="53148" b="41595"/>
          <a:stretch/>
        </p:blipFill>
        <p:spPr>
          <a:xfrm>
            <a:off x="423519" y="1473275"/>
            <a:ext cx="2548281" cy="2791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2" name="Google Shape;3272;p12"/>
          <p:cNvPicPr preferRelativeResize="0"/>
          <p:nvPr/>
        </p:nvPicPr>
        <p:blipFill rotWithShape="1">
          <a:blip r:embed="rId3">
            <a:alphaModFix/>
          </a:blip>
          <a:srcRect l="49619" t="14905" r="31175" b="57328"/>
          <a:stretch/>
        </p:blipFill>
        <p:spPr>
          <a:xfrm>
            <a:off x="3145222" y="1880990"/>
            <a:ext cx="3100187" cy="2320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3" name="Google Shape;3273;p12"/>
          <p:cNvPicPr preferRelativeResize="0"/>
          <p:nvPr/>
        </p:nvPicPr>
        <p:blipFill rotWithShape="1">
          <a:blip r:embed="rId3">
            <a:alphaModFix/>
          </a:blip>
          <a:srcRect l="46852" t="74784" r="33598" b="3447"/>
          <a:stretch/>
        </p:blipFill>
        <p:spPr>
          <a:xfrm>
            <a:off x="6418831" y="2396359"/>
            <a:ext cx="2661925" cy="1710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" name="Google Shape;3278;p13"/>
          <p:cNvPicPr preferRelativeResize="0"/>
          <p:nvPr/>
        </p:nvPicPr>
        <p:blipFill rotWithShape="1">
          <a:blip r:embed="rId3">
            <a:alphaModFix/>
          </a:blip>
          <a:srcRect l="19387" t="61637" r="45957" b="9052"/>
          <a:stretch/>
        </p:blipFill>
        <p:spPr>
          <a:xfrm>
            <a:off x="6006964" y="2571750"/>
            <a:ext cx="2990359" cy="1421989"/>
          </a:xfrm>
          <a:prstGeom prst="rect">
            <a:avLst/>
          </a:prstGeom>
          <a:noFill/>
          <a:ln>
            <a:noFill/>
          </a:ln>
        </p:spPr>
      </p:pic>
      <p:sp>
        <p:nvSpPr>
          <p:cNvPr id="3279" name="Google Shape;3279;p13"/>
          <p:cNvSpPr txBox="1">
            <a:spLocks noGrp="1"/>
          </p:cNvSpPr>
          <p:nvPr>
            <p:ph type="title"/>
          </p:nvPr>
        </p:nvSpPr>
        <p:spPr>
          <a:xfrm>
            <a:off x="2048250" y="181500"/>
            <a:ext cx="5047500" cy="1436728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4400"/>
              <a:t>Qualities</a:t>
            </a:r>
            <a:br>
              <a:rPr lang="en-GB" sz="4400"/>
            </a:br>
            <a:r>
              <a:rPr lang="en-GB" sz="4400"/>
              <a:t>(Opinion)</a:t>
            </a:r>
            <a:endParaRPr sz="4400">
              <a:solidFill>
                <a:schemeClr val="lt2"/>
              </a:solidFill>
            </a:endParaRPr>
          </a:p>
        </p:txBody>
      </p:sp>
      <p:pic>
        <p:nvPicPr>
          <p:cNvPr id="3280" name="Google Shape;3280;p13"/>
          <p:cNvPicPr preferRelativeResize="0"/>
          <p:nvPr/>
        </p:nvPicPr>
        <p:blipFill rotWithShape="1">
          <a:blip r:embed="rId3">
            <a:alphaModFix/>
          </a:blip>
          <a:srcRect l="19387" t="9698" r="64860" b="47198"/>
          <a:stretch/>
        </p:blipFill>
        <p:spPr>
          <a:xfrm>
            <a:off x="727987" y="1706683"/>
            <a:ext cx="1715667" cy="2639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1" name="Google Shape;3281;p13"/>
          <p:cNvPicPr preferRelativeResize="0"/>
          <p:nvPr/>
        </p:nvPicPr>
        <p:blipFill rotWithShape="1">
          <a:blip r:embed="rId3">
            <a:alphaModFix/>
          </a:blip>
          <a:srcRect l="39501" t="12104" r="44140" b="49352"/>
          <a:stretch/>
        </p:blipFill>
        <p:spPr>
          <a:xfrm>
            <a:off x="2443654" y="1985947"/>
            <a:ext cx="1781655" cy="2360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2" name="Google Shape;3282;p13"/>
          <p:cNvPicPr preferRelativeResize="0"/>
          <p:nvPr/>
        </p:nvPicPr>
        <p:blipFill rotWithShape="1">
          <a:blip r:embed="rId3">
            <a:alphaModFix/>
          </a:blip>
          <a:srcRect l="59130" t="13362" r="19180" b="33405"/>
          <a:stretch/>
        </p:blipFill>
        <p:spPr>
          <a:xfrm>
            <a:off x="4225309" y="1921531"/>
            <a:ext cx="1875097" cy="2587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" name="Google Shape;3287;p15"/>
          <p:cNvSpPr txBox="1"/>
          <p:nvPr/>
        </p:nvSpPr>
        <p:spPr>
          <a:xfrm>
            <a:off x="6073730" y="2473377"/>
            <a:ext cx="2502888" cy="156113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88" name="Google Shape;3288;p15"/>
          <p:cNvSpPr txBox="1">
            <a:spLocks noGrp="1"/>
          </p:cNvSpPr>
          <p:nvPr>
            <p:ph type="title"/>
          </p:nvPr>
        </p:nvSpPr>
        <p:spPr>
          <a:xfrm>
            <a:off x="2048250" y="0"/>
            <a:ext cx="5047500" cy="1001947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6000"/>
              <a:t>Color</a:t>
            </a:r>
            <a:endParaRPr sz="6000">
              <a:solidFill>
                <a:schemeClr val="lt2"/>
              </a:solidFill>
            </a:endParaRPr>
          </a:p>
        </p:txBody>
      </p:sp>
      <p:sp>
        <p:nvSpPr>
          <p:cNvPr id="3289" name="Google Shape;3289;p15"/>
          <p:cNvSpPr txBox="1">
            <a:spLocks noGrp="1"/>
          </p:cNvSpPr>
          <p:nvPr>
            <p:ph type="subTitle" idx="1"/>
          </p:nvPr>
        </p:nvSpPr>
        <p:spPr>
          <a:xfrm>
            <a:off x="567382" y="2473377"/>
            <a:ext cx="2502888" cy="156113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3290" name="Google Shape;3290;p15"/>
          <p:cNvSpPr txBox="1"/>
          <p:nvPr/>
        </p:nvSpPr>
        <p:spPr>
          <a:xfrm>
            <a:off x="567382" y="1575420"/>
            <a:ext cx="2502888" cy="759412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bril Fatface"/>
              <a:buNone/>
            </a:pPr>
            <a:r>
              <a:rPr lang="en-GB" sz="32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white paint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1" name="Google Shape;3291;p15"/>
          <p:cNvSpPr txBox="1"/>
          <p:nvPr/>
        </p:nvSpPr>
        <p:spPr>
          <a:xfrm>
            <a:off x="3320556" y="2473377"/>
            <a:ext cx="2502888" cy="156113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 Semi Condensed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292" name="Google Shape;3292;p15"/>
          <p:cNvSpPr txBox="1"/>
          <p:nvPr/>
        </p:nvSpPr>
        <p:spPr>
          <a:xfrm>
            <a:off x="3320556" y="1575420"/>
            <a:ext cx="2502888" cy="759412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bril Fatface"/>
              <a:buNone/>
            </a:pPr>
            <a:r>
              <a:rPr lang="en-GB" sz="32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blue sky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3" name="Google Shape;3293;p15"/>
          <p:cNvSpPr txBox="1"/>
          <p:nvPr/>
        </p:nvSpPr>
        <p:spPr>
          <a:xfrm>
            <a:off x="6073730" y="1575420"/>
            <a:ext cx="2502888" cy="759412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bril Fatface"/>
              <a:buNone/>
            </a:pPr>
            <a:r>
              <a:rPr lang="en-GB" sz="32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green leaf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8" name="Google Shape;3298;p14"/>
          <p:cNvSpPr txBox="1">
            <a:spLocks noGrp="1"/>
          </p:cNvSpPr>
          <p:nvPr>
            <p:ph type="title"/>
          </p:nvPr>
        </p:nvSpPr>
        <p:spPr>
          <a:xfrm>
            <a:off x="2048250" y="236918"/>
            <a:ext cx="5047500" cy="1001947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6000"/>
              <a:t>Origin</a:t>
            </a:r>
            <a:endParaRPr sz="6000">
              <a:solidFill>
                <a:schemeClr val="lt2"/>
              </a:solidFill>
            </a:endParaRPr>
          </a:p>
        </p:txBody>
      </p:sp>
      <p:pic>
        <p:nvPicPr>
          <p:cNvPr id="3299" name="Google Shape;3299;p14"/>
          <p:cNvPicPr preferRelativeResize="0"/>
          <p:nvPr/>
        </p:nvPicPr>
        <p:blipFill rotWithShape="1">
          <a:blip r:embed="rId3">
            <a:alphaModFix/>
          </a:blip>
          <a:srcRect l="22658" t="4741" r="55409" b="36853"/>
          <a:stretch/>
        </p:blipFill>
        <p:spPr>
          <a:xfrm>
            <a:off x="43683" y="1754407"/>
            <a:ext cx="2174848" cy="3256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0" name="Google Shape;3300;p14"/>
          <p:cNvPicPr preferRelativeResize="0"/>
          <p:nvPr/>
        </p:nvPicPr>
        <p:blipFill rotWithShape="1">
          <a:blip r:embed="rId3">
            <a:alphaModFix/>
          </a:blip>
          <a:srcRect l="53676" r="20024" b="35991"/>
          <a:stretch/>
        </p:blipFill>
        <p:spPr>
          <a:xfrm>
            <a:off x="2095890" y="1515933"/>
            <a:ext cx="2355508" cy="3223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1" name="Google Shape;3301;p14"/>
          <p:cNvPicPr preferRelativeResize="0"/>
          <p:nvPr/>
        </p:nvPicPr>
        <p:blipFill rotWithShape="1">
          <a:blip r:embed="rId3">
            <a:alphaModFix/>
          </a:blip>
          <a:srcRect l="34048" t="66810" r="41718"/>
          <a:stretch/>
        </p:blipFill>
        <p:spPr>
          <a:xfrm>
            <a:off x="4505968" y="1515933"/>
            <a:ext cx="2403147" cy="1850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2" name="Google Shape;3302;p14"/>
          <p:cNvPicPr preferRelativeResize="0"/>
          <p:nvPr/>
        </p:nvPicPr>
        <p:blipFill rotWithShape="1">
          <a:blip r:embed="rId3">
            <a:alphaModFix/>
          </a:blip>
          <a:srcRect l="62887" t="65516" r="14089" b="3447"/>
          <a:stretch/>
        </p:blipFill>
        <p:spPr>
          <a:xfrm>
            <a:off x="5707541" y="3366356"/>
            <a:ext cx="2282990" cy="173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p16"/>
          <p:cNvSpPr txBox="1">
            <a:spLocks noGrp="1"/>
          </p:cNvSpPr>
          <p:nvPr>
            <p:ph type="title"/>
          </p:nvPr>
        </p:nvSpPr>
        <p:spPr>
          <a:xfrm>
            <a:off x="2048250" y="236918"/>
            <a:ext cx="5047500" cy="1001947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6000"/>
              <a:t>Size</a:t>
            </a:r>
            <a:endParaRPr sz="6000">
              <a:solidFill>
                <a:schemeClr val="lt2"/>
              </a:solidFill>
            </a:endParaRPr>
          </a:p>
        </p:txBody>
      </p:sp>
      <p:pic>
        <p:nvPicPr>
          <p:cNvPr id="3308" name="Google Shape;3308;p16"/>
          <p:cNvPicPr preferRelativeResize="0"/>
          <p:nvPr/>
        </p:nvPicPr>
        <p:blipFill rotWithShape="1">
          <a:blip r:embed="rId3">
            <a:alphaModFix/>
          </a:blip>
          <a:srcRect l="20356" t="38890" r="56864" b="6247"/>
          <a:stretch/>
        </p:blipFill>
        <p:spPr>
          <a:xfrm>
            <a:off x="2798642" y="1549492"/>
            <a:ext cx="2378698" cy="3220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09" name="Google Shape;3309;p16"/>
          <p:cNvGrpSpPr/>
          <p:nvPr/>
        </p:nvGrpSpPr>
        <p:grpSpPr>
          <a:xfrm>
            <a:off x="934755" y="2055115"/>
            <a:ext cx="1613212" cy="2795068"/>
            <a:chOff x="855278" y="2918073"/>
            <a:chExt cx="2010104" cy="3482727"/>
          </a:xfrm>
        </p:grpSpPr>
        <p:pic>
          <p:nvPicPr>
            <p:cNvPr id="3310" name="Google Shape;3310;p16"/>
            <p:cNvPicPr preferRelativeResize="0"/>
            <p:nvPr/>
          </p:nvPicPr>
          <p:blipFill rotWithShape="1">
            <a:blip r:embed="rId4">
              <a:alphaModFix/>
            </a:blip>
            <a:srcRect l="41138" t="6701" r="43414" b="55171"/>
            <a:stretch/>
          </p:blipFill>
          <p:spPr>
            <a:xfrm>
              <a:off x="855278" y="2918073"/>
              <a:ext cx="2010104" cy="2789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1" name="Google Shape;3311;p16"/>
            <p:cNvPicPr preferRelativeResize="0"/>
            <p:nvPr/>
          </p:nvPicPr>
          <p:blipFill rotWithShape="1">
            <a:blip r:embed="rId3">
              <a:alphaModFix/>
            </a:blip>
            <a:srcRect l="25689" t="13578" r="59891" b="76938"/>
            <a:stretch/>
          </p:blipFill>
          <p:spPr>
            <a:xfrm>
              <a:off x="938048" y="5707117"/>
              <a:ext cx="1876097" cy="6936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12" name="Google Shape;3312;p16"/>
          <p:cNvPicPr preferRelativeResize="0"/>
          <p:nvPr/>
        </p:nvPicPr>
        <p:blipFill rotWithShape="1">
          <a:blip r:embed="rId3">
            <a:alphaModFix/>
          </a:blip>
          <a:srcRect l="45801" t="52469" r="42201" b="6250"/>
          <a:stretch/>
        </p:blipFill>
        <p:spPr>
          <a:xfrm>
            <a:off x="5427872" y="1948046"/>
            <a:ext cx="1252613" cy="2423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3" name="Google Shape;3313;p16"/>
          <p:cNvPicPr preferRelativeResize="0"/>
          <p:nvPr/>
        </p:nvPicPr>
        <p:blipFill rotWithShape="1">
          <a:blip r:embed="rId3">
            <a:alphaModFix/>
          </a:blip>
          <a:srcRect l="62039" t="60012" r="25843" b="6250"/>
          <a:stretch/>
        </p:blipFill>
        <p:spPr>
          <a:xfrm>
            <a:off x="6877555" y="2312745"/>
            <a:ext cx="1265263" cy="1980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8" name="Google Shape;3318;g36d8d8f795f_0_78"/>
          <p:cNvSpPr txBox="1">
            <a:spLocks noGrp="1"/>
          </p:cNvSpPr>
          <p:nvPr>
            <p:ph type="title"/>
          </p:nvPr>
        </p:nvSpPr>
        <p:spPr>
          <a:xfrm>
            <a:off x="567775" y="51825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Underline the adjectives and identify the type of each adjective: </a:t>
            </a:r>
            <a:endParaRPr sz="1900"/>
          </a:p>
        </p:txBody>
      </p:sp>
      <p:sp>
        <p:nvSpPr>
          <p:cNvPr id="3319" name="Google Shape;3319;g36d8d8f795f_0_78"/>
          <p:cNvSpPr txBox="1"/>
          <p:nvPr/>
        </p:nvSpPr>
        <p:spPr>
          <a:xfrm>
            <a:off x="500375" y="1326825"/>
            <a:ext cx="73857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dirty="0">
                <a:solidFill>
                  <a:schemeClr val="hlink"/>
                </a:solidFill>
              </a:rPr>
              <a:t>My best friend is a tall girl with long black hair and a beautiful smile. She often wears a blue cotton dress that looks very nice on her. Last week, she bought a small golden necklace from a French shop. She also has a big brown bag where she keeps her books. Everyone likes her friendly face and young style.</a:t>
            </a:r>
            <a:endParaRPr dirty="0">
              <a:solidFill>
                <a:schemeClr val="hlink"/>
              </a:solidFill>
            </a:endParaRPr>
          </a:p>
        </p:txBody>
      </p:sp>
      <p:cxnSp>
        <p:nvCxnSpPr>
          <p:cNvPr id="3320" name="Google Shape;3320;g36d8d8f795f_0_78"/>
          <p:cNvCxnSpPr/>
          <p:nvPr/>
        </p:nvCxnSpPr>
        <p:spPr>
          <a:xfrm>
            <a:off x="2034180" y="1788757"/>
            <a:ext cx="271800" cy="10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1" name="Google Shape;3321;g36d8d8f795f_0_78"/>
          <p:cNvCxnSpPr/>
          <p:nvPr/>
        </p:nvCxnSpPr>
        <p:spPr>
          <a:xfrm>
            <a:off x="3037791" y="1827044"/>
            <a:ext cx="3054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2" name="Google Shape;3322;g36d8d8f795f_0_78"/>
          <p:cNvCxnSpPr/>
          <p:nvPr/>
        </p:nvCxnSpPr>
        <p:spPr>
          <a:xfrm>
            <a:off x="3438331" y="1812054"/>
            <a:ext cx="381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3" name="Google Shape;3323;g36d8d8f795f_0_78"/>
          <p:cNvCxnSpPr/>
          <p:nvPr/>
        </p:nvCxnSpPr>
        <p:spPr>
          <a:xfrm>
            <a:off x="4652945" y="1804559"/>
            <a:ext cx="753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4" name="Google Shape;3324;g36d8d8f795f_0_78"/>
          <p:cNvCxnSpPr/>
          <p:nvPr/>
        </p:nvCxnSpPr>
        <p:spPr>
          <a:xfrm rot="10800000" flipH="1">
            <a:off x="7334410" y="1799557"/>
            <a:ext cx="418800" cy="10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5" name="Google Shape;3325;g36d8d8f795f_0_78"/>
          <p:cNvCxnSpPr/>
          <p:nvPr/>
        </p:nvCxnSpPr>
        <p:spPr>
          <a:xfrm>
            <a:off x="6228413" y="2039106"/>
            <a:ext cx="500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6" name="Google Shape;3326;g36d8d8f795f_0_78"/>
          <p:cNvCxnSpPr>
            <a:cxnSpLocks/>
          </p:cNvCxnSpPr>
          <p:nvPr/>
        </p:nvCxnSpPr>
        <p:spPr>
          <a:xfrm flipV="1">
            <a:off x="5682015" y="2039106"/>
            <a:ext cx="478943" cy="357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7" name="Google Shape;3327;g36d8d8f795f_0_78"/>
          <p:cNvCxnSpPr/>
          <p:nvPr/>
        </p:nvCxnSpPr>
        <p:spPr>
          <a:xfrm>
            <a:off x="567775" y="2039106"/>
            <a:ext cx="4965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8" name="Google Shape;3328;g36d8d8f795f_0_78"/>
          <p:cNvCxnSpPr/>
          <p:nvPr/>
        </p:nvCxnSpPr>
        <p:spPr>
          <a:xfrm>
            <a:off x="2772458" y="2039550"/>
            <a:ext cx="342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9" name="Google Shape;3329;g36d8d8f795f_0_78"/>
          <p:cNvCxnSpPr/>
          <p:nvPr/>
        </p:nvCxnSpPr>
        <p:spPr>
          <a:xfrm>
            <a:off x="1125020" y="2291092"/>
            <a:ext cx="646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0" name="Google Shape;3330;g36d8d8f795f_0_78"/>
          <p:cNvCxnSpPr/>
          <p:nvPr/>
        </p:nvCxnSpPr>
        <p:spPr>
          <a:xfrm>
            <a:off x="1239944" y="2550609"/>
            <a:ext cx="646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1" name="Google Shape;3331;g36d8d8f795f_0_78"/>
          <p:cNvCxnSpPr/>
          <p:nvPr/>
        </p:nvCxnSpPr>
        <p:spPr>
          <a:xfrm>
            <a:off x="2555721" y="2571750"/>
            <a:ext cx="646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2" name="Google Shape;3332;g36d8d8f795f_0_78"/>
          <p:cNvCxnSpPr/>
          <p:nvPr/>
        </p:nvCxnSpPr>
        <p:spPr>
          <a:xfrm>
            <a:off x="3370876" y="2291092"/>
            <a:ext cx="31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3" name="Google Shape;3333;g36d8d8f795f_0_78"/>
          <p:cNvCxnSpPr/>
          <p:nvPr/>
        </p:nvCxnSpPr>
        <p:spPr>
          <a:xfrm>
            <a:off x="3752776" y="2291092"/>
            <a:ext cx="456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334" name="Google Shape;3334;g36d8d8f795f_0_78"/>
          <p:cNvGraphicFramePr/>
          <p:nvPr>
            <p:extLst>
              <p:ext uri="{D42A27DB-BD31-4B8C-83A1-F6EECF244321}">
                <p14:modId xmlns:p14="http://schemas.microsoft.com/office/powerpoint/2010/main" val="3440804352"/>
              </p:ext>
            </p:extLst>
          </p:nvPr>
        </p:nvGraphicFramePr>
        <p:xfrm>
          <a:off x="567775" y="2732445"/>
          <a:ext cx="7704000" cy="2038010"/>
        </p:xfrm>
        <a:graphic>
          <a:graphicData uri="http://schemas.openxmlformats.org/drawingml/2006/table">
            <a:tbl>
              <a:tblPr>
                <a:noFill/>
                <a:tableStyleId>{C5F4140C-F35E-4C9B-80FA-E082464485FF}</a:tableStyleId>
              </a:tblPr>
              <a:tblGrid>
                <a:gridCol w="1141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79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500" u="none" strike="noStrike" cap="none">
                          <a:solidFill>
                            <a:schemeClr val="lt2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Opinion</a:t>
                      </a:r>
                      <a:endParaRPr sz="1500" u="none" strike="noStrike" cap="none">
                        <a:solidFill>
                          <a:schemeClr val="lt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Size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500" u="none" strike="noStrike" cap="none" dirty="0">
                          <a:solidFill>
                            <a:schemeClr val="lt2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Age</a:t>
                      </a:r>
                      <a:endParaRPr sz="1500" u="none" strike="noStrike" cap="none" dirty="0">
                        <a:solidFill>
                          <a:schemeClr val="lt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Shape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500" u="none" strike="noStrike" cap="none">
                          <a:solidFill>
                            <a:schemeClr val="lt2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Color</a:t>
                      </a:r>
                      <a:endParaRPr sz="1500" u="none" strike="noStrike" cap="none">
                        <a:solidFill>
                          <a:schemeClr val="lt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Origin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500" u="none" strike="noStrike" cap="none">
                          <a:solidFill>
                            <a:schemeClr val="lt2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Material</a:t>
                      </a:r>
                      <a:endParaRPr sz="1500" u="none" strike="noStrike" cap="none">
                        <a:solidFill>
                          <a:schemeClr val="lt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Purpose</a:t>
                      </a:r>
                      <a:endParaRPr sz="1500" u="none" strike="noStrike" cap="none">
                        <a:solidFill>
                          <a:schemeClr val="lt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9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lt2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Beautiful, nice, friendly</a:t>
                      </a:r>
                      <a:endParaRPr sz="1600" u="none" strike="noStrike" cap="none" dirty="0">
                        <a:solidFill>
                          <a:schemeClr val="lt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Tall, long, small, big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lt2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young</a:t>
                      </a:r>
                      <a:endParaRPr sz="1600" u="none" strike="noStrike" cap="none" dirty="0">
                        <a:solidFill>
                          <a:schemeClr val="lt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dk1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lt2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Black, blue, brown</a:t>
                      </a:r>
                      <a:endParaRPr sz="1600" u="none" strike="noStrike" cap="none" dirty="0">
                        <a:solidFill>
                          <a:schemeClr val="lt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French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lt2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Cotton, golden</a:t>
                      </a:r>
                      <a:endParaRPr sz="1600" u="none" strike="noStrike" cap="none" dirty="0">
                        <a:solidFill>
                          <a:schemeClr val="lt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dk1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9" name="Google Shape;3339;g370d5b8649a_0_49"/>
          <p:cNvSpPr txBox="1">
            <a:spLocks noGrp="1"/>
          </p:cNvSpPr>
          <p:nvPr>
            <p:ph type="ctrTitle" idx="4294967295"/>
          </p:nvPr>
        </p:nvSpPr>
        <p:spPr>
          <a:xfrm>
            <a:off x="0" y="233183"/>
            <a:ext cx="9144000" cy="10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bril Fatface"/>
              <a:buNone/>
            </a:pPr>
            <a:r>
              <a:rPr lang="en-GB" sz="4400"/>
              <a:t>SPEAKING QUESTIONS</a:t>
            </a:r>
            <a:endParaRPr sz="4400" b="0" i="0" u="none" strike="noStrike" cap="none">
              <a:solidFill>
                <a:schemeClr val="dk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3340" name="Google Shape;3340;g370d5b8649a_0_49"/>
          <p:cNvSpPr txBox="1">
            <a:spLocks noGrp="1"/>
          </p:cNvSpPr>
          <p:nvPr>
            <p:ph type="subTitle" idx="4294967295"/>
          </p:nvPr>
        </p:nvSpPr>
        <p:spPr>
          <a:xfrm>
            <a:off x="682150" y="1616775"/>
            <a:ext cx="7543500" cy="30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Barlow Semi Condensed"/>
              <a:buAutoNum type="arabicPeriod"/>
            </a:pPr>
            <a:r>
              <a:rPr lang="en-GB" sz="1600">
                <a:solidFill>
                  <a:schemeClr val="hlink"/>
                </a:solidFill>
              </a:rPr>
              <a:t>What do you usually do with your friends?</a:t>
            </a:r>
            <a:endParaRPr sz="1600">
              <a:solidFill>
                <a:schemeClr val="hlink"/>
              </a:solidFill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AutoNum type="arabicPeriod"/>
            </a:pPr>
            <a:r>
              <a:rPr lang="en-GB" sz="1600">
                <a:solidFill>
                  <a:schemeClr val="hlink"/>
                </a:solidFill>
              </a:rPr>
              <a:t>What is your favourite subject at school? </a:t>
            </a:r>
            <a:endParaRPr sz="1600">
              <a:solidFill>
                <a:schemeClr val="hlink"/>
              </a:solidFill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AutoNum type="arabicPeriod"/>
            </a:pPr>
            <a:r>
              <a:rPr lang="en-GB" sz="1600">
                <a:solidFill>
                  <a:schemeClr val="hlink"/>
                </a:solidFill>
              </a:rPr>
              <a:t>Do you like travelling?</a:t>
            </a:r>
            <a:endParaRPr sz="1600">
              <a:solidFill>
                <a:schemeClr val="hlink"/>
              </a:solidFill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AutoNum type="arabicPeriod"/>
            </a:pPr>
            <a:r>
              <a:rPr lang="en-GB" sz="1600">
                <a:solidFill>
                  <a:schemeClr val="hlink"/>
                </a:solidFill>
              </a:rPr>
              <a:t>Do you like your school? Why?</a:t>
            </a:r>
            <a:endParaRPr sz="1600">
              <a:solidFill>
                <a:schemeClr val="hlink"/>
              </a:solidFill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AutoNum type="arabicPeriod"/>
            </a:pPr>
            <a:r>
              <a:rPr lang="en-GB" sz="1600">
                <a:solidFill>
                  <a:schemeClr val="hlink"/>
                </a:solidFill>
              </a:rPr>
              <a:t>Do you like watching movies?</a:t>
            </a:r>
            <a:endParaRPr sz="1600">
              <a:solidFill>
                <a:schemeClr val="hlink"/>
              </a:solidFill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AutoNum type="arabicPeriod"/>
            </a:pPr>
            <a:r>
              <a:rPr lang="en-GB" sz="1600">
                <a:solidFill>
                  <a:schemeClr val="hlink"/>
                </a:solidFill>
              </a:rPr>
              <a:t>What kind of clothes do you usually wear?</a:t>
            </a:r>
            <a:endParaRPr sz="160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5" name="Google Shape;3345;p21"/>
          <p:cNvSpPr txBox="1">
            <a:spLocks noGrp="1"/>
          </p:cNvSpPr>
          <p:nvPr>
            <p:ph type="title" idx="4294967295"/>
          </p:nvPr>
        </p:nvSpPr>
        <p:spPr>
          <a:xfrm>
            <a:off x="5620500" y="3819600"/>
            <a:ext cx="3523500" cy="132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GOODBYE</a:t>
            </a:r>
            <a:br>
              <a:rPr lang="en-GB"/>
            </a:br>
            <a:r>
              <a:rPr lang="en-GB">
                <a:solidFill>
                  <a:schemeClr val="dk2"/>
                </a:solidFill>
              </a:rPr>
              <a:t>See you later!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3346" name="Google Shape;3346;p21"/>
          <p:cNvPicPr preferRelativeResize="0"/>
          <p:nvPr/>
        </p:nvPicPr>
        <p:blipFill rotWithShape="1">
          <a:blip r:embed="rId4">
            <a:alphaModFix/>
          </a:blip>
          <a:srcRect l="15734" t="22395" r="14270" b="11127"/>
          <a:stretch/>
        </p:blipFill>
        <p:spPr>
          <a:xfrm>
            <a:off x="4427080" y="3819599"/>
            <a:ext cx="1193420" cy="132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January Daily Slides by Slidesgo">
  <a:themeElements>
    <a:clrScheme name="Simple Light">
      <a:dk1>
        <a:srgbClr val="272727"/>
      </a:dk1>
      <a:lt1>
        <a:srgbClr val="FFFFFF"/>
      </a:lt1>
      <a:dk2>
        <a:srgbClr val="DB634D"/>
      </a:dk2>
      <a:lt2>
        <a:srgbClr val="F38065"/>
      </a:lt2>
      <a:accent1>
        <a:srgbClr val="FFCDB8"/>
      </a:accent1>
      <a:accent2>
        <a:srgbClr val="FFE5DB"/>
      </a:accent2>
      <a:accent3>
        <a:srgbClr val="E6EDF3"/>
      </a:accent3>
      <a:accent4>
        <a:srgbClr val="B1C5DA"/>
      </a:accent4>
      <a:accent5>
        <a:srgbClr val="96ABC0"/>
      </a:accent5>
      <a:accent6>
        <a:srgbClr val="687D94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1362</Words>
  <Application>Microsoft Office PowerPoint</Application>
  <PresentationFormat>On-screen Show (16:9)</PresentationFormat>
  <Paragraphs>302</Paragraphs>
  <Slides>26</Slides>
  <Notes>26</Notes>
  <HiddenSlides>7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Abril Fatface</vt:lpstr>
      <vt:lpstr>Palanquin</vt:lpstr>
      <vt:lpstr>Arial</vt:lpstr>
      <vt:lpstr>Barlow Semi Condensed</vt:lpstr>
      <vt:lpstr>Bebas Neue</vt:lpstr>
      <vt:lpstr>January Daily Slides by Slidesgo</vt:lpstr>
      <vt:lpstr>CLASSROOM RULES</vt:lpstr>
      <vt:lpstr>Lesson 9 ADJECTIVES</vt:lpstr>
      <vt:lpstr>PowerPoint Presentation</vt:lpstr>
      <vt:lpstr>REVIEW: LISTENING </vt:lpstr>
      <vt:lpstr>REVIEW: SPEAKING</vt:lpstr>
      <vt:lpstr>OBJECTIVES</vt:lpstr>
      <vt:lpstr>Definition</vt:lpstr>
      <vt:lpstr>POSITION</vt:lpstr>
      <vt:lpstr>Exercise: Underline the adjectives</vt:lpstr>
      <vt:lpstr>Exercise: Underline the adjectives</vt:lpstr>
      <vt:lpstr>Ending letters (SUFFIX)</vt:lpstr>
      <vt:lpstr>Beginning letters (PREFIX)</vt:lpstr>
      <vt:lpstr>Beginning letters (PREFIX)</vt:lpstr>
      <vt:lpstr>Exercise: fill in the blanks with the correct prefix or suffix</vt:lpstr>
      <vt:lpstr>Exercise: fill in the blanks with the correct prefix or suffix</vt:lpstr>
      <vt:lpstr>Types of  adjectives</vt:lpstr>
      <vt:lpstr>Trật tự tính từ</vt:lpstr>
      <vt:lpstr>Quantity</vt:lpstr>
      <vt:lpstr>Quantity</vt:lpstr>
      <vt:lpstr>Qualities (Opinion)</vt:lpstr>
      <vt:lpstr>Color</vt:lpstr>
      <vt:lpstr>Origin</vt:lpstr>
      <vt:lpstr>Size</vt:lpstr>
      <vt:lpstr>Underline the adjectives and identify the type of each adjective: </vt:lpstr>
      <vt:lpstr>SPEAKING QUESTIONS</vt:lpstr>
      <vt:lpstr>GOODBYE See you later!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2</cp:revision>
  <dcterms:modified xsi:type="dcterms:W3CDTF">2026-06-27T14:08:50Z</dcterms:modified>
</cp:coreProperties>
</file>