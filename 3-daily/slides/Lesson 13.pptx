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embeddedFontLst>
    <p:embeddedFont>
      <p:font typeface="Hammersmith One" panose="02010703030501060504" pitchFamily="2" charset="0"/>
      <p:regular r:id="rId26"/>
    </p:embeddedFont>
    <p:embeddedFont>
      <p:font typeface="Roboto" panose="020000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711">
          <p15:clr>
            <a:srgbClr val="A4A3A4"/>
          </p15:clr>
        </p15:guide>
        <p15:guide id="2" pos="2857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g/1wEdFN9eRB885rAms7/SISlz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06421E0-E705-460C-8087-85723FEA8F6D}">
  <a:tblStyle styleId="{D06421E0-E705-460C-8087-85723FEA8F6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40C7ACF-B557-4A98-89AA-C494FE7E5F2E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accent2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624" y="67"/>
      </p:cViewPr>
      <p:guideLst>
        <p:guide orient="horz" pos="1711"/>
        <p:guide pos="285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ee7c50d0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g10ee7c50d0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5" name="Google Shape;2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ec418d94e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" name="Google Shape;290;gec418d94e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0937b047f2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g10937b047f2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0937b047f2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g10937b047f2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3" name="Google Shape;3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9" name="Google Shape;32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4" name="Google Shape;34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2" name="Google Shape;36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3" name="Google Shape;38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7089c8a4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7089c8a4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1" name="Google Shape;41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9" name="Google Shape;41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2" name="Google Shape;43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7089c8a4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7089c8a4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0" name="Google Shape;46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5" name="Google Shape;46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3" name="Google Shape;48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6" name="Google Shape;50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9" name="Google Shape;51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7080507d1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37080507d1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2" name="Google Shape;54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" name="Google Shape;13;p30"/>
          <p:cNvGrpSpPr/>
          <p:nvPr/>
        </p:nvGrpSpPr>
        <p:grpSpPr>
          <a:xfrm>
            <a:off x="808574" y="764988"/>
            <a:ext cx="2515910" cy="445675"/>
            <a:chOff x="-114100" y="3577175"/>
            <a:chExt cx="858350" cy="445675"/>
          </a:xfrm>
        </p:grpSpPr>
        <p:sp>
          <p:nvSpPr>
            <p:cNvPr id="14" name="Google Shape;14;p30"/>
            <p:cNvSpPr/>
            <p:nvPr/>
          </p:nvSpPr>
          <p:spPr>
            <a:xfrm>
              <a:off x="-114100" y="357717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1"/>
                  </a:moveTo>
                  <a:lnTo>
                    <a:pt x="34334" y="1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30"/>
            <p:cNvSpPr/>
            <p:nvPr/>
          </p:nvSpPr>
          <p:spPr>
            <a:xfrm>
              <a:off x="-114100" y="364102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1"/>
                  </a:moveTo>
                  <a:lnTo>
                    <a:pt x="34334" y="1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30"/>
            <p:cNvSpPr/>
            <p:nvPr/>
          </p:nvSpPr>
          <p:spPr>
            <a:xfrm>
              <a:off x="-114100" y="3704900"/>
              <a:ext cx="858350" cy="0"/>
            </a:xfrm>
            <a:custGeom>
              <a:avLst/>
              <a:gdLst/>
              <a:ahLst/>
              <a:cxnLst/>
              <a:rect l="l" t="t" r="r" b="b"/>
              <a:pathLst>
                <a:path w="34334" h="120000" fill="none" extrusionOk="0">
                  <a:moveTo>
                    <a:pt x="0" y="0"/>
                  </a:moveTo>
                  <a:lnTo>
                    <a:pt x="34334" y="0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30"/>
            <p:cNvSpPr/>
            <p:nvPr/>
          </p:nvSpPr>
          <p:spPr>
            <a:xfrm>
              <a:off x="-114100" y="376807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0"/>
                  </a:moveTo>
                  <a:lnTo>
                    <a:pt x="34334" y="0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30"/>
            <p:cNvSpPr/>
            <p:nvPr/>
          </p:nvSpPr>
          <p:spPr>
            <a:xfrm>
              <a:off x="-114100" y="383192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0"/>
                  </a:moveTo>
                  <a:lnTo>
                    <a:pt x="34334" y="0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30"/>
            <p:cNvSpPr/>
            <p:nvPr/>
          </p:nvSpPr>
          <p:spPr>
            <a:xfrm>
              <a:off x="-114100" y="389577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1"/>
                  </a:moveTo>
                  <a:lnTo>
                    <a:pt x="34334" y="1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0"/>
            <p:cNvSpPr/>
            <p:nvPr/>
          </p:nvSpPr>
          <p:spPr>
            <a:xfrm>
              <a:off x="-114100" y="395962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1"/>
                  </a:moveTo>
                  <a:lnTo>
                    <a:pt x="34334" y="1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30"/>
            <p:cNvSpPr/>
            <p:nvPr/>
          </p:nvSpPr>
          <p:spPr>
            <a:xfrm>
              <a:off x="-114100" y="402282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0"/>
                  </a:moveTo>
                  <a:lnTo>
                    <a:pt x="34334" y="0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" name="Google Shape;22;p30"/>
          <p:cNvGrpSpPr/>
          <p:nvPr/>
        </p:nvGrpSpPr>
        <p:grpSpPr>
          <a:xfrm flipH="1">
            <a:off x="8488660" y="-2150041"/>
            <a:ext cx="842454" cy="3529285"/>
            <a:chOff x="7739775" y="791441"/>
            <a:chExt cx="565975" cy="2371034"/>
          </a:xfrm>
        </p:grpSpPr>
        <p:sp>
          <p:nvSpPr>
            <p:cNvPr id="23" name="Google Shape;23;p30"/>
            <p:cNvSpPr/>
            <p:nvPr/>
          </p:nvSpPr>
          <p:spPr>
            <a:xfrm>
              <a:off x="7852700" y="791441"/>
              <a:ext cx="453050" cy="1955975"/>
            </a:xfrm>
            <a:custGeom>
              <a:avLst/>
              <a:gdLst/>
              <a:ahLst/>
              <a:cxnLst/>
              <a:rect l="l" t="t" r="r" b="b"/>
              <a:pathLst>
                <a:path w="18122" h="78239" extrusionOk="0">
                  <a:moveTo>
                    <a:pt x="0" y="0"/>
                  </a:moveTo>
                  <a:lnTo>
                    <a:pt x="0" y="78239"/>
                  </a:lnTo>
                  <a:lnTo>
                    <a:pt x="18122" y="78239"/>
                  </a:lnTo>
                  <a:lnTo>
                    <a:pt x="1812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30"/>
            <p:cNvSpPr/>
            <p:nvPr/>
          </p:nvSpPr>
          <p:spPr>
            <a:xfrm>
              <a:off x="7739775" y="1207150"/>
              <a:ext cx="226550" cy="1955325"/>
            </a:xfrm>
            <a:custGeom>
              <a:avLst/>
              <a:gdLst/>
              <a:ahLst/>
              <a:cxnLst/>
              <a:rect l="l" t="t" r="r" b="b"/>
              <a:pathLst>
                <a:path w="9062" h="78213" extrusionOk="0">
                  <a:moveTo>
                    <a:pt x="1" y="1"/>
                  </a:moveTo>
                  <a:lnTo>
                    <a:pt x="1" y="78212"/>
                  </a:lnTo>
                  <a:lnTo>
                    <a:pt x="9061" y="78212"/>
                  </a:lnTo>
                  <a:lnTo>
                    <a:pt x="9061" y="1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" name="Google Shape;25;p30"/>
          <p:cNvSpPr/>
          <p:nvPr/>
        </p:nvSpPr>
        <p:spPr>
          <a:xfrm>
            <a:off x="9" y="4347600"/>
            <a:ext cx="904200" cy="79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0"/>
          <p:cNvSpPr txBox="1">
            <a:spLocks noGrp="1"/>
          </p:cNvSpPr>
          <p:nvPr>
            <p:ph type="title"/>
          </p:nvPr>
        </p:nvSpPr>
        <p:spPr>
          <a:xfrm flipH="1">
            <a:off x="4982543" y="1243509"/>
            <a:ext cx="34563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" name="Google Shape;27;p30"/>
          <p:cNvSpPr txBox="1">
            <a:spLocks noGrp="1"/>
          </p:cNvSpPr>
          <p:nvPr>
            <p:ph type="body" idx="1"/>
          </p:nvPr>
        </p:nvSpPr>
        <p:spPr>
          <a:xfrm flipH="1">
            <a:off x="5348234" y="2057325"/>
            <a:ext cx="3090600" cy="16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55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19"/>
          <p:cNvGrpSpPr/>
          <p:nvPr/>
        </p:nvGrpSpPr>
        <p:grpSpPr>
          <a:xfrm>
            <a:off x="8526435" y="2757025"/>
            <a:ext cx="863479" cy="1519796"/>
            <a:chOff x="8522150" y="2810900"/>
            <a:chExt cx="580100" cy="1021025"/>
          </a:xfrm>
        </p:grpSpPr>
        <p:sp>
          <p:nvSpPr>
            <p:cNvPr id="30" name="Google Shape;30;p19"/>
            <p:cNvSpPr/>
            <p:nvPr/>
          </p:nvSpPr>
          <p:spPr>
            <a:xfrm>
              <a:off x="8590050" y="2937950"/>
              <a:ext cx="512200" cy="893975"/>
            </a:xfrm>
            <a:custGeom>
              <a:avLst/>
              <a:gdLst/>
              <a:ahLst/>
              <a:cxnLst/>
              <a:rect l="l" t="t" r="r" b="b"/>
              <a:pathLst>
                <a:path w="20488" h="35759" extrusionOk="0">
                  <a:moveTo>
                    <a:pt x="0" y="0"/>
                  </a:moveTo>
                  <a:lnTo>
                    <a:pt x="0" y="35759"/>
                  </a:lnTo>
                  <a:lnTo>
                    <a:pt x="20487" y="35759"/>
                  </a:lnTo>
                  <a:lnTo>
                    <a:pt x="204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19"/>
            <p:cNvSpPr/>
            <p:nvPr/>
          </p:nvSpPr>
          <p:spPr>
            <a:xfrm>
              <a:off x="8522150" y="2810900"/>
              <a:ext cx="255450" cy="254775"/>
            </a:xfrm>
            <a:custGeom>
              <a:avLst/>
              <a:gdLst/>
              <a:ahLst/>
              <a:cxnLst/>
              <a:rect l="l" t="t" r="r" b="b"/>
              <a:pathLst>
                <a:path w="10218" h="10191" fill="none" extrusionOk="0">
                  <a:moveTo>
                    <a:pt x="1" y="1"/>
                  </a:moveTo>
                  <a:lnTo>
                    <a:pt x="10217" y="1"/>
                  </a:lnTo>
                  <a:lnTo>
                    <a:pt x="10217" y="10191"/>
                  </a:lnTo>
                  <a:lnTo>
                    <a:pt x="1" y="10191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" name="Google Shape;32;p19"/>
          <p:cNvGrpSpPr/>
          <p:nvPr/>
        </p:nvGrpSpPr>
        <p:grpSpPr>
          <a:xfrm>
            <a:off x="-1983251" y="3143250"/>
            <a:ext cx="2515910" cy="445675"/>
            <a:chOff x="-114100" y="3577175"/>
            <a:chExt cx="858350" cy="445675"/>
          </a:xfrm>
        </p:grpSpPr>
        <p:sp>
          <p:nvSpPr>
            <p:cNvPr id="33" name="Google Shape;33;p19"/>
            <p:cNvSpPr/>
            <p:nvPr/>
          </p:nvSpPr>
          <p:spPr>
            <a:xfrm>
              <a:off x="-114100" y="357717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1"/>
                  </a:moveTo>
                  <a:lnTo>
                    <a:pt x="34334" y="1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19"/>
            <p:cNvSpPr/>
            <p:nvPr/>
          </p:nvSpPr>
          <p:spPr>
            <a:xfrm>
              <a:off x="-114100" y="364102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1"/>
                  </a:moveTo>
                  <a:lnTo>
                    <a:pt x="34334" y="1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19"/>
            <p:cNvSpPr/>
            <p:nvPr/>
          </p:nvSpPr>
          <p:spPr>
            <a:xfrm>
              <a:off x="-114100" y="3704900"/>
              <a:ext cx="858350" cy="0"/>
            </a:xfrm>
            <a:custGeom>
              <a:avLst/>
              <a:gdLst/>
              <a:ahLst/>
              <a:cxnLst/>
              <a:rect l="l" t="t" r="r" b="b"/>
              <a:pathLst>
                <a:path w="34334" h="120000" fill="none" extrusionOk="0">
                  <a:moveTo>
                    <a:pt x="0" y="0"/>
                  </a:moveTo>
                  <a:lnTo>
                    <a:pt x="34334" y="0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19"/>
            <p:cNvSpPr/>
            <p:nvPr/>
          </p:nvSpPr>
          <p:spPr>
            <a:xfrm>
              <a:off x="-114100" y="376807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0"/>
                  </a:moveTo>
                  <a:lnTo>
                    <a:pt x="34334" y="0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19"/>
            <p:cNvSpPr/>
            <p:nvPr/>
          </p:nvSpPr>
          <p:spPr>
            <a:xfrm>
              <a:off x="-114100" y="383192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0"/>
                  </a:moveTo>
                  <a:lnTo>
                    <a:pt x="34334" y="0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19"/>
            <p:cNvSpPr/>
            <p:nvPr/>
          </p:nvSpPr>
          <p:spPr>
            <a:xfrm>
              <a:off x="-114100" y="389577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1"/>
                  </a:moveTo>
                  <a:lnTo>
                    <a:pt x="34334" y="1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19"/>
            <p:cNvSpPr/>
            <p:nvPr/>
          </p:nvSpPr>
          <p:spPr>
            <a:xfrm>
              <a:off x="-114100" y="395962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1"/>
                  </a:moveTo>
                  <a:lnTo>
                    <a:pt x="34334" y="1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19"/>
            <p:cNvSpPr/>
            <p:nvPr/>
          </p:nvSpPr>
          <p:spPr>
            <a:xfrm>
              <a:off x="-114100" y="402282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0"/>
                  </a:moveTo>
                  <a:lnTo>
                    <a:pt x="34334" y="0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" name="Google Shape;41;p19"/>
          <p:cNvGrpSpPr/>
          <p:nvPr/>
        </p:nvGrpSpPr>
        <p:grpSpPr>
          <a:xfrm rot="-5400000">
            <a:off x="567895" y="2307309"/>
            <a:ext cx="842454" cy="4147110"/>
            <a:chOff x="7739775" y="376375"/>
            <a:chExt cx="565975" cy="2786100"/>
          </a:xfrm>
        </p:grpSpPr>
        <p:sp>
          <p:nvSpPr>
            <p:cNvPr id="42" name="Google Shape;42;p19"/>
            <p:cNvSpPr/>
            <p:nvPr/>
          </p:nvSpPr>
          <p:spPr>
            <a:xfrm>
              <a:off x="7852700" y="376375"/>
              <a:ext cx="453050" cy="1955975"/>
            </a:xfrm>
            <a:custGeom>
              <a:avLst/>
              <a:gdLst/>
              <a:ahLst/>
              <a:cxnLst/>
              <a:rect l="l" t="t" r="r" b="b"/>
              <a:pathLst>
                <a:path w="18122" h="78239" extrusionOk="0">
                  <a:moveTo>
                    <a:pt x="0" y="0"/>
                  </a:moveTo>
                  <a:lnTo>
                    <a:pt x="0" y="78239"/>
                  </a:lnTo>
                  <a:lnTo>
                    <a:pt x="18122" y="78239"/>
                  </a:lnTo>
                  <a:lnTo>
                    <a:pt x="1812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19"/>
            <p:cNvSpPr/>
            <p:nvPr/>
          </p:nvSpPr>
          <p:spPr>
            <a:xfrm>
              <a:off x="7739775" y="1207150"/>
              <a:ext cx="226550" cy="1955325"/>
            </a:xfrm>
            <a:custGeom>
              <a:avLst/>
              <a:gdLst/>
              <a:ahLst/>
              <a:cxnLst/>
              <a:rect l="l" t="t" r="r" b="b"/>
              <a:pathLst>
                <a:path w="9062" h="78213" extrusionOk="0">
                  <a:moveTo>
                    <a:pt x="1" y="1"/>
                  </a:moveTo>
                  <a:lnTo>
                    <a:pt x="1" y="78212"/>
                  </a:lnTo>
                  <a:lnTo>
                    <a:pt x="9061" y="78212"/>
                  </a:lnTo>
                  <a:lnTo>
                    <a:pt x="9061" y="1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" name="Google Shape;44;p19"/>
          <p:cNvGrpSpPr/>
          <p:nvPr/>
        </p:nvGrpSpPr>
        <p:grpSpPr>
          <a:xfrm>
            <a:off x="655518" y="3340867"/>
            <a:ext cx="914436" cy="890922"/>
            <a:chOff x="-269375" y="2368200"/>
            <a:chExt cx="453050" cy="441400"/>
          </a:xfrm>
        </p:grpSpPr>
        <p:sp>
          <p:nvSpPr>
            <p:cNvPr id="45" name="Google Shape;45;p19"/>
            <p:cNvSpPr/>
            <p:nvPr/>
          </p:nvSpPr>
          <p:spPr>
            <a:xfrm>
              <a:off x="-77125" y="2368200"/>
              <a:ext cx="260800" cy="237050"/>
            </a:xfrm>
            <a:custGeom>
              <a:avLst/>
              <a:gdLst/>
              <a:ahLst/>
              <a:cxnLst/>
              <a:rect l="l" t="t" r="r" b="b"/>
              <a:pathLst>
                <a:path w="10432" h="9482" extrusionOk="0">
                  <a:moveTo>
                    <a:pt x="5228" y="1"/>
                  </a:moveTo>
                  <a:cubicBezTo>
                    <a:pt x="3073" y="1"/>
                    <a:pt x="1121" y="1459"/>
                    <a:pt x="592" y="3648"/>
                  </a:cubicBezTo>
                  <a:cubicBezTo>
                    <a:pt x="0" y="6202"/>
                    <a:pt x="1586" y="8756"/>
                    <a:pt x="4140" y="9348"/>
                  </a:cubicBezTo>
                  <a:cubicBezTo>
                    <a:pt x="4510" y="9438"/>
                    <a:pt x="4880" y="9482"/>
                    <a:pt x="5245" y="9482"/>
                  </a:cubicBezTo>
                  <a:cubicBezTo>
                    <a:pt x="7373" y="9482"/>
                    <a:pt x="9312" y="8007"/>
                    <a:pt x="9840" y="5826"/>
                  </a:cubicBezTo>
                  <a:cubicBezTo>
                    <a:pt x="10432" y="3272"/>
                    <a:pt x="8846" y="718"/>
                    <a:pt x="6318" y="126"/>
                  </a:cubicBezTo>
                  <a:cubicBezTo>
                    <a:pt x="5953" y="41"/>
                    <a:pt x="5588" y="1"/>
                    <a:pt x="5228" y="1"/>
                  </a:cubicBez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19"/>
            <p:cNvSpPr/>
            <p:nvPr/>
          </p:nvSpPr>
          <p:spPr>
            <a:xfrm>
              <a:off x="-269375" y="2401575"/>
              <a:ext cx="408025" cy="408025"/>
            </a:xfrm>
            <a:custGeom>
              <a:avLst/>
              <a:gdLst/>
              <a:ahLst/>
              <a:cxnLst/>
              <a:rect l="l" t="t" r="r" b="b"/>
              <a:pathLst>
                <a:path w="16321" h="16321" fill="none" extrusionOk="0">
                  <a:moveTo>
                    <a:pt x="16320" y="8147"/>
                  </a:moveTo>
                  <a:cubicBezTo>
                    <a:pt x="16320" y="12664"/>
                    <a:pt x="12664" y="16321"/>
                    <a:pt x="8174" y="16321"/>
                  </a:cubicBezTo>
                  <a:cubicBezTo>
                    <a:pt x="3657" y="16321"/>
                    <a:pt x="1" y="12664"/>
                    <a:pt x="1" y="8147"/>
                  </a:cubicBezTo>
                  <a:cubicBezTo>
                    <a:pt x="1" y="3657"/>
                    <a:pt x="3657" y="1"/>
                    <a:pt x="8174" y="1"/>
                  </a:cubicBezTo>
                  <a:cubicBezTo>
                    <a:pt x="12664" y="1"/>
                    <a:pt x="16320" y="3657"/>
                    <a:pt x="16320" y="8147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" name="Google Shape;47;p19"/>
          <p:cNvGrpSpPr/>
          <p:nvPr/>
        </p:nvGrpSpPr>
        <p:grpSpPr>
          <a:xfrm>
            <a:off x="567327" y="377776"/>
            <a:ext cx="843586" cy="836299"/>
            <a:chOff x="642539" y="644476"/>
            <a:chExt cx="843586" cy="836299"/>
          </a:xfrm>
        </p:grpSpPr>
        <p:sp>
          <p:nvSpPr>
            <p:cNvPr id="48" name="Google Shape;48;p19"/>
            <p:cNvSpPr/>
            <p:nvPr/>
          </p:nvSpPr>
          <p:spPr>
            <a:xfrm>
              <a:off x="733425" y="728075"/>
              <a:ext cx="752700" cy="752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19"/>
            <p:cNvSpPr/>
            <p:nvPr/>
          </p:nvSpPr>
          <p:spPr>
            <a:xfrm>
              <a:off x="642539" y="644476"/>
              <a:ext cx="206120" cy="206157"/>
            </a:xfrm>
            <a:custGeom>
              <a:avLst/>
              <a:gdLst/>
              <a:ahLst/>
              <a:cxnLst/>
              <a:rect l="l" t="t" r="r" b="b"/>
              <a:pathLst>
                <a:path w="5539" h="5540" fill="none" extrusionOk="0">
                  <a:moveTo>
                    <a:pt x="0" y="1"/>
                  </a:moveTo>
                  <a:lnTo>
                    <a:pt x="5539" y="1"/>
                  </a:lnTo>
                  <a:lnTo>
                    <a:pt x="5539" y="5539"/>
                  </a:lnTo>
                  <a:lnTo>
                    <a:pt x="0" y="5539"/>
                  </a:lnTo>
                  <a:close/>
                </a:path>
              </a:pathLst>
            </a:custGeom>
            <a:noFill/>
            <a:ln w="19050" cap="flat" cmpd="sng">
              <a:solidFill>
                <a:schemeClr val="hlink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" name="Google Shape;50;p19"/>
          <p:cNvGrpSpPr/>
          <p:nvPr/>
        </p:nvGrpSpPr>
        <p:grpSpPr>
          <a:xfrm>
            <a:off x="8178704" y="-1128923"/>
            <a:ext cx="842454" cy="3728010"/>
            <a:chOff x="7739775" y="657934"/>
            <a:chExt cx="565975" cy="2504541"/>
          </a:xfrm>
        </p:grpSpPr>
        <p:sp>
          <p:nvSpPr>
            <p:cNvPr id="51" name="Google Shape;51;p19"/>
            <p:cNvSpPr/>
            <p:nvPr/>
          </p:nvSpPr>
          <p:spPr>
            <a:xfrm>
              <a:off x="7852700" y="657934"/>
              <a:ext cx="453050" cy="1955975"/>
            </a:xfrm>
            <a:custGeom>
              <a:avLst/>
              <a:gdLst/>
              <a:ahLst/>
              <a:cxnLst/>
              <a:rect l="l" t="t" r="r" b="b"/>
              <a:pathLst>
                <a:path w="18122" h="78239" extrusionOk="0">
                  <a:moveTo>
                    <a:pt x="0" y="0"/>
                  </a:moveTo>
                  <a:lnTo>
                    <a:pt x="0" y="78239"/>
                  </a:lnTo>
                  <a:lnTo>
                    <a:pt x="18122" y="78239"/>
                  </a:lnTo>
                  <a:lnTo>
                    <a:pt x="1812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19"/>
            <p:cNvSpPr/>
            <p:nvPr/>
          </p:nvSpPr>
          <p:spPr>
            <a:xfrm>
              <a:off x="7739775" y="1207150"/>
              <a:ext cx="226550" cy="1955325"/>
            </a:xfrm>
            <a:custGeom>
              <a:avLst/>
              <a:gdLst/>
              <a:ahLst/>
              <a:cxnLst/>
              <a:rect l="l" t="t" r="r" b="b"/>
              <a:pathLst>
                <a:path w="9062" h="78213" extrusionOk="0">
                  <a:moveTo>
                    <a:pt x="1" y="1"/>
                  </a:moveTo>
                  <a:lnTo>
                    <a:pt x="1" y="78212"/>
                  </a:lnTo>
                  <a:lnTo>
                    <a:pt x="9061" y="78212"/>
                  </a:lnTo>
                  <a:lnTo>
                    <a:pt x="9061" y="1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" name="Google Shape;53;p19"/>
          <p:cNvSpPr txBox="1">
            <a:spLocks noGrp="1"/>
          </p:cNvSpPr>
          <p:nvPr>
            <p:ph type="ctrTitle"/>
          </p:nvPr>
        </p:nvSpPr>
        <p:spPr>
          <a:xfrm>
            <a:off x="2114388" y="1089550"/>
            <a:ext cx="4915200" cy="19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4" name="Google Shape;54;p19"/>
          <p:cNvSpPr txBox="1">
            <a:spLocks noGrp="1"/>
          </p:cNvSpPr>
          <p:nvPr>
            <p:ph type="subTitle" idx="1"/>
          </p:nvPr>
        </p:nvSpPr>
        <p:spPr>
          <a:xfrm>
            <a:off x="2396399" y="3075850"/>
            <a:ext cx="43512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5" name="Google Shape;55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22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32"/>
          <p:cNvGrpSpPr/>
          <p:nvPr/>
        </p:nvGrpSpPr>
        <p:grpSpPr>
          <a:xfrm flipH="1">
            <a:off x="281486" y="3623700"/>
            <a:ext cx="863479" cy="1519796"/>
            <a:chOff x="8522150" y="2810900"/>
            <a:chExt cx="580100" cy="1021025"/>
          </a:xfrm>
        </p:grpSpPr>
        <p:sp>
          <p:nvSpPr>
            <p:cNvPr id="58" name="Google Shape;58;p32"/>
            <p:cNvSpPr/>
            <p:nvPr/>
          </p:nvSpPr>
          <p:spPr>
            <a:xfrm>
              <a:off x="8590050" y="2937950"/>
              <a:ext cx="512200" cy="893975"/>
            </a:xfrm>
            <a:custGeom>
              <a:avLst/>
              <a:gdLst/>
              <a:ahLst/>
              <a:cxnLst/>
              <a:rect l="l" t="t" r="r" b="b"/>
              <a:pathLst>
                <a:path w="20488" h="35759" extrusionOk="0">
                  <a:moveTo>
                    <a:pt x="0" y="0"/>
                  </a:moveTo>
                  <a:lnTo>
                    <a:pt x="0" y="35759"/>
                  </a:lnTo>
                  <a:lnTo>
                    <a:pt x="20487" y="35759"/>
                  </a:lnTo>
                  <a:lnTo>
                    <a:pt x="204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32"/>
            <p:cNvSpPr/>
            <p:nvPr/>
          </p:nvSpPr>
          <p:spPr>
            <a:xfrm>
              <a:off x="8522150" y="2810900"/>
              <a:ext cx="255450" cy="254775"/>
            </a:xfrm>
            <a:custGeom>
              <a:avLst/>
              <a:gdLst/>
              <a:ahLst/>
              <a:cxnLst/>
              <a:rect l="l" t="t" r="r" b="b"/>
              <a:pathLst>
                <a:path w="10218" h="10191" fill="none" extrusionOk="0">
                  <a:moveTo>
                    <a:pt x="1" y="1"/>
                  </a:moveTo>
                  <a:lnTo>
                    <a:pt x="10217" y="1"/>
                  </a:lnTo>
                  <a:lnTo>
                    <a:pt x="10217" y="10191"/>
                  </a:lnTo>
                  <a:lnTo>
                    <a:pt x="1" y="10191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" name="Google Shape;60;p32"/>
          <p:cNvGrpSpPr/>
          <p:nvPr/>
        </p:nvGrpSpPr>
        <p:grpSpPr>
          <a:xfrm flipH="1">
            <a:off x="7959854" y="3543300"/>
            <a:ext cx="2515910" cy="445675"/>
            <a:chOff x="-114100" y="3577175"/>
            <a:chExt cx="858350" cy="445675"/>
          </a:xfrm>
        </p:grpSpPr>
        <p:sp>
          <p:nvSpPr>
            <p:cNvPr id="61" name="Google Shape;61;p32"/>
            <p:cNvSpPr/>
            <p:nvPr/>
          </p:nvSpPr>
          <p:spPr>
            <a:xfrm>
              <a:off x="-114100" y="357717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1"/>
                  </a:moveTo>
                  <a:lnTo>
                    <a:pt x="34334" y="1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32"/>
            <p:cNvSpPr/>
            <p:nvPr/>
          </p:nvSpPr>
          <p:spPr>
            <a:xfrm>
              <a:off x="-114100" y="364102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1"/>
                  </a:moveTo>
                  <a:lnTo>
                    <a:pt x="34334" y="1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32"/>
            <p:cNvSpPr/>
            <p:nvPr/>
          </p:nvSpPr>
          <p:spPr>
            <a:xfrm>
              <a:off x="-114100" y="3704900"/>
              <a:ext cx="858350" cy="0"/>
            </a:xfrm>
            <a:custGeom>
              <a:avLst/>
              <a:gdLst/>
              <a:ahLst/>
              <a:cxnLst/>
              <a:rect l="l" t="t" r="r" b="b"/>
              <a:pathLst>
                <a:path w="34334" h="120000" fill="none" extrusionOk="0">
                  <a:moveTo>
                    <a:pt x="0" y="0"/>
                  </a:moveTo>
                  <a:lnTo>
                    <a:pt x="34334" y="0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32"/>
            <p:cNvSpPr/>
            <p:nvPr/>
          </p:nvSpPr>
          <p:spPr>
            <a:xfrm>
              <a:off x="-114100" y="376807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0"/>
                  </a:moveTo>
                  <a:lnTo>
                    <a:pt x="34334" y="0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2"/>
            <p:cNvSpPr/>
            <p:nvPr/>
          </p:nvSpPr>
          <p:spPr>
            <a:xfrm>
              <a:off x="-114100" y="383192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0"/>
                  </a:moveTo>
                  <a:lnTo>
                    <a:pt x="34334" y="0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32"/>
            <p:cNvSpPr/>
            <p:nvPr/>
          </p:nvSpPr>
          <p:spPr>
            <a:xfrm>
              <a:off x="-114100" y="389577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1"/>
                  </a:moveTo>
                  <a:lnTo>
                    <a:pt x="34334" y="1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32"/>
            <p:cNvSpPr/>
            <p:nvPr/>
          </p:nvSpPr>
          <p:spPr>
            <a:xfrm>
              <a:off x="-114100" y="395962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1"/>
                  </a:moveTo>
                  <a:lnTo>
                    <a:pt x="34334" y="1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32"/>
            <p:cNvSpPr/>
            <p:nvPr/>
          </p:nvSpPr>
          <p:spPr>
            <a:xfrm>
              <a:off x="-114100" y="402282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0"/>
                  </a:moveTo>
                  <a:lnTo>
                    <a:pt x="34334" y="0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" name="Google Shape;69;p32"/>
          <p:cNvGrpSpPr/>
          <p:nvPr/>
        </p:nvGrpSpPr>
        <p:grpSpPr>
          <a:xfrm flipH="1">
            <a:off x="-33911" y="-714903"/>
            <a:ext cx="842454" cy="3728010"/>
            <a:chOff x="7739775" y="657934"/>
            <a:chExt cx="565975" cy="2504541"/>
          </a:xfrm>
        </p:grpSpPr>
        <p:sp>
          <p:nvSpPr>
            <p:cNvPr id="70" name="Google Shape;70;p32"/>
            <p:cNvSpPr/>
            <p:nvPr/>
          </p:nvSpPr>
          <p:spPr>
            <a:xfrm>
              <a:off x="7852700" y="657934"/>
              <a:ext cx="453050" cy="1955975"/>
            </a:xfrm>
            <a:custGeom>
              <a:avLst/>
              <a:gdLst/>
              <a:ahLst/>
              <a:cxnLst/>
              <a:rect l="l" t="t" r="r" b="b"/>
              <a:pathLst>
                <a:path w="18122" h="78239" extrusionOk="0">
                  <a:moveTo>
                    <a:pt x="0" y="0"/>
                  </a:moveTo>
                  <a:lnTo>
                    <a:pt x="0" y="78239"/>
                  </a:lnTo>
                  <a:lnTo>
                    <a:pt x="18122" y="78239"/>
                  </a:lnTo>
                  <a:lnTo>
                    <a:pt x="1812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32"/>
            <p:cNvSpPr/>
            <p:nvPr/>
          </p:nvSpPr>
          <p:spPr>
            <a:xfrm>
              <a:off x="7739775" y="1207150"/>
              <a:ext cx="226550" cy="1955325"/>
            </a:xfrm>
            <a:custGeom>
              <a:avLst/>
              <a:gdLst/>
              <a:ahLst/>
              <a:cxnLst/>
              <a:rect l="l" t="t" r="r" b="b"/>
              <a:pathLst>
                <a:path w="9062" h="78213" extrusionOk="0">
                  <a:moveTo>
                    <a:pt x="1" y="1"/>
                  </a:moveTo>
                  <a:lnTo>
                    <a:pt x="1" y="78212"/>
                  </a:lnTo>
                  <a:lnTo>
                    <a:pt x="9061" y="78212"/>
                  </a:lnTo>
                  <a:lnTo>
                    <a:pt x="9061" y="1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7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>
            <a:spLocks noGrp="1"/>
          </p:cNvSpPr>
          <p:nvPr>
            <p:ph type="title"/>
          </p:nvPr>
        </p:nvSpPr>
        <p:spPr>
          <a:xfrm>
            <a:off x="713225" y="310900"/>
            <a:ext cx="77178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grpSp>
        <p:nvGrpSpPr>
          <p:cNvPr id="74" name="Google Shape;74;p23"/>
          <p:cNvGrpSpPr/>
          <p:nvPr/>
        </p:nvGrpSpPr>
        <p:grpSpPr>
          <a:xfrm flipH="1">
            <a:off x="8705843" y="1"/>
            <a:ext cx="457206" cy="2333535"/>
            <a:chOff x="7839489" y="168066"/>
            <a:chExt cx="586688" cy="2994398"/>
          </a:xfrm>
        </p:grpSpPr>
        <p:sp>
          <p:nvSpPr>
            <p:cNvPr id="75" name="Google Shape;75;p23"/>
            <p:cNvSpPr/>
            <p:nvPr/>
          </p:nvSpPr>
          <p:spPr>
            <a:xfrm>
              <a:off x="7852706" y="168066"/>
              <a:ext cx="573471" cy="2164286"/>
            </a:xfrm>
            <a:custGeom>
              <a:avLst/>
              <a:gdLst/>
              <a:ahLst/>
              <a:cxnLst/>
              <a:rect l="l" t="t" r="r" b="b"/>
              <a:pathLst>
                <a:path w="18122" h="78239" extrusionOk="0">
                  <a:moveTo>
                    <a:pt x="0" y="0"/>
                  </a:moveTo>
                  <a:lnTo>
                    <a:pt x="0" y="78239"/>
                  </a:lnTo>
                  <a:lnTo>
                    <a:pt x="18122" y="78239"/>
                  </a:lnTo>
                  <a:lnTo>
                    <a:pt x="181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23"/>
            <p:cNvSpPr/>
            <p:nvPr/>
          </p:nvSpPr>
          <p:spPr>
            <a:xfrm>
              <a:off x="7839489" y="1207139"/>
              <a:ext cx="256681" cy="1955325"/>
            </a:xfrm>
            <a:custGeom>
              <a:avLst/>
              <a:gdLst/>
              <a:ahLst/>
              <a:cxnLst/>
              <a:rect l="l" t="t" r="r" b="b"/>
              <a:pathLst>
                <a:path w="9062" h="78213" extrusionOk="0">
                  <a:moveTo>
                    <a:pt x="1" y="1"/>
                  </a:moveTo>
                  <a:lnTo>
                    <a:pt x="1" y="78212"/>
                  </a:lnTo>
                  <a:lnTo>
                    <a:pt x="9061" y="78212"/>
                  </a:lnTo>
                  <a:lnTo>
                    <a:pt x="9061" y="1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" name="Google Shape;77;p23"/>
          <p:cNvSpPr/>
          <p:nvPr/>
        </p:nvSpPr>
        <p:spPr>
          <a:xfrm>
            <a:off x="-245962" y="3346125"/>
            <a:ext cx="819300" cy="145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3"/>
          <p:cNvSpPr/>
          <p:nvPr/>
        </p:nvSpPr>
        <p:spPr>
          <a:xfrm>
            <a:off x="136047" y="3076278"/>
            <a:ext cx="679484" cy="679484"/>
          </a:xfrm>
          <a:custGeom>
            <a:avLst/>
            <a:gdLst/>
            <a:ahLst/>
            <a:cxnLst/>
            <a:rect l="l" t="t" r="r" b="b"/>
            <a:pathLst>
              <a:path w="16321" h="16321" fill="none" extrusionOk="0">
                <a:moveTo>
                  <a:pt x="16320" y="8147"/>
                </a:moveTo>
                <a:cubicBezTo>
                  <a:pt x="16320" y="12664"/>
                  <a:pt x="12664" y="16321"/>
                  <a:pt x="8174" y="16321"/>
                </a:cubicBezTo>
                <a:cubicBezTo>
                  <a:pt x="3657" y="16321"/>
                  <a:pt x="1" y="12664"/>
                  <a:pt x="1" y="8147"/>
                </a:cubicBezTo>
                <a:cubicBezTo>
                  <a:pt x="1" y="3657"/>
                  <a:pt x="3657" y="1"/>
                  <a:pt x="8174" y="1"/>
                </a:cubicBezTo>
                <a:cubicBezTo>
                  <a:pt x="12664" y="1"/>
                  <a:pt x="16320" y="3657"/>
                  <a:pt x="16320" y="8147"/>
                </a:cubicBezTo>
                <a:close/>
              </a:path>
            </a:pathLst>
          </a:custGeom>
          <a:noFill/>
          <a:ln w="28575" cap="flat" cmpd="sng">
            <a:solidFill>
              <a:schemeClr val="hlink"/>
            </a:solidFill>
            <a:prstDash val="solid"/>
            <a:miter lim="2688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20"/>
          <p:cNvGrpSpPr/>
          <p:nvPr/>
        </p:nvGrpSpPr>
        <p:grpSpPr>
          <a:xfrm flipH="1">
            <a:off x="-1009650" y="317163"/>
            <a:ext cx="2515910" cy="445675"/>
            <a:chOff x="-114100" y="3577175"/>
            <a:chExt cx="858350" cy="445675"/>
          </a:xfrm>
        </p:grpSpPr>
        <p:sp>
          <p:nvSpPr>
            <p:cNvPr id="81" name="Google Shape;81;p20"/>
            <p:cNvSpPr/>
            <p:nvPr/>
          </p:nvSpPr>
          <p:spPr>
            <a:xfrm>
              <a:off x="-114100" y="357717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1"/>
                  </a:moveTo>
                  <a:lnTo>
                    <a:pt x="34334" y="1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20"/>
            <p:cNvSpPr/>
            <p:nvPr/>
          </p:nvSpPr>
          <p:spPr>
            <a:xfrm>
              <a:off x="-114100" y="364102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1"/>
                  </a:moveTo>
                  <a:lnTo>
                    <a:pt x="34334" y="1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20"/>
            <p:cNvSpPr/>
            <p:nvPr/>
          </p:nvSpPr>
          <p:spPr>
            <a:xfrm>
              <a:off x="-114100" y="3704900"/>
              <a:ext cx="858350" cy="0"/>
            </a:xfrm>
            <a:custGeom>
              <a:avLst/>
              <a:gdLst/>
              <a:ahLst/>
              <a:cxnLst/>
              <a:rect l="l" t="t" r="r" b="b"/>
              <a:pathLst>
                <a:path w="34334" h="120000" fill="none" extrusionOk="0">
                  <a:moveTo>
                    <a:pt x="0" y="0"/>
                  </a:moveTo>
                  <a:lnTo>
                    <a:pt x="34334" y="0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20"/>
            <p:cNvSpPr/>
            <p:nvPr/>
          </p:nvSpPr>
          <p:spPr>
            <a:xfrm>
              <a:off x="-114100" y="376807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0"/>
                  </a:moveTo>
                  <a:lnTo>
                    <a:pt x="34334" y="0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20"/>
            <p:cNvSpPr/>
            <p:nvPr/>
          </p:nvSpPr>
          <p:spPr>
            <a:xfrm>
              <a:off x="-114100" y="383192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0"/>
                  </a:moveTo>
                  <a:lnTo>
                    <a:pt x="34334" y="0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20"/>
            <p:cNvSpPr/>
            <p:nvPr/>
          </p:nvSpPr>
          <p:spPr>
            <a:xfrm>
              <a:off x="-114100" y="389577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1"/>
                  </a:moveTo>
                  <a:lnTo>
                    <a:pt x="34334" y="1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20"/>
            <p:cNvSpPr/>
            <p:nvPr/>
          </p:nvSpPr>
          <p:spPr>
            <a:xfrm>
              <a:off x="-114100" y="395962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1"/>
                  </a:moveTo>
                  <a:lnTo>
                    <a:pt x="34334" y="1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20"/>
            <p:cNvSpPr/>
            <p:nvPr/>
          </p:nvSpPr>
          <p:spPr>
            <a:xfrm>
              <a:off x="-114100" y="402282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0"/>
                  </a:moveTo>
                  <a:lnTo>
                    <a:pt x="34334" y="0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" name="Google Shape;89;p20"/>
          <p:cNvGrpSpPr/>
          <p:nvPr/>
        </p:nvGrpSpPr>
        <p:grpSpPr>
          <a:xfrm>
            <a:off x="8" y="4347563"/>
            <a:ext cx="597525" cy="795925"/>
            <a:chOff x="8631458" y="4347575"/>
            <a:chExt cx="597525" cy="795925"/>
          </a:xfrm>
        </p:grpSpPr>
        <p:sp>
          <p:nvSpPr>
            <p:cNvPr id="90" name="Google Shape;90;p20"/>
            <p:cNvSpPr/>
            <p:nvPr/>
          </p:nvSpPr>
          <p:spPr>
            <a:xfrm flipH="1">
              <a:off x="8764883" y="4347575"/>
              <a:ext cx="464100" cy="79590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20"/>
            <p:cNvSpPr/>
            <p:nvPr/>
          </p:nvSpPr>
          <p:spPr>
            <a:xfrm flipH="1">
              <a:off x="8631458" y="4603500"/>
              <a:ext cx="314100" cy="54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" name="Google Shape;92;p20"/>
          <p:cNvSpPr txBox="1">
            <a:spLocks noGrp="1"/>
          </p:cNvSpPr>
          <p:nvPr>
            <p:ph type="title"/>
          </p:nvPr>
        </p:nvSpPr>
        <p:spPr>
          <a:xfrm>
            <a:off x="1179600" y="310896"/>
            <a:ext cx="67848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subTitle" idx="1"/>
          </p:nvPr>
        </p:nvSpPr>
        <p:spPr>
          <a:xfrm>
            <a:off x="1757048" y="1256211"/>
            <a:ext cx="2752200" cy="6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Hammersmith One"/>
              <a:buNone/>
              <a:defRPr sz="3000">
                <a:solidFill>
                  <a:schemeClr val="accent4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0"/>
          <p:cNvSpPr txBox="1">
            <a:spLocks noGrp="1"/>
          </p:cNvSpPr>
          <p:nvPr>
            <p:ph type="subTitle" idx="2"/>
          </p:nvPr>
        </p:nvSpPr>
        <p:spPr>
          <a:xfrm>
            <a:off x="1737350" y="3029972"/>
            <a:ext cx="27522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Hammersmith One"/>
              <a:buNone/>
              <a:defRPr sz="3000">
                <a:solidFill>
                  <a:schemeClr val="accent4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0"/>
          <p:cNvSpPr txBox="1">
            <a:spLocks noGrp="1"/>
          </p:cNvSpPr>
          <p:nvPr>
            <p:ph type="subTitle" idx="3"/>
          </p:nvPr>
        </p:nvSpPr>
        <p:spPr>
          <a:xfrm>
            <a:off x="4628264" y="1256211"/>
            <a:ext cx="2752200" cy="6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Hammersmith One"/>
              <a:buNone/>
              <a:defRPr sz="3000">
                <a:solidFill>
                  <a:schemeClr val="accent4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subTitle" idx="4"/>
          </p:nvPr>
        </p:nvSpPr>
        <p:spPr>
          <a:xfrm>
            <a:off x="4626865" y="3029972"/>
            <a:ext cx="27522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Hammersmith One"/>
              <a:buNone/>
              <a:defRPr sz="3000">
                <a:solidFill>
                  <a:schemeClr val="accent4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subTitle" idx="5"/>
          </p:nvPr>
        </p:nvSpPr>
        <p:spPr>
          <a:xfrm>
            <a:off x="1755648" y="1865376"/>
            <a:ext cx="2514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ubTitle" idx="6"/>
          </p:nvPr>
        </p:nvSpPr>
        <p:spPr>
          <a:xfrm>
            <a:off x="1755648" y="3593592"/>
            <a:ext cx="2514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subTitle" idx="7"/>
          </p:nvPr>
        </p:nvSpPr>
        <p:spPr>
          <a:xfrm>
            <a:off x="4864608" y="1865376"/>
            <a:ext cx="2514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0"/>
          <p:cNvSpPr txBox="1">
            <a:spLocks noGrp="1"/>
          </p:cNvSpPr>
          <p:nvPr>
            <p:ph type="subTitle" idx="8"/>
          </p:nvPr>
        </p:nvSpPr>
        <p:spPr>
          <a:xfrm>
            <a:off x="4809744" y="3593592"/>
            <a:ext cx="2514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0"/>
          <p:cNvSpPr txBox="1">
            <a:spLocks noGrp="1"/>
          </p:cNvSpPr>
          <p:nvPr>
            <p:ph type="title" idx="9"/>
          </p:nvPr>
        </p:nvSpPr>
        <p:spPr>
          <a:xfrm>
            <a:off x="557784" y="1581912"/>
            <a:ext cx="1124700" cy="9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Hammersmith One"/>
              <a:buNone/>
              <a:defRPr sz="4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Hammersmith One"/>
              <a:buNone/>
              <a:defRPr sz="4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Hammersmith One"/>
              <a:buNone/>
              <a:defRPr sz="4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Hammersmith One"/>
              <a:buNone/>
              <a:defRPr sz="4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Hammersmith One"/>
              <a:buNone/>
              <a:defRPr sz="4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Hammersmith One"/>
              <a:buNone/>
              <a:defRPr sz="4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Hammersmith One"/>
              <a:buNone/>
              <a:defRPr sz="4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Hammersmith One"/>
              <a:buNone/>
              <a:defRPr sz="4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title" idx="13"/>
          </p:nvPr>
        </p:nvSpPr>
        <p:spPr>
          <a:xfrm>
            <a:off x="557784" y="3300984"/>
            <a:ext cx="1124700" cy="9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Hammersmith One"/>
              <a:buNone/>
              <a:defRPr sz="4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Hammersmith One"/>
              <a:buNone/>
              <a:defRPr sz="4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Hammersmith One"/>
              <a:buNone/>
              <a:defRPr sz="4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Hammersmith One"/>
              <a:buNone/>
              <a:defRPr sz="4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Hammersmith One"/>
              <a:buNone/>
              <a:defRPr sz="4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Hammersmith One"/>
              <a:buNone/>
              <a:defRPr sz="4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Hammersmith One"/>
              <a:buNone/>
              <a:defRPr sz="4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Hammersmith One"/>
              <a:buNone/>
              <a:defRPr sz="4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103" name="Google Shape;103;p20"/>
          <p:cNvSpPr txBox="1">
            <a:spLocks noGrp="1"/>
          </p:cNvSpPr>
          <p:nvPr>
            <p:ph type="title" idx="14"/>
          </p:nvPr>
        </p:nvSpPr>
        <p:spPr>
          <a:xfrm>
            <a:off x="7461504" y="1581912"/>
            <a:ext cx="1124700" cy="9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Hammersmith One"/>
              <a:buNone/>
              <a:defRPr sz="4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Hammersmith One"/>
              <a:buNone/>
              <a:defRPr sz="4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Hammersmith One"/>
              <a:buNone/>
              <a:defRPr sz="4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Hammersmith One"/>
              <a:buNone/>
              <a:defRPr sz="4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Hammersmith One"/>
              <a:buNone/>
              <a:defRPr sz="4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Hammersmith One"/>
              <a:buNone/>
              <a:defRPr sz="4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Hammersmith One"/>
              <a:buNone/>
              <a:defRPr sz="4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Hammersmith One"/>
              <a:buNone/>
              <a:defRPr sz="4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title" idx="15"/>
          </p:nvPr>
        </p:nvSpPr>
        <p:spPr>
          <a:xfrm>
            <a:off x="7461504" y="3300984"/>
            <a:ext cx="1124700" cy="9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Hammersmith One"/>
              <a:buNone/>
              <a:defRPr sz="4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Hammersmith One"/>
              <a:buNone/>
              <a:defRPr sz="4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Hammersmith One"/>
              <a:buNone/>
              <a:defRPr sz="4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Hammersmith One"/>
              <a:buNone/>
              <a:defRPr sz="4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Hammersmith One"/>
              <a:buNone/>
              <a:defRPr sz="4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Hammersmith One"/>
              <a:buNone/>
              <a:defRPr sz="4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Hammersmith One"/>
              <a:buNone/>
              <a:defRPr sz="4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Hammersmith One"/>
              <a:buNone/>
              <a:defRPr sz="4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21"/>
          <p:cNvGrpSpPr/>
          <p:nvPr/>
        </p:nvGrpSpPr>
        <p:grpSpPr>
          <a:xfrm flipH="1">
            <a:off x="4097850" y="3932163"/>
            <a:ext cx="2515910" cy="445675"/>
            <a:chOff x="-114100" y="3577175"/>
            <a:chExt cx="858350" cy="445675"/>
          </a:xfrm>
        </p:grpSpPr>
        <p:sp>
          <p:nvSpPr>
            <p:cNvPr id="107" name="Google Shape;107;p21"/>
            <p:cNvSpPr/>
            <p:nvPr/>
          </p:nvSpPr>
          <p:spPr>
            <a:xfrm>
              <a:off x="-114100" y="357717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1"/>
                  </a:moveTo>
                  <a:lnTo>
                    <a:pt x="34334" y="1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1"/>
            <p:cNvSpPr/>
            <p:nvPr/>
          </p:nvSpPr>
          <p:spPr>
            <a:xfrm>
              <a:off x="-114100" y="364102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1"/>
                  </a:moveTo>
                  <a:lnTo>
                    <a:pt x="34334" y="1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1"/>
            <p:cNvSpPr/>
            <p:nvPr/>
          </p:nvSpPr>
          <p:spPr>
            <a:xfrm>
              <a:off x="-114100" y="3704900"/>
              <a:ext cx="858350" cy="0"/>
            </a:xfrm>
            <a:custGeom>
              <a:avLst/>
              <a:gdLst/>
              <a:ahLst/>
              <a:cxnLst/>
              <a:rect l="l" t="t" r="r" b="b"/>
              <a:pathLst>
                <a:path w="34334" h="120000" fill="none" extrusionOk="0">
                  <a:moveTo>
                    <a:pt x="0" y="0"/>
                  </a:moveTo>
                  <a:lnTo>
                    <a:pt x="34334" y="0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1"/>
            <p:cNvSpPr/>
            <p:nvPr/>
          </p:nvSpPr>
          <p:spPr>
            <a:xfrm>
              <a:off x="-114100" y="376807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0"/>
                  </a:moveTo>
                  <a:lnTo>
                    <a:pt x="34334" y="0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21"/>
            <p:cNvSpPr/>
            <p:nvPr/>
          </p:nvSpPr>
          <p:spPr>
            <a:xfrm>
              <a:off x="-114100" y="383192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0"/>
                  </a:moveTo>
                  <a:lnTo>
                    <a:pt x="34334" y="0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21"/>
            <p:cNvSpPr/>
            <p:nvPr/>
          </p:nvSpPr>
          <p:spPr>
            <a:xfrm>
              <a:off x="-114100" y="389577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1"/>
                  </a:moveTo>
                  <a:lnTo>
                    <a:pt x="34334" y="1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21"/>
            <p:cNvSpPr/>
            <p:nvPr/>
          </p:nvSpPr>
          <p:spPr>
            <a:xfrm>
              <a:off x="-114100" y="395962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1"/>
                  </a:moveTo>
                  <a:lnTo>
                    <a:pt x="34334" y="1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1"/>
            <p:cNvSpPr/>
            <p:nvPr/>
          </p:nvSpPr>
          <p:spPr>
            <a:xfrm>
              <a:off x="-114100" y="402282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0"/>
                  </a:moveTo>
                  <a:lnTo>
                    <a:pt x="34334" y="0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" name="Google Shape;115;p21"/>
          <p:cNvGrpSpPr/>
          <p:nvPr/>
        </p:nvGrpSpPr>
        <p:grpSpPr>
          <a:xfrm>
            <a:off x="-179055" y="-2149966"/>
            <a:ext cx="842454" cy="3529285"/>
            <a:chOff x="7739775" y="791441"/>
            <a:chExt cx="565975" cy="2371034"/>
          </a:xfrm>
        </p:grpSpPr>
        <p:sp>
          <p:nvSpPr>
            <p:cNvPr id="116" name="Google Shape;116;p21"/>
            <p:cNvSpPr/>
            <p:nvPr/>
          </p:nvSpPr>
          <p:spPr>
            <a:xfrm>
              <a:off x="7852700" y="791441"/>
              <a:ext cx="453050" cy="1955975"/>
            </a:xfrm>
            <a:custGeom>
              <a:avLst/>
              <a:gdLst/>
              <a:ahLst/>
              <a:cxnLst/>
              <a:rect l="l" t="t" r="r" b="b"/>
              <a:pathLst>
                <a:path w="18122" h="78239" extrusionOk="0">
                  <a:moveTo>
                    <a:pt x="0" y="0"/>
                  </a:moveTo>
                  <a:lnTo>
                    <a:pt x="0" y="78239"/>
                  </a:lnTo>
                  <a:lnTo>
                    <a:pt x="18122" y="78239"/>
                  </a:lnTo>
                  <a:lnTo>
                    <a:pt x="1812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1"/>
            <p:cNvSpPr/>
            <p:nvPr/>
          </p:nvSpPr>
          <p:spPr>
            <a:xfrm>
              <a:off x="7739775" y="1207150"/>
              <a:ext cx="226550" cy="1955325"/>
            </a:xfrm>
            <a:custGeom>
              <a:avLst/>
              <a:gdLst/>
              <a:ahLst/>
              <a:cxnLst/>
              <a:rect l="l" t="t" r="r" b="b"/>
              <a:pathLst>
                <a:path w="9062" h="78213" extrusionOk="0">
                  <a:moveTo>
                    <a:pt x="1" y="1"/>
                  </a:moveTo>
                  <a:lnTo>
                    <a:pt x="1" y="78212"/>
                  </a:lnTo>
                  <a:lnTo>
                    <a:pt x="9061" y="78212"/>
                  </a:lnTo>
                  <a:lnTo>
                    <a:pt x="9061" y="1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8" name="Google Shape;118;p21"/>
          <p:cNvSpPr/>
          <p:nvPr/>
        </p:nvSpPr>
        <p:spPr>
          <a:xfrm flipH="1">
            <a:off x="0" y="4347675"/>
            <a:ext cx="904200" cy="79590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1"/>
          <p:cNvSpPr/>
          <p:nvPr/>
        </p:nvSpPr>
        <p:spPr>
          <a:xfrm>
            <a:off x="605570" y="4230738"/>
            <a:ext cx="440683" cy="440721"/>
          </a:xfrm>
          <a:custGeom>
            <a:avLst/>
            <a:gdLst/>
            <a:ahLst/>
            <a:cxnLst/>
            <a:rect l="l" t="t" r="r" b="b"/>
            <a:pathLst>
              <a:path w="5539" h="5540" fill="none" extrusionOk="0">
                <a:moveTo>
                  <a:pt x="0" y="1"/>
                </a:moveTo>
                <a:lnTo>
                  <a:pt x="5539" y="1"/>
                </a:lnTo>
                <a:lnTo>
                  <a:pt x="5539" y="5539"/>
                </a:lnTo>
                <a:lnTo>
                  <a:pt x="0" y="5539"/>
                </a:lnTo>
                <a:close/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2688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713216" y="1243584"/>
            <a:ext cx="34563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713225" y="2057400"/>
            <a:ext cx="3090600" cy="16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55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122" name="Google Shape;122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22"/>
          <p:cNvGrpSpPr/>
          <p:nvPr/>
        </p:nvGrpSpPr>
        <p:grpSpPr>
          <a:xfrm rot="10800000">
            <a:off x="0" y="4"/>
            <a:ext cx="597525" cy="1743076"/>
            <a:chOff x="8631458" y="4347575"/>
            <a:chExt cx="597525" cy="795925"/>
          </a:xfrm>
        </p:grpSpPr>
        <p:sp>
          <p:nvSpPr>
            <p:cNvPr id="125" name="Google Shape;125;p22"/>
            <p:cNvSpPr/>
            <p:nvPr/>
          </p:nvSpPr>
          <p:spPr>
            <a:xfrm flipH="1">
              <a:off x="8764883" y="4347575"/>
              <a:ext cx="464100" cy="79590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22"/>
            <p:cNvSpPr/>
            <p:nvPr/>
          </p:nvSpPr>
          <p:spPr>
            <a:xfrm flipH="1">
              <a:off x="8631458" y="4603500"/>
              <a:ext cx="314100" cy="54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1179576" y="310896"/>
            <a:ext cx="67848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2"/>
          <p:cNvSpPr txBox="1">
            <a:spLocks noGrp="1"/>
          </p:cNvSpPr>
          <p:nvPr>
            <p:ph type="body" idx="1"/>
          </p:nvPr>
        </p:nvSpPr>
        <p:spPr>
          <a:xfrm>
            <a:off x="1508760" y="3044952"/>
            <a:ext cx="23592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29" name="Google Shape;129;p22"/>
          <p:cNvSpPr txBox="1">
            <a:spLocks noGrp="1"/>
          </p:cNvSpPr>
          <p:nvPr>
            <p:ph type="body" idx="2"/>
          </p:nvPr>
        </p:nvSpPr>
        <p:spPr>
          <a:xfrm>
            <a:off x="5276088" y="3044952"/>
            <a:ext cx="23592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22"/>
          <p:cNvSpPr txBox="1">
            <a:spLocks noGrp="1"/>
          </p:cNvSpPr>
          <p:nvPr>
            <p:ph type="subTitle" idx="3"/>
          </p:nvPr>
        </p:nvSpPr>
        <p:spPr>
          <a:xfrm>
            <a:off x="1705410" y="2545080"/>
            <a:ext cx="19659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Hammersmith One"/>
              <a:buNone/>
              <a:defRPr sz="2400">
                <a:solidFill>
                  <a:schemeClr val="accent4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subTitle" idx="4"/>
          </p:nvPr>
        </p:nvSpPr>
        <p:spPr>
          <a:xfrm>
            <a:off x="5472738" y="2545080"/>
            <a:ext cx="19659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Hammersmith One"/>
              <a:buNone/>
              <a:defRPr sz="2400">
                <a:solidFill>
                  <a:schemeClr val="accent4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3">
  <p:cSld name="CUSTOM_5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24"/>
          <p:cNvGrpSpPr/>
          <p:nvPr/>
        </p:nvGrpSpPr>
        <p:grpSpPr>
          <a:xfrm>
            <a:off x="-1224401" y="4697813"/>
            <a:ext cx="2515910" cy="445675"/>
            <a:chOff x="-114100" y="3577175"/>
            <a:chExt cx="858350" cy="445675"/>
          </a:xfrm>
        </p:grpSpPr>
        <p:sp>
          <p:nvSpPr>
            <p:cNvPr id="134" name="Google Shape;134;p24"/>
            <p:cNvSpPr/>
            <p:nvPr/>
          </p:nvSpPr>
          <p:spPr>
            <a:xfrm>
              <a:off x="-114100" y="357717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1"/>
                  </a:moveTo>
                  <a:lnTo>
                    <a:pt x="34334" y="1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24"/>
            <p:cNvSpPr/>
            <p:nvPr/>
          </p:nvSpPr>
          <p:spPr>
            <a:xfrm>
              <a:off x="-114100" y="364102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1"/>
                  </a:moveTo>
                  <a:lnTo>
                    <a:pt x="34334" y="1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24"/>
            <p:cNvSpPr/>
            <p:nvPr/>
          </p:nvSpPr>
          <p:spPr>
            <a:xfrm>
              <a:off x="-114100" y="3704900"/>
              <a:ext cx="858350" cy="0"/>
            </a:xfrm>
            <a:custGeom>
              <a:avLst/>
              <a:gdLst/>
              <a:ahLst/>
              <a:cxnLst/>
              <a:rect l="l" t="t" r="r" b="b"/>
              <a:pathLst>
                <a:path w="34334" h="120000" fill="none" extrusionOk="0">
                  <a:moveTo>
                    <a:pt x="0" y="0"/>
                  </a:moveTo>
                  <a:lnTo>
                    <a:pt x="34334" y="0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24"/>
            <p:cNvSpPr/>
            <p:nvPr/>
          </p:nvSpPr>
          <p:spPr>
            <a:xfrm>
              <a:off x="-114100" y="376807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0"/>
                  </a:moveTo>
                  <a:lnTo>
                    <a:pt x="34334" y="0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24"/>
            <p:cNvSpPr/>
            <p:nvPr/>
          </p:nvSpPr>
          <p:spPr>
            <a:xfrm>
              <a:off x="-114100" y="383192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0"/>
                  </a:moveTo>
                  <a:lnTo>
                    <a:pt x="34334" y="0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24"/>
            <p:cNvSpPr/>
            <p:nvPr/>
          </p:nvSpPr>
          <p:spPr>
            <a:xfrm>
              <a:off x="-114100" y="389577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1"/>
                  </a:moveTo>
                  <a:lnTo>
                    <a:pt x="34334" y="1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24"/>
            <p:cNvSpPr/>
            <p:nvPr/>
          </p:nvSpPr>
          <p:spPr>
            <a:xfrm>
              <a:off x="-114100" y="395962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1"/>
                  </a:moveTo>
                  <a:lnTo>
                    <a:pt x="34334" y="1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24"/>
            <p:cNvSpPr/>
            <p:nvPr/>
          </p:nvSpPr>
          <p:spPr>
            <a:xfrm>
              <a:off x="-114100" y="402282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0"/>
                  </a:moveTo>
                  <a:lnTo>
                    <a:pt x="34334" y="0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2" name="Google Shape;142;p24"/>
          <p:cNvGrpSpPr/>
          <p:nvPr/>
        </p:nvGrpSpPr>
        <p:grpSpPr>
          <a:xfrm>
            <a:off x="8077021" y="-684537"/>
            <a:ext cx="955314" cy="4702626"/>
            <a:chOff x="7739772" y="376375"/>
            <a:chExt cx="565978" cy="2786081"/>
          </a:xfrm>
        </p:grpSpPr>
        <p:sp>
          <p:nvSpPr>
            <p:cNvPr id="143" name="Google Shape;143;p24"/>
            <p:cNvSpPr/>
            <p:nvPr/>
          </p:nvSpPr>
          <p:spPr>
            <a:xfrm>
              <a:off x="7852700" y="376375"/>
              <a:ext cx="453050" cy="1955975"/>
            </a:xfrm>
            <a:custGeom>
              <a:avLst/>
              <a:gdLst/>
              <a:ahLst/>
              <a:cxnLst/>
              <a:rect l="l" t="t" r="r" b="b"/>
              <a:pathLst>
                <a:path w="18122" h="78239" extrusionOk="0">
                  <a:moveTo>
                    <a:pt x="0" y="0"/>
                  </a:moveTo>
                  <a:lnTo>
                    <a:pt x="0" y="78239"/>
                  </a:lnTo>
                  <a:lnTo>
                    <a:pt x="18122" y="78239"/>
                  </a:lnTo>
                  <a:lnTo>
                    <a:pt x="1812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24"/>
            <p:cNvSpPr/>
            <p:nvPr/>
          </p:nvSpPr>
          <p:spPr>
            <a:xfrm>
              <a:off x="7739772" y="1445876"/>
              <a:ext cx="226550" cy="1716580"/>
            </a:xfrm>
            <a:custGeom>
              <a:avLst/>
              <a:gdLst/>
              <a:ahLst/>
              <a:cxnLst/>
              <a:rect l="l" t="t" r="r" b="b"/>
              <a:pathLst>
                <a:path w="9062" h="78213" extrusionOk="0">
                  <a:moveTo>
                    <a:pt x="1" y="1"/>
                  </a:moveTo>
                  <a:lnTo>
                    <a:pt x="1" y="78212"/>
                  </a:lnTo>
                  <a:lnTo>
                    <a:pt x="9061" y="78212"/>
                  </a:lnTo>
                  <a:lnTo>
                    <a:pt x="9061" y="1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5" name="Google Shape;145;p24"/>
          <p:cNvSpPr txBox="1">
            <a:spLocks noGrp="1"/>
          </p:cNvSpPr>
          <p:nvPr>
            <p:ph type="title"/>
          </p:nvPr>
        </p:nvSpPr>
        <p:spPr>
          <a:xfrm>
            <a:off x="630936" y="310896"/>
            <a:ext cx="50292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6" name="Google Shape;146;p24"/>
          <p:cNvSpPr txBox="1">
            <a:spLocks noGrp="1"/>
          </p:cNvSpPr>
          <p:nvPr>
            <p:ph type="body" idx="1"/>
          </p:nvPr>
        </p:nvSpPr>
        <p:spPr>
          <a:xfrm>
            <a:off x="621792" y="1517904"/>
            <a:ext cx="4837200" cy="21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AutoNum type="arabicPeriod"/>
              <a:defRPr sz="2000"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hlink"/>
              </a:buClr>
              <a:buSzPts val="1800"/>
              <a:buAutoNum type="alphaLcPeriod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800"/>
              <a:buAutoNum type="romanLcPeriod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800"/>
              <a:buAutoNum type="arabicPeriod"/>
              <a:defRPr sz="2000"/>
            </a:lvl4pPr>
            <a:lvl5pPr marL="2286000" lvl="4" indent="-3429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800"/>
              <a:buAutoNum type="alphaLcPeriod"/>
              <a:defRPr sz="2000"/>
            </a:lvl5pPr>
            <a:lvl6pPr marL="2743200" lvl="5" indent="-3429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800"/>
              <a:buAutoNum type="romanLcPeriod"/>
              <a:defRPr sz="2000"/>
            </a:lvl6pPr>
            <a:lvl7pPr marL="3200400" lvl="6" indent="-3429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800"/>
              <a:buAutoNum type="arabicPeriod"/>
              <a:defRPr sz="2000"/>
            </a:lvl7pPr>
            <a:lvl8pPr marL="3657600" lvl="7" indent="-3429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800"/>
              <a:buAutoNum type="alphaLcPeriod"/>
              <a:defRPr sz="2000"/>
            </a:lvl8pPr>
            <a:lvl9pPr marL="4114800" lvl="8" indent="-3429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hlink"/>
              </a:buClr>
              <a:buSzPts val="1800"/>
              <a:buAutoNum type="romanLcPeriod"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19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>
            <a:spLocks noGrp="1"/>
          </p:cNvSpPr>
          <p:nvPr>
            <p:ph type="body" idx="1"/>
          </p:nvPr>
        </p:nvSpPr>
        <p:spPr>
          <a:xfrm>
            <a:off x="2077175" y="2131713"/>
            <a:ext cx="1965900" cy="10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49" name="Google Shape;149;p25"/>
          <p:cNvSpPr txBox="1">
            <a:spLocks noGrp="1"/>
          </p:cNvSpPr>
          <p:nvPr>
            <p:ph type="body" idx="2"/>
          </p:nvPr>
        </p:nvSpPr>
        <p:spPr>
          <a:xfrm>
            <a:off x="5446200" y="2131713"/>
            <a:ext cx="1965900" cy="10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grpSp>
        <p:nvGrpSpPr>
          <p:cNvPr id="150" name="Google Shape;150;p25"/>
          <p:cNvGrpSpPr/>
          <p:nvPr/>
        </p:nvGrpSpPr>
        <p:grpSpPr>
          <a:xfrm>
            <a:off x="8595575" y="689837"/>
            <a:ext cx="597525" cy="1743076"/>
            <a:chOff x="8631458" y="4347575"/>
            <a:chExt cx="597525" cy="795925"/>
          </a:xfrm>
        </p:grpSpPr>
        <p:sp>
          <p:nvSpPr>
            <p:cNvPr id="151" name="Google Shape;151;p25"/>
            <p:cNvSpPr/>
            <p:nvPr/>
          </p:nvSpPr>
          <p:spPr>
            <a:xfrm flipH="1">
              <a:off x="8764883" y="4347575"/>
              <a:ext cx="464100" cy="79590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25"/>
            <p:cNvSpPr/>
            <p:nvPr/>
          </p:nvSpPr>
          <p:spPr>
            <a:xfrm flipH="1">
              <a:off x="8631458" y="4603500"/>
              <a:ext cx="314100" cy="54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3" name="Google Shape;153;p25"/>
          <p:cNvGrpSpPr/>
          <p:nvPr/>
        </p:nvGrpSpPr>
        <p:grpSpPr>
          <a:xfrm rot="5400000" flipH="1">
            <a:off x="416355" y="2637784"/>
            <a:ext cx="957625" cy="1202675"/>
            <a:chOff x="-519400" y="1326225"/>
            <a:chExt cx="957625" cy="1202675"/>
          </a:xfrm>
        </p:grpSpPr>
        <p:sp>
          <p:nvSpPr>
            <p:cNvPr id="154" name="Google Shape;154;p25"/>
            <p:cNvSpPr/>
            <p:nvPr/>
          </p:nvSpPr>
          <p:spPr>
            <a:xfrm rot="10800000" flipH="1">
              <a:off x="-519400" y="1402400"/>
              <a:ext cx="819300" cy="1126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25"/>
            <p:cNvSpPr/>
            <p:nvPr/>
          </p:nvSpPr>
          <p:spPr>
            <a:xfrm rot="10800000" flipH="1">
              <a:off x="-219075" y="1326225"/>
              <a:ext cx="657300" cy="343500"/>
            </a:xfrm>
            <a:prstGeom prst="rect">
              <a:avLst/>
            </a:prstGeom>
            <a:noFill/>
            <a:ln w="19050" cap="flat" cmpd="sng">
              <a:solidFill>
                <a:schemeClr val="hlink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6" name="Google Shape;156;p25"/>
          <p:cNvGrpSpPr/>
          <p:nvPr/>
        </p:nvGrpSpPr>
        <p:grpSpPr>
          <a:xfrm rot="5400000">
            <a:off x="-1035112" y="3658142"/>
            <a:ext cx="2515910" cy="445675"/>
            <a:chOff x="-114100" y="3577175"/>
            <a:chExt cx="858350" cy="445675"/>
          </a:xfrm>
        </p:grpSpPr>
        <p:sp>
          <p:nvSpPr>
            <p:cNvPr id="157" name="Google Shape;157;p25"/>
            <p:cNvSpPr/>
            <p:nvPr/>
          </p:nvSpPr>
          <p:spPr>
            <a:xfrm>
              <a:off x="-114100" y="357717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1"/>
                  </a:moveTo>
                  <a:lnTo>
                    <a:pt x="34334" y="1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25"/>
            <p:cNvSpPr/>
            <p:nvPr/>
          </p:nvSpPr>
          <p:spPr>
            <a:xfrm>
              <a:off x="-114100" y="364102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1"/>
                  </a:moveTo>
                  <a:lnTo>
                    <a:pt x="34334" y="1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25"/>
            <p:cNvSpPr/>
            <p:nvPr/>
          </p:nvSpPr>
          <p:spPr>
            <a:xfrm>
              <a:off x="-114100" y="3704900"/>
              <a:ext cx="858350" cy="0"/>
            </a:xfrm>
            <a:custGeom>
              <a:avLst/>
              <a:gdLst/>
              <a:ahLst/>
              <a:cxnLst/>
              <a:rect l="l" t="t" r="r" b="b"/>
              <a:pathLst>
                <a:path w="34334" h="120000" fill="none" extrusionOk="0">
                  <a:moveTo>
                    <a:pt x="0" y="0"/>
                  </a:moveTo>
                  <a:lnTo>
                    <a:pt x="34334" y="0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25"/>
            <p:cNvSpPr/>
            <p:nvPr/>
          </p:nvSpPr>
          <p:spPr>
            <a:xfrm>
              <a:off x="-114100" y="376807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0"/>
                  </a:moveTo>
                  <a:lnTo>
                    <a:pt x="34334" y="0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25"/>
            <p:cNvSpPr/>
            <p:nvPr/>
          </p:nvSpPr>
          <p:spPr>
            <a:xfrm>
              <a:off x="-114100" y="383192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0"/>
                  </a:moveTo>
                  <a:lnTo>
                    <a:pt x="34334" y="0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25"/>
            <p:cNvSpPr/>
            <p:nvPr/>
          </p:nvSpPr>
          <p:spPr>
            <a:xfrm>
              <a:off x="-114100" y="389577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1"/>
                  </a:moveTo>
                  <a:lnTo>
                    <a:pt x="34334" y="1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5"/>
            <p:cNvSpPr/>
            <p:nvPr/>
          </p:nvSpPr>
          <p:spPr>
            <a:xfrm>
              <a:off x="-114100" y="395962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1"/>
                  </a:moveTo>
                  <a:lnTo>
                    <a:pt x="34334" y="1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25"/>
            <p:cNvSpPr/>
            <p:nvPr/>
          </p:nvSpPr>
          <p:spPr>
            <a:xfrm>
              <a:off x="-114100" y="402282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0"/>
                  </a:moveTo>
                  <a:lnTo>
                    <a:pt x="34334" y="0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5" name="Google Shape;165;p25"/>
          <p:cNvSpPr txBox="1">
            <a:spLocks noGrp="1"/>
          </p:cNvSpPr>
          <p:nvPr>
            <p:ph type="title"/>
          </p:nvPr>
        </p:nvSpPr>
        <p:spPr>
          <a:xfrm>
            <a:off x="2141675" y="1689300"/>
            <a:ext cx="19014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66" name="Google Shape;166;p25"/>
          <p:cNvSpPr txBox="1">
            <a:spLocks noGrp="1"/>
          </p:cNvSpPr>
          <p:nvPr>
            <p:ph type="title" idx="3"/>
          </p:nvPr>
        </p:nvSpPr>
        <p:spPr>
          <a:xfrm>
            <a:off x="5446200" y="1689300"/>
            <a:ext cx="19014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26"/>
          <p:cNvGrpSpPr/>
          <p:nvPr/>
        </p:nvGrpSpPr>
        <p:grpSpPr>
          <a:xfrm flipH="1">
            <a:off x="3" y="4307371"/>
            <a:ext cx="2722000" cy="644045"/>
            <a:chOff x="-114100" y="3577175"/>
            <a:chExt cx="858350" cy="445675"/>
          </a:xfrm>
        </p:grpSpPr>
        <p:sp>
          <p:nvSpPr>
            <p:cNvPr id="169" name="Google Shape;169;p26"/>
            <p:cNvSpPr/>
            <p:nvPr/>
          </p:nvSpPr>
          <p:spPr>
            <a:xfrm>
              <a:off x="-114100" y="357717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1"/>
                  </a:moveTo>
                  <a:lnTo>
                    <a:pt x="34334" y="1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26"/>
            <p:cNvSpPr/>
            <p:nvPr/>
          </p:nvSpPr>
          <p:spPr>
            <a:xfrm>
              <a:off x="-114100" y="364102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1"/>
                  </a:moveTo>
                  <a:lnTo>
                    <a:pt x="34334" y="1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26"/>
            <p:cNvSpPr/>
            <p:nvPr/>
          </p:nvSpPr>
          <p:spPr>
            <a:xfrm>
              <a:off x="-114100" y="3704900"/>
              <a:ext cx="858350" cy="0"/>
            </a:xfrm>
            <a:custGeom>
              <a:avLst/>
              <a:gdLst/>
              <a:ahLst/>
              <a:cxnLst/>
              <a:rect l="l" t="t" r="r" b="b"/>
              <a:pathLst>
                <a:path w="34334" h="120000" fill="none" extrusionOk="0">
                  <a:moveTo>
                    <a:pt x="0" y="0"/>
                  </a:moveTo>
                  <a:lnTo>
                    <a:pt x="34334" y="0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26"/>
            <p:cNvSpPr/>
            <p:nvPr/>
          </p:nvSpPr>
          <p:spPr>
            <a:xfrm>
              <a:off x="-114100" y="376807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0"/>
                  </a:moveTo>
                  <a:lnTo>
                    <a:pt x="34334" y="0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26"/>
            <p:cNvSpPr/>
            <p:nvPr/>
          </p:nvSpPr>
          <p:spPr>
            <a:xfrm>
              <a:off x="-114100" y="383192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0"/>
                  </a:moveTo>
                  <a:lnTo>
                    <a:pt x="34334" y="0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26"/>
            <p:cNvSpPr/>
            <p:nvPr/>
          </p:nvSpPr>
          <p:spPr>
            <a:xfrm>
              <a:off x="-114100" y="389577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1"/>
                  </a:moveTo>
                  <a:lnTo>
                    <a:pt x="34334" y="1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26"/>
            <p:cNvSpPr/>
            <p:nvPr/>
          </p:nvSpPr>
          <p:spPr>
            <a:xfrm>
              <a:off x="-114100" y="395962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1"/>
                  </a:moveTo>
                  <a:lnTo>
                    <a:pt x="34334" y="1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26"/>
            <p:cNvSpPr/>
            <p:nvPr/>
          </p:nvSpPr>
          <p:spPr>
            <a:xfrm>
              <a:off x="-114100" y="402282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0"/>
                  </a:moveTo>
                  <a:lnTo>
                    <a:pt x="34334" y="0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7" name="Google Shape;177;p26"/>
          <p:cNvGrpSpPr/>
          <p:nvPr/>
        </p:nvGrpSpPr>
        <p:grpSpPr>
          <a:xfrm>
            <a:off x="536895" y="454684"/>
            <a:ext cx="842454" cy="3529285"/>
            <a:chOff x="7739775" y="791441"/>
            <a:chExt cx="565975" cy="2371034"/>
          </a:xfrm>
        </p:grpSpPr>
        <p:sp>
          <p:nvSpPr>
            <p:cNvPr id="178" name="Google Shape;178;p26"/>
            <p:cNvSpPr/>
            <p:nvPr/>
          </p:nvSpPr>
          <p:spPr>
            <a:xfrm>
              <a:off x="7852700" y="791441"/>
              <a:ext cx="453050" cy="1955975"/>
            </a:xfrm>
            <a:custGeom>
              <a:avLst/>
              <a:gdLst/>
              <a:ahLst/>
              <a:cxnLst/>
              <a:rect l="l" t="t" r="r" b="b"/>
              <a:pathLst>
                <a:path w="18122" h="78239" extrusionOk="0">
                  <a:moveTo>
                    <a:pt x="0" y="0"/>
                  </a:moveTo>
                  <a:lnTo>
                    <a:pt x="0" y="78239"/>
                  </a:lnTo>
                  <a:lnTo>
                    <a:pt x="18122" y="78239"/>
                  </a:lnTo>
                  <a:lnTo>
                    <a:pt x="181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26"/>
            <p:cNvSpPr/>
            <p:nvPr/>
          </p:nvSpPr>
          <p:spPr>
            <a:xfrm>
              <a:off x="7739775" y="1207150"/>
              <a:ext cx="226550" cy="1955325"/>
            </a:xfrm>
            <a:custGeom>
              <a:avLst/>
              <a:gdLst/>
              <a:ahLst/>
              <a:cxnLst/>
              <a:rect l="l" t="t" r="r" b="b"/>
              <a:pathLst>
                <a:path w="9062" h="78213" extrusionOk="0">
                  <a:moveTo>
                    <a:pt x="1" y="1"/>
                  </a:moveTo>
                  <a:lnTo>
                    <a:pt x="1" y="78212"/>
                  </a:lnTo>
                  <a:lnTo>
                    <a:pt x="9061" y="78212"/>
                  </a:lnTo>
                  <a:lnTo>
                    <a:pt x="9061" y="1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0" name="Google Shape;180;p26"/>
          <p:cNvSpPr/>
          <p:nvPr/>
        </p:nvSpPr>
        <p:spPr>
          <a:xfrm>
            <a:off x="922200" y="4180188"/>
            <a:ext cx="1971538" cy="771241"/>
          </a:xfrm>
          <a:custGeom>
            <a:avLst/>
            <a:gdLst/>
            <a:ahLst/>
            <a:cxnLst/>
            <a:rect l="l" t="t" r="r" b="b"/>
            <a:pathLst>
              <a:path w="18122" h="78239" extrusionOk="0">
                <a:moveTo>
                  <a:pt x="0" y="0"/>
                </a:moveTo>
                <a:lnTo>
                  <a:pt x="0" y="78239"/>
                </a:lnTo>
                <a:lnTo>
                  <a:pt x="18122" y="78239"/>
                </a:lnTo>
                <a:lnTo>
                  <a:pt x="1812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1" name="Google Shape;181;p26"/>
          <p:cNvGrpSpPr/>
          <p:nvPr/>
        </p:nvGrpSpPr>
        <p:grpSpPr>
          <a:xfrm flipH="1">
            <a:off x="7551827" y="501601"/>
            <a:ext cx="843586" cy="836299"/>
            <a:chOff x="642539" y="644476"/>
            <a:chExt cx="843586" cy="836299"/>
          </a:xfrm>
        </p:grpSpPr>
        <p:sp>
          <p:nvSpPr>
            <p:cNvPr id="182" name="Google Shape;182;p26"/>
            <p:cNvSpPr/>
            <p:nvPr/>
          </p:nvSpPr>
          <p:spPr>
            <a:xfrm>
              <a:off x="733425" y="728075"/>
              <a:ext cx="752700" cy="752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26"/>
            <p:cNvSpPr/>
            <p:nvPr/>
          </p:nvSpPr>
          <p:spPr>
            <a:xfrm>
              <a:off x="642539" y="644476"/>
              <a:ext cx="206120" cy="206157"/>
            </a:xfrm>
            <a:custGeom>
              <a:avLst/>
              <a:gdLst/>
              <a:ahLst/>
              <a:cxnLst/>
              <a:rect l="l" t="t" r="r" b="b"/>
              <a:pathLst>
                <a:path w="5539" h="5540" fill="none" extrusionOk="0">
                  <a:moveTo>
                    <a:pt x="0" y="1"/>
                  </a:moveTo>
                  <a:lnTo>
                    <a:pt x="5539" y="1"/>
                  </a:lnTo>
                  <a:lnTo>
                    <a:pt x="5539" y="5539"/>
                  </a:lnTo>
                  <a:lnTo>
                    <a:pt x="0" y="5539"/>
                  </a:lnTo>
                  <a:close/>
                </a:path>
              </a:pathLst>
            </a:custGeom>
            <a:noFill/>
            <a:ln w="19050" cap="flat" cmpd="sng">
              <a:solidFill>
                <a:schemeClr val="hlink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4" name="Google Shape;184;p26"/>
          <p:cNvSpPr txBox="1">
            <a:spLocks noGrp="1"/>
          </p:cNvSpPr>
          <p:nvPr>
            <p:ph type="title"/>
          </p:nvPr>
        </p:nvSpPr>
        <p:spPr>
          <a:xfrm>
            <a:off x="3364992" y="978408"/>
            <a:ext cx="24141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5" name="Google Shape;185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4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27"/>
          <p:cNvGrpSpPr/>
          <p:nvPr/>
        </p:nvGrpSpPr>
        <p:grpSpPr>
          <a:xfrm>
            <a:off x="-349734" y="613024"/>
            <a:ext cx="1038523" cy="1026836"/>
            <a:chOff x="-269375" y="2401575"/>
            <a:chExt cx="412669" cy="408025"/>
          </a:xfrm>
        </p:grpSpPr>
        <p:sp>
          <p:nvSpPr>
            <p:cNvPr id="188" name="Google Shape;188;p27"/>
            <p:cNvSpPr/>
            <p:nvPr/>
          </p:nvSpPr>
          <p:spPr>
            <a:xfrm>
              <a:off x="-36736" y="2404911"/>
              <a:ext cx="180030" cy="163612"/>
            </a:xfrm>
            <a:custGeom>
              <a:avLst/>
              <a:gdLst/>
              <a:ahLst/>
              <a:cxnLst/>
              <a:rect l="l" t="t" r="r" b="b"/>
              <a:pathLst>
                <a:path w="10432" h="9482" extrusionOk="0">
                  <a:moveTo>
                    <a:pt x="5228" y="1"/>
                  </a:moveTo>
                  <a:cubicBezTo>
                    <a:pt x="3073" y="1"/>
                    <a:pt x="1121" y="1459"/>
                    <a:pt x="592" y="3648"/>
                  </a:cubicBezTo>
                  <a:cubicBezTo>
                    <a:pt x="0" y="6202"/>
                    <a:pt x="1586" y="8756"/>
                    <a:pt x="4140" y="9348"/>
                  </a:cubicBezTo>
                  <a:cubicBezTo>
                    <a:pt x="4510" y="9438"/>
                    <a:pt x="4880" y="9482"/>
                    <a:pt x="5245" y="9482"/>
                  </a:cubicBezTo>
                  <a:cubicBezTo>
                    <a:pt x="7373" y="9482"/>
                    <a:pt x="9312" y="8007"/>
                    <a:pt x="9840" y="5826"/>
                  </a:cubicBezTo>
                  <a:cubicBezTo>
                    <a:pt x="10432" y="3272"/>
                    <a:pt x="8846" y="718"/>
                    <a:pt x="6318" y="126"/>
                  </a:cubicBezTo>
                  <a:cubicBezTo>
                    <a:pt x="5953" y="41"/>
                    <a:pt x="5588" y="1"/>
                    <a:pt x="5228" y="1"/>
                  </a:cubicBez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7"/>
            <p:cNvSpPr/>
            <p:nvPr/>
          </p:nvSpPr>
          <p:spPr>
            <a:xfrm>
              <a:off x="-269375" y="2401575"/>
              <a:ext cx="408025" cy="408025"/>
            </a:xfrm>
            <a:custGeom>
              <a:avLst/>
              <a:gdLst/>
              <a:ahLst/>
              <a:cxnLst/>
              <a:rect l="l" t="t" r="r" b="b"/>
              <a:pathLst>
                <a:path w="16321" h="16321" fill="none" extrusionOk="0">
                  <a:moveTo>
                    <a:pt x="16320" y="8147"/>
                  </a:moveTo>
                  <a:cubicBezTo>
                    <a:pt x="16320" y="12664"/>
                    <a:pt x="12664" y="16321"/>
                    <a:pt x="8174" y="16321"/>
                  </a:cubicBezTo>
                  <a:cubicBezTo>
                    <a:pt x="3657" y="16321"/>
                    <a:pt x="1" y="12664"/>
                    <a:pt x="1" y="8147"/>
                  </a:cubicBezTo>
                  <a:cubicBezTo>
                    <a:pt x="1" y="3657"/>
                    <a:pt x="3657" y="1"/>
                    <a:pt x="8174" y="1"/>
                  </a:cubicBezTo>
                  <a:cubicBezTo>
                    <a:pt x="12664" y="1"/>
                    <a:pt x="16320" y="3657"/>
                    <a:pt x="16320" y="814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0" name="Google Shape;190;p27"/>
          <p:cNvGrpSpPr/>
          <p:nvPr/>
        </p:nvGrpSpPr>
        <p:grpSpPr>
          <a:xfrm flipH="1">
            <a:off x="12" y="4184650"/>
            <a:ext cx="829600" cy="931339"/>
            <a:chOff x="7839489" y="975710"/>
            <a:chExt cx="1064546" cy="2186754"/>
          </a:xfrm>
        </p:grpSpPr>
        <p:sp>
          <p:nvSpPr>
            <p:cNvPr id="191" name="Google Shape;191;p27"/>
            <p:cNvSpPr/>
            <p:nvPr/>
          </p:nvSpPr>
          <p:spPr>
            <a:xfrm>
              <a:off x="7852687" y="975710"/>
              <a:ext cx="1051348" cy="1356664"/>
            </a:xfrm>
            <a:custGeom>
              <a:avLst/>
              <a:gdLst/>
              <a:ahLst/>
              <a:cxnLst/>
              <a:rect l="l" t="t" r="r" b="b"/>
              <a:pathLst>
                <a:path w="18122" h="78239" extrusionOk="0">
                  <a:moveTo>
                    <a:pt x="0" y="0"/>
                  </a:moveTo>
                  <a:lnTo>
                    <a:pt x="0" y="78239"/>
                  </a:lnTo>
                  <a:lnTo>
                    <a:pt x="18122" y="78239"/>
                  </a:lnTo>
                  <a:lnTo>
                    <a:pt x="1812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27"/>
            <p:cNvSpPr/>
            <p:nvPr/>
          </p:nvSpPr>
          <p:spPr>
            <a:xfrm>
              <a:off x="7839489" y="1207139"/>
              <a:ext cx="256681" cy="1955325"/>
            </a:xfrm>
            <a:custGeom>
              <a:avLst/>
              <a:gdLst/>
              <a:ahLst/>
              <a:cxnLst/>
              <a:rect l="l" t="t" r="r" b="b"/>
              <a:pathLst>
                <a:path w="9062" h="78213" extrusionOk="0">
                  <a:moveTo>
                    <a:pt x="1" y="1"/>
                  </a:moveTo>
                  <a:lnTo>
                    <a:pt x="1" y="78212"/>
                  </a:lnTo>
                  <a:lnTo>
                    <a:pt x="9061" y="78212"/>
                  </a:lnTo>
                  <a:lnTo>
                    <a:pt x="9061" y="1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3" name="Google Shape;193;p27"/>
          <p:cNvSpPr/>
          <p:nvPr/>
        </p:nvSpPr>
        <p:spPr>
          <a:xfrm>
            <a:off x="-485775" y="1228725"/>
            <a:ext cx="819300" cy="145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7"/>
          <p:cNvSpPr txBox="1">
            <a:spLocks noGrp="1"/>
          </p:cNvSpPr>
          <p:nvPr>
            <p:ph type="title"/>
          </p:nvPr>
        </p:nvSpPr>
        <p:spPr>
          <a:xfrm>
            <a:off x="1179576" y="310896"/>
            <a:ext cx="67848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95" name="Google Shape;195;p27"/>
          <p:cNvSpPr txBox="1">
            <a:spLocks noGrp="1"/>
          </p:cNvSpPr>
          <p:nvPr>
            <p:ph type="title" idx="2"/>
          </p:nvPr>
        </p:nvSpPr>
        <p:spPr>
          <a:xfrm>
            <a:off x="950976" y="3087242"/>
            <a:ext cx="2148900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96" name="Google Shape;196;p27"/>
          <p:cNvSpPr txBox="1">
            <a:spLocks noGrp="1"/>
          </p:cNvSpPr>
          <p:nvPr>
            <p:ph type="title" idx="3"/>
          </p:nvPr>
        </p:nvSpPr>
        <p:spPr>
          <a:xfrm>
            <a:off x="1133856" y="2602610"/>
            <a:ext cx="17739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197" name="Google Shape;197;p27"/>
          <p:cNvSpPr txBox="1">
            <a:spLocks noGrp="1"/>
          </p:cNvSpPr>
          <p:nvPr>
            <p:ph type="title" idx="4"/>
          </p:nvPr>
        </p:nvSpPr>
        <p:spPr>
          <a:xfrm>
            <a:off x="3497526" y="3087242"/>
            <a:ext cx="2148900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98" name="Google Shape;198;p27"/>
          <p:cNvSpPr txBox="1">
            <a:spLocks noGrp="1"/>
          </p:cNvSpPr>
          <p:nvPr>
            <p:ph type="title" idx="5"/>
          </p:nvPr>
        </p:nvSpPr>
        <p:spPr>
          <a:xfrm>
            <a:off x="3680406" y="2602610"/>
            <a:ext cx="17739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199" name="Google Shape;199;p27"/>
          <p:cNvSpPr txBox="1">
            <a:spLocks noGrp="1"/>
          </p:cNvSpPr>
          <p:nvPr>
            <p:ph type="title" idx="6"/>
          </p:nvPr>
        </p:nvSpPr>
        <p:spPr>
          <a:xfrm>
            <a:off x="6236201" y="3087242"/>
            <a:ext cx="2148900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00" name="Google Shape;200;p27"/>
          <p:cNvSpPr txBox="1">
            <a:spLocks noGrp="1"/>
          </p:cNvSpPr>
          <p:nvPr>
            <p:ph type="title" idx="7"/>
          </p:nvPr>
        </p:nvSpPr>
        <p:spPr>
          <a:xfrm>
            <a:off x="6419081" y="2602610"/>
            <a:ext cx="17739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8"/>
          <p:cNvSpPr/>
          <p:nvPr/>
        </p:nvSpPr>
        <p:spPr>
          <a:xfrm>
            <a:off x="257175" y="-1438275"/>
            <a:ext cx="2495400" cy="2495400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3" name="Google Shape;203;p28"/>
          <p:cNvGrpSpPr/>
          <p:nvPr/>
        </p:nvGrpSpPr>
        <p:grpSpPr>
          <a:xfrm>
            <a:off x="604325" y="205300"/>
            <a:ext cx="487000" cy="1652075"/>
            <a:chOff x="747200" y="540000"/>
            <a:chExt cx="487000" cy="1652075"/>
          </a:xfrm>
        </p:grpSpPr>
        <p:sp>
          <p:nvSpPr>
            <p:cNvPr id="204" name="Google Shape;204;p28"/>
            <p:cNvSpPr/>
            <p:nvPr/>
          </p:nvSpPr>
          <p:spPr>
            <a:xfrm>
              <a:off x="796200" y="540000"/>
              <a:ext cx="438000" cy="133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28"/>
            <p:cNvSpPr/>
            <p:nvPr/>
          </p:nvSpPr>
          <p:spPr>
            <a:xfrm>
              <a:off x="747200" y="858575"/>
              <a:ext cx="206100" cy="1333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6" name="Google Shape;206;p28"/>
          <p:cNvGrpSpPr/>
          <p:nvPr/>
        </p:nvGrpSpPr>
        <p:grpSpPr>
          <a:xfrm>
            <a:off x="8351475" y="328422"/>
            <a:ext cx="669673" cy="3436065"/>
            <a:chOff x="7739775" y="739469"/>
            <a:chExt cx="472233" cy="2423006"/>
          </a:xfrm>
        </p:grpSpPr>
        <p:sp>
          <p:nvSpPr>
            <p:cNvPr id="207" name="Google Shape;207;p28"/>
            <p:cNvSpPr/>
            <p:nvPr/>
          </p:nvSpPr>
          <p:spPr>
            <a:xfrm>
              <a:off x="7852694" y="739469"/>
              <a:ext cx="359314" cy="1592946"/>
            </a:xfrm>
            <a:custGeom>
              <a:avLst/>
              <a:gdLst/>
              <a:ahLst/>
              <a:cxnLst/>
              <a:rect l="l" t="t" r="r" b="b"/>
              <a:pathLst>
                <a:path w="18122" h="78239" extrusionOk="0">
                  <a:moveTo>
                    <a:pt x="0" y="0"/>
                  </a:moveTo>
                  <a:lnTo>
                    <a:pt x="0" y="78239"/>
                  </a:lnTo>
                  <a:lnTo>
                    <a:pt x="18122" y="78239"/>
                  </a:lnTo>
                  <a:lnTo>
                    <a:pt x="1812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28"/>
            <p:cNvSpPr/>
            <p:nvPr/>
          </p:nvSpPr>
          <p:spPr>
            <a:xfrm>
              <a:off x="7739775" y="1207150"/>
              <a:ext cx="226550" cy="1955325"/>
            </a:xfrm>
            <a:custGeom>
              <a:avLst/>
              <a:gdLst/>
              <a:ahLst/>
              <a:cxnLst/>
              <a:rect l="l" t="t" r="r" b="b"/>
              <a:pathLst>
                <a:path w="9062" h="78213" extrusionOk="0">
                  <a:moveTo>
                    <a:pt x="1" y="1"/>
                  </a:moveTo>
                  <a:lnTo>
                    <a:pt x="1" y="78212"/>
                  </a:lnTo>
                  <a:lnTo>
                    <a:pt x="9061" y="78212"/>
                  </a:lnTo>
                  <a:lnTo>
                    <a:pt x="9061" y="1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9" name="Google Shape;209;p28"/>
          <p:cNvGrpSpPr/>
          <p:nvPr/>
        </p:nvGrpSpPr>
        <p:grpSpPr>
          <a:xfrm>
            <a:off x="6723712" y="431125"/>
            <a:ext cx="2852211" cy="505262"/>
            <a:chOff x="-114100" y="3577175"/>
            <a:chExt cx="858350" cy="445675"/>
          </a:xfrm>
        </p:grpSpPr>
        <p:sp>
          <p:nvSpPr>
            <p:cNvPr id="210" name="Google Shape;210;p28"/>
            <p:cNvSpPr/>
            <p:nvPr/>
          </p:nvSpPr>
          <p:spPr>
            <a:xfrm>
              <a:off x="-114100" y="357717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1"/>
                  </a:moveTo>
                  <a:lnTo>
                    <a:pt x="34334" y="1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8"/>
            <p:cNvSpPr/>
            <p:nvPr/>
          </p:nvSpPr>
          <p:spPr>
            <a:xfrm>
              <a:off x="-114100" y="364102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1"/>
                  </a:moveTo>
                  <a:lnTo>
                    <a:pt x="34334" y="1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8"/>
            <p:cNvSpPr/>
            <p:nvPr/>
          </p:nvSpPr>
          <p:spPr>
            <a:xfrm>
              <a:off x="-114100" y="3704900"/>
              <a:ext cx="858350" cy="0"/>
            </a:xfrm>
            <a:custGeom>
              <a:avLst/>
              <a:gdLst/>
              <a:ahLst/>
              <a:cxnLst/>
              <a:rect l="l" t="t" r="r" b="b"/>
              <a:pathLst>
                <a:path w="34334" h="120000" fill="none" extrusionOk="0">
                  <a:moveTo>
                    <a:pt x="0" y="0"/>
                  </a:moveTo>
                  <a:lnTo>
                    <a:pt x="34334" y="0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8"/>
            <p:cNvSpPr/>
            <p:nvPr/>
          </p:nvSpPr>
          <p:spPr>
            <a:xfrm>
              <a:off x="-114100" y="376807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0"/>
                  </a:moveTo>
                  <a:lnTo>
                    <a:pt x="34334" y="0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8"/>
            <p:cNvSpPr/>
            <p:nvPr/>
          </p:nvSpPr>
          <p:spPr>
            <a:xfrm>
              <a:off x="-114100" y="383192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0"/>
                  </a:moveTo>
                  <a:lnTo>
                    <a:pt x="34334" y="0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8"/>
            <p:cNvSpPr/>
            <p:nvPr/>
          </p:nvSpPr>
          <p:spPr>
            <a:xfrm>
              <a:off x="-114100" y="389577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1"/>
                  </a:moveTo>
                  <a:lnTo>
                    <a:pt x="34334" y="1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8"/>
            <p:cNvSpPr/>
            <p:nvPr/>
          </p:nvSpPr>
          <p:spPr>
            <a:xfrm>
              <a:off x="-114100" y="395962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1"/>
                  </a:moveTo>
                  <a:lnTo>
                    <a:pt x="34334" y="1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8"/>
            <p:cNvSpPr/>
            <p:nvPr/>
          </p:nvSpPr>
          <p:spPr>
            <a:xfrm>
              <a:off x="-114100" y="402282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0"/>
                  </a:moveTo>
                  <a:lnTo>
                    <a:pt x="34334" y="0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8" name="Google Shape;218;p28"/>
          <p:cNvGrpSpPr/>
          <p:nvPr/>
        </p:nvGrpSpPr>
        <p:grpSpPr>
          <a:xfrm>
            <a:off x="474543" y="3864742"/>
            <a:ext cx="914436" cy="890922"/>
            <a:chOff x="-269375" y="2368200"/>
            <a:chExt cx="453050" cy="441400"/>
          </a:xfrm>
        </p:grpSpPr>
        <p:sp>
          <p:nvSpPr>
            <p:cNvPr id="219" name="Google Shape;219;p28"/>
            <p:cNvSpPr/>
            <p:nvPr/>
          </p:nvSpPr>
          <p:spPr>
            <a:xfrm>
              <a:off x="-77125" y="2368200"/>
              <a:ext cx="260800" cy="237050"/>
            </a:xfrm>
            <a:custGeom>
              <a:avLst/>
              <a:gdLst/>
              <a:ahLst/>
              <a:cxnLst/>
              <a:rect l="l" t="t" r="r" b="b"/>
              <a:pathLst>
                <a:path w="10432" h="9482" extrusionOk="0">
                  <a:moveTo>
                    <a:pt x="5228" y="1"/>
                  </a:moveTo>
                  <a:cubicBezTo>
                    <a:pt x="3073" y="1"/>
                    <a:pt x="1121" y="1459"/>
                    <a:pt x="592" y="3648"/>
                  </a:cubicBezTo>
                  <a:cubicBezTo>
                    <a:pt x="0" y="6202"/>
                    <a:pt x="1586" y="8756"/>
                    <a:pt x="4140" y="9348"/>
                  </a:cubicBezTo>
                  <a:cubicBezTo>
                    <a:pt x="4510" y="9438"/>
                    <a:pt x="4880" y="9482"/>
                    <a:pt x="5245" y="9482"/>
                  </a:cubicBezTo>
                  <a:cubicBezTo>
                    <a:pt x="7373" y="9482"/>
                    <a:pt x="9312" y="8007"/>
                    <a:pt x="9840" y="5826"/>
                  </a:cubicBezTo>
                  <a:cubicBezTo>
                    <a:pt x="10432" y="3272"/>
                    <a:pt x="8846" y="718"/>
                    <a:pt x="6318" y="126"/>
                  </a:cubicBezTo>
                  <a:cubicBezTo>
                    <a:pt x="5953" y="41"/>
                    <a:pt x="5588" y="1"/>
                    <a:pt x="5228" y="1"/>
                  </a:cubicBez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28"/>
            <p:cNvSpPr/>
            <p:nvPr/>
          </p:nvSpPr>
          <p:spPr>
            <a:xfrm>
              <a:off x="-269375" y="2401575"/>
              <a:ext cx="408025" cy="408025"/>
            </a:xfrm>
            <a:custGeom>
              <a:avLst/>
              <a:gdLst/>
              <a:ahLst/>
              <a:cxnLst/>
              <a:rect l="l" t="t" r="r" b="b"/>
              <a:pathLst>
                <a:path w="16321" h="16321" fill="none" extrusionOk="0">
                  <a:moveTo>
                    <a:pt x="16320" y="8147"/>
                  </a:moveTo>
                  <a:cubicBezTo>
                    <a:pt x="16320" y="12664"/>
                    <a:pt x="12664" y="16321"/>
                    <a:pt x="8174" y="16321"/>
                  </a:cubicBezTo>
                  <a:cubicBezTo>
                    <a:pt x="3657" y="16321"/>
                    <a:pt x="1" y="12664"/>
                    <a:pt x="1" y="8147"/>
                  </a:cubicBezTo>
                  <a:cubicBezTo>
                    <a:pt x="1" y="3657"/>
                    <a:pt x="3657" y="1"/>
                    <a:pt x="8174" y="1"/>
                  </a:cubicBezTo>
                  <a:cubicBezTo>
                    <a:pt x="12664" y="1"/>
                    <a:pt x="16320" y="3657"/>
                    <a:pt x="16320" y="8147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1" name="Google Shape;221;p28"/>
          <p:cNvSpPr txBox="1">
            <a:spLocks noGrp="1"/>
          </p:cNvSpPr>
          <p:nvPr>
            <p:ph type="title" hasCustomPrompt="1"/>
          </p:nvPr>
        </p:nvSpPr>
        <p:spPr>
          <a:xfrm>
            <a:off x="1591056" y="2270760"/>
            <a:ext cx="59619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22" name="Google Shape;222;p28"/>
          <p:cNvSpPr txBox="1">
            <a:spLocks noGrp="1"/>
          </p:cNvSpPr>
          <p:nvPr>
            <p:ph type="body" idx="1"/>
          </p:nvPr>
        </p:nvSpPr>
        <p:spPr>
          <a:xfrm>
            <a:off x="2916936" y="2962656"/>
            <a:ext cx="33192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23" name="Google Shape;223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2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"/>
          <p:cNvSpPr/>
          <p:nvPr/>
        </p:nvSpPr>
        <p:spPr>
          <a:xfrm>
            <a:off x="6381675" y="157203"/>
            <a:ext cx="8001000" cy="8001000"/>
          </a:xfrm>
          <a:prstGeom prst="ellips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6" name="Google Shape;226;p29"/>
          <p:cNvGrpSpPr/>
          <p:nvPr/>
        </p:nvGrpSpPr>
        <p:grpSpPr>
          <a:xfrm>
            <a:off x="-1211576" y="4905588"/>
            <a:ext cx="2515910" cy="445675"/>
            <a:chOff x="-114100" y="3577175"/>
            <a:chExt cx="858350" cy="445675"/>
          </a:xfrm>
        </p:grpSpPr>
        <p:sp>
          <p:nvSpPr>
            <p:cNvPr id="227" name="Google Shape;227;p29"/>
            <p:cNvSpPr/>
            <p:nvPr/>
          </p:nvSpPr>
          <p:spPr>
            <a:xfrm>
              <a:off x="-114100" y="357717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1"/>
                  </a:moveTo>
                  <a:lnTo>
                    <a:pt x="34334" y="1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29"/>
            <p:cNvSpPr/>
            <p:nvPr/>
          </p:nvSpPr>
          <p:spPr>
            <a:xfrm>
              <a:off x="-114100" y="364102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1"/>
                  </a:moveTo>
                  <a:lnTo>
                    <a:pt x="34334" y="1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29"/>
            <p:cNvSpPr/>
            <p:nvPr/>
          </p:nvSpPr>
          <p:spPr>
            <a:xfrm>
              <a:off x="-114100" y="3704900"/>
              <a:ext cx="858350" cy="0"/>
            </a:xfrm>
            <a:custGeom>
              <a:avLst/>
              <a:gdLst/>
              <a:ahLst/>
              <a:cxnLst/>
              <a:rect l="l" t="t" r="r" b="b"/>
              <a:pathLst>
                <a:path w="34334" h="120000" fill="none" extrusionOk="0">
                  <a:moveTo>
                    <a:pt x="0" y="0"/>
                  </a:moveTo>
                  <a:lnTo>
                    <a:pt x="34334" y="0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29"/>
            <p:cNvSpPr/>
            <p:nvPr/>
          </p:nvSpPr>
          <p:spPr>
            <a:xfrm>
              <a:off x="-114100" y="376807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0"/>
                  </a:moveTo>
                  <a:lnTo>
                    <a:pt x="34334" y="0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29"/>
            <p:cNvSpPr/>
            <p:nvPr/>
          </p:nvSpPr>
          <p:spPr>
            <a:xfrm>
              <a:off x="-114100" y="383192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0"/>
                  </a:moveTo>
                  <a:lnTo>
                    <a:pt x="34334" y="0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9"/>
            <p:cNvSpPr/>
            <p:nvPr/>
          </p:nvSpPr>
          <p:spPr>
            <a:xfrm>
              <a:off x="-114100" y="389577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1"/>
                  </a:moveTo>
                  <a:lnTo>
                    <a:pt x="34334" y="1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9"/>
            <p:cNvSpPr/>
            <p:nvPr/>
          </p:nvSpPr>
          <p:spPr>
            <a:xfrm>
              <a:off x="-114100" y="395962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1"/>
                  </a:moveTo>
                  <a:lnTo>
                    <a:pt x="34334" y="1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29"/>
            <p:cNvSpPr/>
            <p:nvPr/>
          </p:nvSpPr>
          <p:spPr>
            <a:xfrm>
              <a:off x="-114100" y="402282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0"/>
                  </a:moveTo>
                  <a:lnTo>
                    <a:pt x="34334" y="0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5" name="Google Shape;235;p29"/>
          <p:cNvGrpSpPr/>
          <p:nvPr/>
        </p:nvGrpSpPr>
        <p:grpSpPr>
          <a:xfrm>
            <a:off x="8400450" y="-1003612"/>
            <a:ext cx="955314" cy="4702626"/>
            <a:chOff x="7739772" y="376375"/>
            <a:chExt cx="565978" cy="2786081"/>
          </a:xfrm>
        </p:grpSpPr>
        <p:sp>
          <p:nvSpPr>
            <p:cNvPr id="236" name="Google Shape;236;p29"/>
            <p:cNvSpPr/>
            <p:nvPr/>
          </p:nvSpPr>
          <p:spPr>
            <a:xfrm>
              <a:off x="7852700" y="376375"/>
              <a:ext cx="453050" cy="1955975"/>
            </a:xfrm>
            <a:custGeom>
              <a:avLst/>
              <a:gdLst/>
              <a:ahLst/>
              <a:cxnLst/>
              <a:rect l="l" t="t" r="r" b="b"/>
              <a:pathLst>
                <a:path w="18122" h="78239" extrusionOk="0">
                  <a:moveTo>
                    <a:pt x="0" y="0"/>
                  </a:moveTo>
                  <a:lnTo>
                    <a:pt x="0" y="78239"/>
                  </a:lnTo>
                  <a:lnTo>
                    <a:pt x="18122" y="78239"/>
                  </a:lnTo>
                  <a:lnTo>
                    <a:pt x="1812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29"/>
            <p:cNvSpPr/>
            <p:nvPr/>
          </p:nvSpPr>
          <p:spPr>
            <a:xfrm>
              <a:off x="7739772" y="1445876"/>
              <a:ext cx="226550" cy="1716580"/>
            </a:xfrm>
            <a:custGeom>
              <a:avLst/>
              <a:gdLst/>
              <a:ahLst/>
              <a:cxnLst/>
              <a:rect l="l" t="t" r="r" b="b"/>
              <a:pathLst>
                <a:path w="9062" h="78213" extrusionOk="0">
                  <a:moveTo>
                    <a:pt x="1" y="1"/>
                  </a:moveTo>
                  <a:lnTo>
                    <a:pt x="1" y="78212"/>
                  </a:lnTo>
                  <a:lnTo>
                    <a:pt x="9061" y="78212"/>
                  </a:lnTo>
                  <a:lnTo>
                    <a:pt x="9061" y="1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8" name="Google Shape;238;p29"/>
          <p:cNvGrpSpPr/>
          <p:nvPr/>
        </p:nvGrpSpPr>
        <p:grpSpPr>
          <a:xfrm>
            <a:off x="6255830" y="4295042"/>
            <a:ext cx="1009521" cy="592881"/>
            <a:chOff x="-2362200" y="3761100"/>
            <a:chExt cx="1434386" cy="842400"/>
          </a:xfrm>
        </p:grpSpPr>
        <p:sp>
          <p:nvSpPr>
            <p:cNvPr id="239" name="Google Shape;239;p29"/>
            <p:cNvSpPr/>
            <p:nvPr/>
          </p:nvSpPr>
          <p:spPr>
            <a:xfrm>
              <a:off x="-2362200" y="3761100"/>
              <a:ext cx="842400" cy="842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29"/>
            <p:cNvSpPr/>
            <p:nvPr/>
          </p:nvSpPr>
          <p:spPr>
            <a:xfrm>
              <a:off x="-1943014" y="3953697"/>
              <a:ext cx="1015200" cy="323700"/>
            </a:xfrm>
            <a:prstGeom prst="rect">
              <a:avLst/>
            </a:prstGeom>
            <a:noFill/>
            <a:ln w="19050" cap="flat" cmpd="sng">
              <a:solidFill>
                <a:schemeClr val="hlink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1" name="Google Shape;241;p29"/>
          <p:cNvGrpSpPr/>
          <p:nvPr/>
        </p:nvGrpSpPr>
        <p:grpSpPr>
          <a:xfrm rot="-5400000">
            <a:off x="6941768" y="802029"/>
            <a:ext cx="914436" cy="890922"/>
            <a:chOff x="-269375" y="2368200"/>
            <a:chExt cx="453050" cy="441400"/>
          </a:xfrm>
        </p:grpSpPr>
        <p:sp>
          <p:nvSpPr>
            <p:cNvPr id="242" name="Google Shape;242;p29"/>
            <p:cNvSpPr/>
            <p:nvPr/>
          </p:nvSpPr>
          <p:spPr>
            <a:xfrm>
              <a:off x="-77125" y="2368200"/>
              <a:ext cx="260800" cy="237050"/>
            </a:xfrm>
            <a:custGeom>
              <a:avLst/>
              <a:gdLst/>
              <a:ahLst/>
              <a:cxnLst/>
              <a:rect l="l" t="t" r="r" b="b"/>
              <a:pathLst>
                <a:path w="10432" h="9482" extrusionOk="0">
                  <a:moveTo>
                    <a:pt x="5228" y="1"/>
                  </a:moveTo>
                  <a:cubicBezTo>
                    <a:pt x="3073" y="1"/>
                    <a:pt x="1121" y="1459"/>
                    <a:pt x="592" y="3648"/>
                  </a:cubicBezTo>
                  <a:cubicBezTo>
                    <a:pt x="0" y="6202"/>
                    <a:pt x="1586" y="8756"/>
                    <a:pt x="4140" y="9348"/>
                  </a:cubicBezTo>
                  <a:cubicBezTo>
                    <a:pt x="4510" y="9438"/>
                    <a:pt x="4880" y="9482"/>
                    <a:pt x="5245" y="9482"/>
                  </a:cubicBezTo>
                  <a:cubicBezTo>
                    <a:pt x="7373" y="9482"/>
                    <a:pt x="9312" y="8007"/>
                    <a:pt x="9840" y="5826"/>
                  </a:cubicBezTo>
                  <a:cubicBezTo>
                    <a:pt x="10432" y="3272"/>
                    <a:pt x="8846" y="718"/>
                    <a:pt x="6318" y="126"/>
                  </a:cubicBezTo>
                  <a:cubicBezTo>
                    <a:pt x="5953" y="41"/>
                    <a:pt x="5588" y="1"/>
                    <a:pt x="5228" y="1"/>
                  </a:cubicBez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29"/>
            <p:cNvSpPr/>
            <p:nvPr/>
          </p:nvSpPr>
          <p:spPr>
            <a:xfrm>
              <a:off x="-269375" y="2401575"/>
              <a:ext cx="408025" cy="408025"/>
            </a:xfrm>
            <a:custGeom>
              <a:avLst/>
              <a:gdLst/>
              <a:ahLst/>
              <a:cxnLst/>
              <a:rect l="l" t="t" r="r" b="b"/>
              <a:pathLst>
                <a:path w="16321" h="16321" fill="none" extrusionOk="0">
                  <a:moveTo>
                    <a:pt x="16320" y="8147"/>
                  </a:moveTo>
                  <a:cubicBezTo>
                    <a:pt x="16320" y="12664"/>
                    <a:pt x="12664" y="16321"/>
                    <a:pt x="8174" y="16321"/>
                  </a:cubicBezTo>
                  <a:cubicBezTo>
                    <a:pt x="3657" y="16321"/>
                    <a:pt x="1" y="12664"/>
                    <a:pt x="1" y="8147"/>
                  </a:cubicBezTo>
                  <a:cubicBezTo>
                    <a:pt x="1" y="3657"/>
                    <a:pt x="3657" y="1"/>
                    <a:pt x="8174" y="1"/>
                  </a:cubicBezTo>
                  <a:cubicBezTo>
                    <a:pt x="12664" y="1"/>
                    <a:pt x="16320" y="3657"/>
                    <a:pt x="16320" y="8147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4" name="Google Shape;244;p29"/>
          <p:cNvSpPr txBox="1">
            <a:spLocks noGrp="1"/>
          </p:cNvSpPr>
          <p:nvPr>
            <p:ph type="title"/>
          </p:nvPr>
        </p:nvSpPr>
        <p:spPr>
          <a:xfrm>
            <a:off x="722376" y="1371600"/>
            <a:ext cx="41514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245" name="Google Shape;245;p29"/>
          <p:cNvSpPr txBox="1">
            <a:spLocks noGrp="1"/>
          </p:cNvSpPr>
          <p:nvPr>
            <p:ph type="subTitle" idx="1"/>
          </p:nvPr>
        </p:nvSpPr>
        <p:spPr>
          <a:xfrm>
            <a:off x="722376" y="1984248"/>
            <a:ext cx="4325100" cy="7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5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23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" name="Google Shape;248;p33"/>
          <p:cNvGrpSpPr/>
          <p:nvPr/>
        </p:nvGrpSpPr>
        <p:grpSpPr>
          <a:xfrm>
            <a:off x="7788150" y="159363"/>
            <a:ext cx="863489" cy="1519795"/>
            <a:chOff x="8522143" y="2810900"/>
            <a:chExt cx="580107" cy="1021025"/>
          </a:xfrm>
        </p:grpSpPr>
        <p:sp>
          <p:nvSpPr>
            <p:cNvPr id="249" name="Google Shape;249;p33"/>
            <p:cNvSpPr/>
            <p:nvPr/>
          </p:nvSpPr>
          <p:spPr>
            <a:xfrm>
              <a:off x="8590050" y="2937950"/>
              <a:ext cx="512200" cy="893975"/>
            </a:xfrm>
            <a:custGeom>
              <a:avLst/>
              <a:gdLst/>
              <a:ahLst/>
              <a:cxnLst/>
              <a:rect l="l" t="t" r="r" b="b"/>
              <a:pathLst>
                <a:path w="20488" h="35759" extrusionOk="0">
                  <a:moveTo>
                    <a:pt x="0" y="0"/>
                  </a:moveTo>
                  <a:lnTo>
                    <a:pt x="0" y="35759"/>
                  </a:lnTo>
                  <a:lnTo>
                    <a:pt x="20487" y="35759"/>
                  </a:lnTo>
                  <a:lnTo>
                    <a:pt x="204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33"/>
            <p:cNvSpPr/>
            <p:nvPr/>
          </p:nvSpPr>
          <p:spPr>
            <a:xfrm>
              <a:off x="8522143" y="2810900"/>
              <a:ext cx="255450" cy="822847"/>
            </a:xfrm>
            <a:custGeom>
              <a:avLst/>
              <a:gdLst/>
              <a:ahLst/>
              <a:cxnLst/>
              <a:rect l="l" t="t" r="r" b="b"/>
              <a:pathLst>
                <a:path w="10218" h="10191" fill="none" extrusionOk="0">
                  <a:moveTo>
                    <a:pt x="1" y="1"/>
                  </a:moveTo>
                  <a:lnTo>
                    <a:pt x="10217" y="1"/>
                  </a:lnTo>
                  <a:lnTo>
                    <a:pt x="10217" y="10191"/>
                  </a:lnTo>
                  <a:lnTo>
                    <a:pt x="1" y="10191"/>
                  </a:lnTo>
                  <a:close/>
                </a:path>
              </a:pathLst>
            </a:custGeom>
            <a:noFill/>
            <a:ln w="19050" cap="flat" cmpd="sng">
              <a:solidFill>
                <a:schemeClr val="hlink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   </a:t>
              </a: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1" name="Google Shape;251;p33"/>
          <p:cNvGrpSpPr/>
          <p:nvPr/>
        </p:nvGrpSpPr>
        <p:grpSpPr>
          <a:xfrm>
            <a:off x="315049" y="4565325"/>
            <a:ext cx="2515910" cy="445675"/>
            <a:chOff x="-114100" y="3577175"/>
            <a:chExt cx="858350" cy="445675"/>
          </a:xfrm>
        </p:grpSpPr>
        <p:sp>
          <p:nvSpPr>
            <p:cNvPr id="252" name="Google Shape;252;p33"/>
            <p:cNvSpPr/>
            <p:nvPr/>
          </p:nvSpPr>
          <p:spPr>
            <a:xfrm>
              <a:off x="-114100" y="357717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1"/>
                  </a:moveTo>
                  <a:lnTo>
                    <a:pt x="34334" y="1"/>
                  </a:lnTo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33"/>
            <p:cNvSpPr/>
            <p:nvPr/>
          </p:nvSpPr>
          <p:spPr>
            <a:xfrm>
              <a:off x="-114100" y="364102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1"/>
                  </a:moveTo>
                  <a:lnTo>
                    <a:pt x="34334" y="1"/>
                  </a:lnTo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33"/>
            <p:cNvSpPr/>
            <p:nvPr/>
          </p:nvSpPr>
          <p:spPr>
            <a:xfrm>
              <a:off x="-114100" y="3704900"/>
              <a:ext cx="858350" cy="0"/>
            </a:xfrm>
            <a:custGeom>
              <a:avLst/>
              <a:gdLst/>
              <a:ahLst/>
              <a:cxnLst/>
              <a:rect l="l" t="t" r="r" b="b"/>
              <a:pathLst>
                <a:path w="34334" h="120000" fill="none" extrusionOk="0">
                  <a:moveTo>
                    <a:pt x="0" y="0"/>
                  </a:moveTo>
                  <a:lnTo>
                    <a:pt x="34334" y="0"/>
                  </a:lnTo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33"/>
            <p:cNvSpPr/>
            <p:nvPr/>
          </p:nvSpPr>
          <p:spPr>
            <a:xfrm>
              <a:off x="-114100" y="376807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0"/>
                  </a:moveTo>
                  <a:lnTo>
                    <a:pt x="34334" y="0"/>
                  </a:lnTo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33"/>
            <p:cNvSpPr/>
            <p:nvPr/>
          </p:nvSpPr>
          <p:spPr>
            <a:xfrm>
              <a:off x="-114100" y="383192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0"/>
                  </a:moveTo>
                  <a:lnTo>
                    <a:pt x="34334" y="0"/>
                  </a:lnTo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33"/>
            <p:cNvSpPr/>
            <p:nvPr/>
          </p:nvSpPr>
          <p:spPr>
            <a:xfrm>
              <a:off x="-114100" y="389577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1"/>
                  </a:moveTo>
                  <a:lnTo>
                    <a:pt x="34334" y="1"/>
                  </a:lnTo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33"/>
            <p:cNvSpPr/>
            <p:nvPr/>
          </p:nvSpPr>
          <p:spPr>
            <a:xfrm>
              <a:off x="-114100" y="395962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1"/>
                  </a:moveTo>
                  <a:lnTo>
                    <a:pt x="34334" y="1"/>
                  </a:lnTo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33"/>
            <p:cNvSpPr/>
            <p:nvPr/>
          </p:nvSpPr>
          <p:spPr>
            <a:xfrm>
              <a:off x="-114100" y="402282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0"/>
                  </a:moveTo>
                  <a:lnTo>
                    <a:pt x="34334" y="0"/>
                  </a:lnTo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0" name="Google Shape;260;p33"/>
          <p:cNvGrpSpPr/>
          <p:nvPr/>
        </p:nvGrpSpPr>
        <p:grpSpPr>
          <a:xfrm>
            <a:off x="211077" y="1206964"/>
            <a:ext cx="843586" cy="836299"/>
            <a:chOff x="642539" y="644476"/>
            <a:chExt cx="843586" cy="836299"/>
          </a:xfrm>
        </p:grpSpPr>
        <p:sp>
          <p:nvSpPr>
            <p:cNvPr id="261" name="Google Shape;261;p33"/>
            <p:cNvSpPr/>
            <p:nvPr/>
          </p:nvSpPr>
          <p:spPr>
            <a:xfrm>
              <a:off x="733425" y="728075"/>
              <a:ext cx="752700" cy="752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33"/>
            <p:cNvSpPr/>
            <p:nvPr/>
          </p:nvSpPr>
          <p:spPr>
            <a:xfrm>
              <a:off x="642539" y="644476"/>
              <a:ext cx="206120" cy="206157"/>
            </a:xfrm>
            <a:custGeom>
              <a:avLst/>
              <a:gdLst/>
              <a:ahLst/>
              <a:cxnLst/>
              <a:rect l="l" t="t" r="r" b="b"/>
              <a:pathLst>
                <a:path w="5539" h="5540" fill="none" extrusionOk="0">
                  <a:moveTo>
                    <a:pt x="0" y="1"/>
                  </a:moveTo>
                  <a:lnTo>
                    <a:pt x="5539" y="1"/>
                  </a:lnTo>
                  <a:lnTo>
                    <a:pt x="5539" y="5539"/>
                  </a:lnTo>
                  <a:lnTo>
                    <a:pt x="0" y="5539"/>
                  </a:lnTo>
                  <a:close/>
                </a:path>
              </a:pathLst>
            </a:custGeom>
            <a:noFill/>
            <a:ln w="19050" cap="flat" cmpd="sng">
              <a:solidFill>
                <a:schemeClr val="hlink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24"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4"/>
          <p:cNvSpPr/>
          <p:nvPr/>
        </p:nvSpPr>
        <p:spPr>
          <a:xfrm rot="-5400000">
            <a:off x="-1247824" y="2190755"/>
            <a:ext cx="2495400" cy="2495400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5" name="Google Shape;265;p34"/>
          <p:cNvGrpSpPr/>
          <p:nvPr/>
        </p:nvGrpSpPr>
        <p:grpSpPr>
          <a:xfrm rot="-5400000">
            <a:off x="978289" y="3269468"/>
            <a:ext cx="487000" cy="1652075"/>
            <a:chOff x="747200" y="540000"/>
            <a:chExt cx="487000" cy="1652075"/>
          </a:xfrm>
        </p:grpSpPr>
        <p:sp>
          <p:nvSpPr>
            <p:cNvPr id="266" name="Google Shape;266;p34"/>
            <p:cNvSpPr/>
            <p:nvPr/>
          </p:nvSpPr>
          <p:spPr>
            <a:xfrm>
              <a:off x="796200" y="540000"/>
              <a:ext cx="438000" cy="133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34"/>
            <p:cNvSpPr/>
            <p:nvPr/>
          </p:nvSpPr>
          <p:spPr>
            <a:xfrm>
              <a:off x="747200" y="858575"/>
              <a:ext cx="206100" cy="1333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8" name="Google Shape;268;p34"/>
          <p:cNvGrpSpPr/>
          <p:nvPr/>
        </p:nvGrpSpPr>
        <p:grpSpPr>
          <a:xfrm rot="10800000">
            <a:off x="7835927" y="286870"/>
            <a:ext cx="2852211" cy="505262"/>
            <a:chOff x="-114100" y="3577175"/>
            <a:chExt cx="858350" cy="445675"/>
          </a:xfrm>
        </p:grpSpPr>
        <p:sp>
          <p:nvSpPr>
            <p:cNvPr id="269" name="Google Shape;269;p34"/>
            <p:cNvSpPr/>
            <p:nvPr/>
          </p:nvSpPr>
          <p:spPr>
            <a:xfrm>
              <a:off x="-114100" y="357717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1"/>
                  </a:moveTo>
                  <a:lnTo>
                    <a:pt x="34334" y="1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34"/>
            <p:cNvSpPr/>
            <p:nvPr/>
          </p:nvSpPr>
          <p:spPr>
            <a:xfrm>
              <a:off x="-114100" y="364102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1"/>
                  </a:moveTo>
                  <a:lnTo>
                    <a:pt x="34334" y="1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34"/>
            <p:cNvSpPr/>
            <p:nvPr/>
          </p:nvSpPr>
          <p:spPr>
            <a:xfrm>
              <a:off x="-114100" y="3704900"/>
              <a:ext cx="858350" cy="0"/>
            </a:xfrm>
            <a:custGeom>
              <a:avLst/>
              <a:gdLst/>
              <a:ahLst/>
              <a:cxnLst/>
              <a:rect l="l" t="t" r="r" b="b"/>
              <a:pathLst>
                <a:path w="34334" h="120000" fill="none" extrusionOk="0">
                  <a:moveTo>
                    <a:pt x="0" y="0"/>
                  </a:moveTo>
                  <a:lnTo>
                    <a:pt x="34334" y="0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34"/>
            <p:cNvSpPr/>
            <p:nvPr/>
          </p:nvSpPr>
          <p:spPr>
            <a:xfrm>
              <a:off x="-114100" y="376807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0"/>
                  </a:moveTo>
                  <a:lnTo>
                    <a:pt x="34334" y="0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34"/>
            <p:cNvSpPr/>
            <p:nvPr/>
          </p:nvSpPr>
          <p:spPr>
            <a:xfrm>
              <a:off x="-114100" y="383192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0"/>
                  </a:moveTo>
                  <a:lnTo>
                    <a:pt x="34334" y="0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34"/>
            <p:cNvSpPr/>
            <p:nvPr/>
          </p:nvSpPr>
          <p:spPr>
            <a:xfrm>
              <a:off x="-114100" y="389577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1"/>
                  </a:moveTo>
                  <a:lnTo>
                    <a:pt x="34334" y="1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34"/>
            <p:cNvSpPr/>
            <p:nvPr/>
          </p:nvSpPr>
          <p:spPr>
            <a:xfrm>
              <a:off x="-114100" y="395962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1"/>
                  </a:moveTo>
                  <a:lnTo>
                    <a:pt x="34334" y="1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34"/>
            <p:cNvSpPr/>
            <p:nvPr/>
          </p:nvSpPr>
          <p:spPr>
            <a:xfrm>
              <a:off x="-114100" y="4022825"/>
              <a:ext cx="858350" cy="25"/>
            </a:xfrm>
            <a:custGeom>
              <a:avLst/>
              <a:gdLst/>
              <a:ahLst/>
              <a:cxnLst/>
              <a:rect l="l" t="t" r="r" b="b"/>
              <a:pathLst>
                <a:path w="34334" h="1" fill="none" extrusionOk="0">
                  <a:moveTo>
                    <a:pt x="0" y="0"/>
                  </a:moveTo>
                  <a:lnTo>
                    <a:pt x="34334" y="0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Hammersmith One"/>
              <a:buNone/>
              <a:defRPr sz="3000" b="0" i="0" u="none" strike="noStrike" cap="none">
                <a:solidFill>
                  <a:schemeClr val="accent4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713225" y="1235990"/>
            <a:ext cx="7717500" cy="33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○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○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○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Google Shape;9;p18"/>
          <p:cNvPicPr preferRelativeResize="0"/>
          <p:nvPr/>
        </p:nvPicPr>
        <p:blipFill rotWithShape="1">
          <a:blip r:embed="rId18">
            <a:alphaModFix amt="51000"/>
          </a:blip>
          <a:srcRect/>
          <a:stretch/>
        </p:blipFill>
        <p:spPr>
          <a:xfrm>
            <a:off x="3706798" y="4899300"/>
            <a:ext cx="1730350" cy="2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8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8424000" y="4433588"/>
            <a:ext cx="719999" cy="70991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0ee7c50d00_0_0"/>
          <p:cNvSpPr txBox="1">
            <a:spLocks noGrp="1"/>
          </p:cNvSpPr>
          <p:nvPr>
            <p:ph type="title"/>
          </p:nvPr>
        </p:nvSpPr>
        <p:spPr>
          <a:xfrm flipH="1">
            <a:off x="4205552" y="1243500"/>
            <a:ext cx="42333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3500"/>
              <a:t>CLASSROOM RULES</a:t>
            </a:r>
            <a:endParaRPr sz="3500"/>
          </a:p>
        </p:txBody>
      </p:sp>
      <p:sp>
        <p:nvSpPr>
          <p:cNvPr id="282" name="Google Shape;282;g10ee7c50d00_0_0"/>
          <p:cNvSpPr txBox="1">
            <a:spLocks noGrp="1"/>
          </p:cNvSpPr>
          <p:nvPr>
            <p:ph type="body" idx="1"/>
          </p:nvPr>
        </p:nvSpPr>
        <p:spPr>
          <a:xfrm flipH="1">
            <a:off x="4535525" y="2057325"/>
            <a:ext cx="3903300" cy="16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AutoNum type="arabicPeriod"/>
            </a:pPr>
            <a:r>
              <a:rPr lang="en-US">
                <a:latin typeface="Hammersmith One"/>
                <a:ea typeface="Hammersmith One"/>
                <a:cs typeface="Hammersmith One"/>
                <a:sym typeface="Hammersmith One"/>
              </a:rPr>
              <a:t>Be on time</a:t>
            </a:r>
            <a:endParaRPr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AutoNum type="arabicPeriod"/>
            </a:pPr>
            <a:r>
              <a:rPr lang="en-US">
                <a:latin typeface="Hammersmith One"/>
                <a:ea typeface="Hammersmith One"/>
                <a:cs typeface="Hammersmith One"/>
                <a:sym typeface="Hammersmith One"/>
              </a:rPr>
              <a:t>Be interactive</a:t>
            </a:r>
            <a:endParaRPr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AutoNum type="arabicPeriod"/>
            </a:pPr>
            <a:r>
              <a:rPr lang="en-US">
                <a:latin typeface="Hammersmith One"/>
                <a:ea typeface="Hammersmith One"/>
                <a:cs typeface="Hammersmith One"/>
                <a:sym typeface="Hammersmith One"/>
              </a:rPr>
              <a:t>100% or nothing</a:t>
            </a:r>
            <a:endParaRPr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AutoNum type="arabicPeriod"/>
            </a:pPr>
            <a:r>
              <a:rPr lang="en-US">
                <a:latin typeface="Hammersmith One"/>
                <a:ea typeface="Hammersmith One"/>
                <a:cs typeface="Hammersmith One"/>
                <a:sym typeface="Hammersmith One"/>
              </a:rPr>
              <a:t>Do all daily challenges</a:t>
            </a:r>
            <a:endParaRPr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"/>
          <p:cNvSpPr txBox="1">
            <a:spLocks noGrp="1"/>
          </p:cNvSpPr>
          <p:nvPr>
            <p:ph type="ctrTitle"/>
          </p:nvPr>
        </p:nvSpPr>
        <p:spPr>
          <a:xfrm>
            <a:off x="832336" y="1074500"/>
            <a:ext cx="7479323" cy="19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 sz="6000"/>
              <a:t>REVIEW</a:t>
            </a:r>
            <a:endParaRPr sz="6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ec418d94e9_0_0"/>
          <p:cNvSpPr txBox="1">
            <a:spLocks noGrp="1"/>
          </p:cNvSpPr>
          <p:nvPr>
            <p:ph type="ctrTitle"/>
          </p:nvPr>
        </p:nvSpPr>
        <p:spPr>
          <a:xfrm>
            <a:off x="832350" y="2059650"/>
            <a:ext cx="7479300" cy="10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 sz="4700"/>
              <a:t>GRAMMAR + VOCABULARY</a:t>
            </a:r>
            <a:endParaRPr sz="4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0937b047f2_1_5"/>
          <p:cNvSpPr txBox="1">
            <a:spLocks noGrp="1"/>
          </p:cNvSpPr>
          <p:nvPr>
            <p:ph type="ctrTitle" idx="4294967295"/>
          </p:nvPr>
        </p:nvSpPr>
        <p:spPr>
          <a:xfrm>
            <a:off x="0" y="224471"/>
            <a:ext cx="9144000" cy="6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Hammersmith One"/>
              <a:buNone/>
            </a:pPr>
            <a:r>
              <a:rPr lang="en-US" sz="4500" b="0" i="0" u="none" strike="noStrike" cap="none">
                <a:solidFill>
                  <a:schemeClr val="accent4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LISTENING</a:t>
            </a:r>
            <a:endParaRPr sz="4500" b="0" i="0" u="none" strike="noStrike" cap="none">
              <a:solidFill>
                <a:schemeClr val="accent4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298" name="Google Shape;298;g10937b047f2_1_5"/>
          <p:cNvSpPr txBox="1">
            <a:spLocks noGrp="1"/>
          </p:cNvSpPr>
          <p:nvPr>
            <p:ph type="body" idx="4294967295"/>
          </p:nvPr>
        </p:nvSpPr>
        <p:spPr>
          <a:xfrm>
            <a:off x="1652600" y="1072050"/>
            <a:ext cx="6968700" cy="23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mmersmith One"/>
              <a:buAutoNum type="arabicPeriod"/>
            </a:pPr>
            <a:r>
              <a:rPr lang="en-US" sz="1600">
                <a:latin typeface="Hammersmith One"/>
                <a:ea typeface="Hammersmith One"/>
                <a:cs typeface="Hammersmith One"/>
                <a:sym typeface="Hammersmith One"/>
              </a:rPr>
              <a:t>What do you want to do this weekend?</a:t>
            </a:r>
            <a:endParaRPr sz="1600"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mmersmith One"/>
              <a:buAutoNum type="arabicPeriod"/>
            </a:pPr>
            <a:r>
              <a:rPr lang="en-US" sz="1600">
                <a:latin typeface="Hammersmith One"/>
                <a:ea typeface="Hammersmith One"/>
                <a:cs typeface="Hammersmith One"/>
                <a:sym typeface="Hammersmith One"/>
              </a:rPr>
              <a:t>Would you like to go to a movie on Friday night?</a:t>
            </a:r>
            <a:endParaRPr sz="1600"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mmersmith One"/>
              <a:buAutoNum type="arabicPeriod"/>
            </a:pPr>
            <a:r>
              <a:rPr lang="en-US" sz="1600">
                <a:latin typeface="Hammersmith One"/>
                <a:ea typeface="Hammersmith One"/>
                <a:cs typeface="Hammersmith One"/>
                <a:sym typeface="Hammersmith One"/>
              </a:rPr>
              <a:t>What movie do you want to see?</a:t>
            </a:r>
            <a:endParaRPr sz="1600"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mmersmith One"/>
              <a:buAutoNum type="arabicPeriod"/>
            </a:pPr>
            <a:r>
              <a:rPr lang="en-US" sz="1600">
                <a:latin typeface="Hammersmith One"/>
                <a:ea typeface="Hammersmith One"/>
                <a:cs typeface="Hammersmith One"/>
                <a:sym typeface="Hammersmith One"/>
              </a:rPr>
              <a:t>There’s a good movie on TV tonight. Do you want to come over and watch it with me?</a:t>
            </a:r>
            <a:endParaRPr sz="1600"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mmersmith One"/>
              <a:buAutoNum type="arabicPeriod"/>
            </a:pPr>
            <a:r>
              <a:rPr lang="en-US" sz="1600">
                <a:latin typeface="Hammersmith One"/>
                <a:ea typeface="Hammersmith One"/>
                <a:cs typeface="Hammersmith One"/>
                <a:sym typeface="Hammersmith One"/>
              </a:rPr>
              <a:t>I have to meet my sister for dinner.</a:t>
            </a:r>
            <a:endParaRPr sz="1600"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mmersmith One"/>
              <a:buAutoNum type="arabicPeriod"/>
            </a:pPr>
            <a:r>
              <a:rPr lang="en-US" sz="1600">
                <a:latin typeface="Hammersmith One"/>
                <a:ea typeface="Hammersmith One"/>
                <a:cs typeface="Hammersmith One"/>
                <a:sym typeface="Hammersmith One"/>
              </a:rPr>
              <a:t>Let's go for coffee after class on Monday.</a:t>
            </a:r>
            <a:endParaRPr sz="1600"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mmersmith One"/>
              <a:buAutoNum type="arabicPeriod"/>
            </a:pPr>
            <a:r>
              <a:rPr lang="en-US" sz="1600">
                <a:latin typeface="Hammersmith One"/>
                <a:ea typeface="Hammersmith One"/>
                <a:cs typeface="Hammersmith One"/>
                <a:sym typeface="Hammersmith One"/>
              </a:rPr>
              <a:t>I have to go downtown. I have an appointment.</a:t>
            </a:r>
            <a:endParaRPr sz="1600"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mmersmith One"/>
              <a:buAutoNum type="arabicPeriod"/>
            </a:pPr>
            <a:r>
              <a:rPr lang="en-US" sz="1600">
                <a:latin typeface="Hammersmith One"/>
                <a:ea typeface="Hammersmith One"/>
                <a:cs typeface="Hammersmith One"/>
                <a:sym typeface="Hammersmith One"/>
              </a:rPr>
              <a:t>I’m not doing anything special.</a:t>
            </a:r>
            <a:endParaRPr sz="1600"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2000"/>
              <a:buNone/>
            </a:pPr>
            <a:endParaRPr sz="1900"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0937b047f2_1_0"/>
          <p:cNvSpPr txBox="1">
            <a:spLocks noGrp="1"/>
          </p:cNvSpPr>
          <p:nvPr>
            <p:ph type="title"/>
          </p:nvPr>
        </p:nvSpPr>
        <p:spPr>
          <a:xfrm>
            <a:off x="713225" y="310900"/>
            <a:ext cx="77178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 sz="5000"/>
              <a:t>SPEAKING</a:t>
            </a:r>
            <a:endParaRPr sz="5000"/>
          </a:p>
        </p:txBody>
      </p:sp>
      <p:sp>
        <p:nvSpPr>
          <p:cNvPr id="304" name="Google Shape;304;g10937b047f2_1_0"/>
          <p:cNvSpPr txBox="1">
            <a:spLocks noGrp="1"/>
          </p:cNvSpPr>
          <p:nvPr>
            <p:ph type="body" idx="4294967295"/>
          </p:nvPr>
        </p:nvSpPr>
        <p:spPr>
          <a:xfrm>
            <a:off x="1162350" y="1169700"/>
            <a:ext cx="7501200" cy="22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1500">
                <a:latin typeface="Hammersmith One"/>
                <a:ea typeface="Hammersmith One"/>
                <a:cs typeface="Hammersmith One"/>
                <a:sym typeface="Hammersmith One"/>
              </a:rPr>
              <a:t>1. What do you often do in your free time?</a:t>
            </a:r>
            <a:endParaRPr sz="1500"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1500">
                <a:latin typeface="Hammersmith One"/>
                <a:ea typeface="Hammersmith One"/>
                <a:cs typeface="Hammersmith One"/>
                <a:sym typeface="Hammersmith One"/>
              </a:rPr>
              <a:t>2.  What do your family members often do in their free time?</a:t>
            </a:r>
            <a:endParaRPr sz="1500"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1500">
                <a:latin typeface="Hammersmith One"/>
                <a:ea typeface="Hammersmith One"/>
                <a:cs typeface="Hammersmith One"/>
                <a:sym typeface="Hammersmith One"/>
              </a:rPr>
              <a:t>3. When you have friends round, what do you like to do?</a:t>
            </a:r>
            <a:endParaRPr sz="1500"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1500">
                <a:latin typeface="Hammersmith One"/>
                <a:ea typeface="Hammersmith One"/>
                <a:cs typeface="Hammersmith One"/>
                <a:sym typeface="Hammersmith One"/>
              </a:rPr>
              <a:t>4. Do you like reading books? What do you like to read most?</a:t>
            </a:r>
            <a:endParaRPr sz="1500"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1500">
                <a:latin typeface="Hammersmith One"/>
                <a:ea typeface="Hammersmith One"/>
                <a:cs typeface="Hammersmith One"/>
                <a:sym typeface="Hammersmith One"/>
              </a:rPr>
              <a:t>5. How often do you chat to your friends online?</a:t>
            </a:r>
            <a:endParaRPr sz="1500"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1500">
                <a:latin typeface="Hammersmith One"/>
                <a:ea typeface="Hammersmith One"/>
                <a:cs typeface="Hammersmith One"/>
                <a:sym typeface="Hammersmith One"/>
              </a:rPr>
              <a:t>6. Do you like listening to music? What kinds of music do you often listen to?</a:t>
            </a:r>
            <a:endParaRPr sz="1500"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100"/>
              <a:buNone/>
            </a:pPr>
            <a:r>
              <a:rPr lang="en-US" sz="1500">
                <a:latin typeface="Hammersmith One"/>
                <a:ea typeface="Hammersmith One"/>
                <a:cs typeface="Hammersmith One"/>
                <a:sym typeface="Hammersmith One"/>
              </a:rPr>
              <a:t>7. Do you often play games? What is your favorite computer game?</a:t>
            </a:r>
            <a:endParaRPr sz="2000"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"/>
          <p:cNvSpPr txBox="1">
            <a:spLocks noGrp="1"/>
          </p:cNvSpPr>
          <p:nvPr>
            <p:ph type="ctrTitle"/>
          </p:nvPr>
        </p:nvSpPr>
        <p:spPr>
          <a:xfrm>
            <a:off x="832336" y="1074500"/>
            <a:ext cx="7479323" cy="19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 sz="6000"/>
              <a:t>Lesson 13</a:t>
            </a:r>
            <a:br>
              <a:rPr lang="en-US" sz="6000"/>
            </a:br>
            <a:r>
              <a:rPr lang="en-US" sz="6000"/>
              <a:t>VERBS &amp; TENSES 2</a:t>
            </a:r>
            <a:endParaRPr sz="6000"/>
          </a:p>
        </p:txBody>
      </p:sp>
      <p:sp>
        <p:nvSpPr>
          <p:cNvPr id="310" name="Google Shape;310;p2"/>
          <p:cNvSpPr txBox="1">
            <a:spLocks noGrp="1"/>
          </p:cNvSpPr>
          <p:nvPr>
            <p:ph type="subTitle" idx="1"/>
          </p:nvPr>
        </p:nvSpPr>
        <p:spPr>
          <a:xfrm>
            <a:off x="2396397" y="3060800"/>
            <a:ext cx="43512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Brought to you by LangGo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"/>
          <p:cNvSpPr txBox="1">
            <a:spLocks noGrp="1"/>
          </p:cNvSpPr>
          <p:nvPr>
            <p:ph type="title"/>
          </p:nvPr>
        </p:nvSpPr>
        <p:spPr>
          <a:xfrm>
            <a:off x="1179600" y="310896"/>
            <a:ext cx="67848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316" name="Google Shape;316;p3"/>
          <p:cNvSpPr txBox="1">
            <a:spLocks noGrp="1"/>
          </p:cNvSpPr>
          <p:nvPr>
            <p:ph type="subTitle" idx="1"/>
          </p:nvPr>
        </p:nvSpPr>
        <p:spPr>
          <a:xfrm>
            <a:off x="1745325" y="1317256"/>
            <a:ext cx="3647290" cy="6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Past simple tense</a:t>
            </a:r>
            <a:endParaRPr/>
          </a:p>
        </p:txBody>
      </p:sp>
      <p:sp>
        <p:nvSpPr>
          <p:cNvPr id="317" name="Google Shape;317;p3"/>
          <p:cNvSpPr txBox="1">
            <a:spLocks noGrp="1"/>
          </p:cNvSpPr>
          <p:nvPr>
            <p:ph type="subTitle" idx="2"/>
          </p:nvPr>
        </p:nvSpPr>
        <p:spPr>
          <a:xfrm>
            <a:off x="1763518" y="2638598"/>
            <a:ext cx="4452435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-US"/>
              <a:t>Past continuous tense</a:t>
            </a:r>
            <a:endParaRPr/>
          </a:p>
        </p:txBody>
      </p:sp>
      <p:sp>
        <p:nvSpPr>
          <p:cNvPr id="318" name="Google Shape;318;p3"/>
          <p:cNvSpPr txBox="1">
            <a:spLocks noGrp="1"/>
          </p:cNvSpPr>
          <p:nvPr>
            <p:ph type="subTitle" idx="3"/>
          </p:nvPr>
        </p:nvSpPr>
        <p:spPr>
          <a:xfrm>
            <a:off x="1819800" y="3923199"/>
            <a:ext cx="2752200" cy="6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/>
              <a:t>Practice</a:t>
            </a:r>
            <a:endParaRPr/>
          </a:p>
        </p:txBody>
      </p:sp>
      <p:sp>
        <p:nvSpPr>
          <p:cNvPr id="319" name="Google Shape;319;p3"/>
          <p:cNvSpPr txBox="1">
            <a:spLocks noGrp="1"/>
          </p:cNvSpPr>
          <p:nvPr>
            <p:ph type="title" idx="9"/>
          </p:nvPr>
        </p:nvSpPr>
        <p:spPr>
          <a:xfrm>
            <a:off x="546061" y="1314713"/>
            <a:ext cx="1124700" cy="9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01</a:t>
            </a:r>
            <a:endParaRPr/>
          </a:p>
        </p:txBody>
      </p:sp>
      <p:sp>
        <p:nvSpPr>
          <p:cNvPr id="320" name="Google Shape;320;p3"/>
          <p:cNvSpPr txBox="1">
            <a:spLocks noGrp="1"/>
          </p:cNvSpPr>
          <p:nvPr>
            <p:ph type="title" idx="13"/>
          </p:nvPr>
        </p:nvSpPr>
        <p:spPr>
          <a:xfrm>
            <a:off x="583953" y="2581366"/>
            <a:ext cx="1124700" cy="9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02</a:t>
            </a:r>
            <a:endParaRPr/>
          </a:p>
        </p:txBody>
      </p:sp>
      <p:sp>
        <p:nvSpPr>
          <p:cNvPr id="321" name="Google Shape;321;p3"/>
          <p:cNvSpPr txBox="1">
            <a:spLocks noGrp="1"/>
          </p:cNvSpPr>
          <p:nvPr>
            <p:ph type="title" idx="14"/>
          </p:nvPr>
        </p:nvSpPr>
        <p:spPr>
          <a:xfrm>
            <a:off x="580667" y="3892944"/>
            <a:ext cx="1124700" cy="9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03</a:t>
            </a:r>
            <a:endParaRPr/>
          </a:p>
        </p:txBody>
      </p:sp>
      <p:sp>
        <p:nvSpPr>
          <p:cNvPr id="322" name="Google Shape;322;p3"/>
          <p:cNvSpPr/>
          <p:nvPr/>
        </p:nvSpPr>
        <p:spPr>
          <a:xfrm>
            <a:off x="580667" y="2472983"/>
            <a:ext cx="1125659" cy="1125619"/>
          </a:xfrm>
          <a:custGeom>
            <a:avLst/>
            <a:gdLst/>
            <a:ahLst/>
            <a:cxnLst/>
            <a:rect l="l" t="t" r="r" b="b"/>
            <a:pathLst>
              <a:path w="16321" h="16321" fill="none" extrusionOk="0">
                <a:moveTo>
                  <a:pt x="16320" y="8147"/>
                </a:moveTo>
                <a:cubicBezTo>
                  <a:pt x="16320" y="12664"/>
                  <a:pt x="12664" y="16321"/>
                  <a:pt x="8174" y="16321"/>
                </a:cubicBezTo>
                <a:cubicBezTo>
                  <a:pt x="3657" y="16321"/>
                  <a:pt x="1" y="12664"/>
                  <a:pt x="1" y="8147"/>
                </a:cubicBezTo>
                <a:cubicBezTo>
                  <a:pt x="1" y="3657"/>
                  <a:pt x="3657" y="1"/>
                  <a:pt x="8174" y="1"/>
                </a:cubicBezTo>
                <a:cubicBezTo>
                  <a:pt x="12664" y="1"/>
                  <a:pt x="16320" y="3657"/>
                  <a:pt x="16320" y="8147"/>
                </a:cubicBezTo>
                <a:close/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miter lim="2688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3"/>
          <p:cNvSpPr/>
          <p:nvPr/>
        </p:nvSpPr>
        <p:spPr>
          <a:xfrm>
            <a:off x="585680" y="3743839"/>
            <a:ext cx="1125659" cy="1125619"/>
          </a:xfrm>
          <a:custGeom>
            <a:avLst/>
            <a:gdLst/>
            <a:ahLst/>
            <a:cxnLst/>
            <a:rect l="l" t="t" r="r" b="b"/>
            <a:pathLst>
              <a:path w="16321" h="16321" fill="none" extrusionOk="0">
                <a:moveTo>
                  <a:pt x="16320" y="8147"/>
                </a:moveTo>
                <a:cubicBezTo>
                  <a:pt x="16320" y="12664"/>
                  <a:pt x="12664" y="16321"/>
                  <a:pt x="8174" y="16321"/>
                </a:cubicBezTo>
                <a:cubicBezTo>
                  <a:pt x="3657" y="16321"/>
                  <a:pt x="1" y="12664"/>
                  <a:pt x="1" y="8147"/>
                </a:cubicBezTo>
                <a:cubicBezTo>
                  <a:pt x="1" y="3657"/>
                  <a:pt x="3657" y="1"/>
                  <a:pt x="8174" y="1"/>
                </a:cubicBezTo>
                <a:cubicBezTo>
                  <a:pt x="12664" y="1"/>
                  <a:pt x="16320" y="3657"/>
                  <a:pt x="16320" y="8147"/>
                </a:cubicBezTo>
                <a:close/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miter lim="2688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4" name="Google Shape;324;p3"/>
          <p:cNvGrpSpPr/>
          <p:nvPr/>
        </p:nvGrpSpPr>
        <p:grpSpPr>
          <a:xfrm>
            <a:off x="542775" y="1093464"/>
            <a:ext cx="1125659" cy="1234282"/>
            <a:chOff x="542775" y="1093464"/>
            <a:chExt cx="1125659" cy="1234282"/>
          </a:xfrm>
        </p:grpSpPr>
        <p:sp>
          <p:nvSpPr>
            <p:cNvPr id="325" name="Google Shape;325;p3"/>
            <p:cNvSpPr/>
            <p:nvPr/>
          </p:nvSpPr>
          <p:spPr>
            <a:xfrm>
              <a:off x="542775" y="1202127"/>
              <a:ext cx="1125659" cy="1125619"/>
            </a:xfrm>
            <a:custGeom>
              <a:avLst/>
              <a:gdLst/>
              <a:ahLst/>
              <a:cxnLst/>
              <a:rect l="l" t="t" r="r" b="b"/>
              <a:pathLst>
                <a:path w="16321" h="16321" fill="none" extrusionOk="0">
                  <a:moveTo>
                    <a:pt x="16320" y="8147"/>
                  </a:moveTo>
                  <a:cubicBezTo>
                    <a:pt x="16320" y="12664"/>
                    <a:pt x="12664" y="16321"/>
                    <a:pt x="8174" y="16321"/>
                  </a:cubicBezTo>
                  <a:cubicBezTo>
                    <a:pt x="3657" y="16321"/>
                    <a:pt x="1" y="12664"/>
                    <a:pt x="1" y="8147"/>
                  </a:cubicBezTo>
                  <a:cubicBezTo>
                    <a:pt x="1" y="3657"/>
                    <a:pt x="3657" y="1"/>
                    <a:pt x="8174" y="1"/>
                  </a:cubicBezTo>
                  <a:cubicBezTo>
                    <a:pt x="12664" y="1"/>
                    <a:pt x="16320" y="3657"/>
                    <a:pt x="16320" y="8147"/>
                  </a:cubicBezTo>
                  <a:close/>
                </a:path>
              </a:pathLst>
            </a:custGeom>
            <a:noFill/>
            <a:ln w="38100" cap="flat" cmpd="sng">
              <a:solidFill>
                <a:schemeClr val="accent3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3"/>
            <p:cNvSpPr/>
            <p:nvPr/>
          </p:nvSpPr>
          <p:spPr>
            <a:xfrm>
              <a:off x="687375" y="1093464"/>
              <a:ext cx="314100" cy="314100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"/>
          <p:cNvSpPr txBox="1">
            <a:spLocks noGrp="1"/>
          </p:cNvSpPr>
          <p:nvPr>
            <p:ph type="title"/>
          </p:nvPr>
        </p:nvSpPr>
        <p:spPr>
          <a:xfrm>
            <a:off x="713216" y="1243584"/>
            <a:ext cx="34563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GRAMMAR</a:t>
            </a:r>
            <a:endParaRPr/>
          </a:p>
        </p:txBody>
      </p:sp>
      <p:sp>
        <p:nvSpPr>
          <p:cNvPr id="332" name="Google Shape;332;p4"/>
          <p:cNvSpPr txBox="1">
            <a:spLocks noGrp="1"/>
          </p:cNvSpPr>
          <p:nvPr>
            <p:ph type="body" idx="1"/>
          </p:nvPr>
        </p:nvSpPr>
        <p:spPr>
          <a:xfrm>
            <a:off x="713224" y="2057400"/>
            <a:ext cx="3417129" cy="16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b="1"/>
              <a:t>Past simple tense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b="1"/>
              <a:t>Past continuous tense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000"/>
              <a:buNone/>
            </a:pPr>
            <a:endParaRPr b="1"/>
          </a:p>
        </p:txBody>
      </p:sp>
      <p:pic>
        <p:nvPicPr>
          <p:cNvPr id="333" name="Google Shape;333;p4"/>
          <p:cNvPicPr preferRelativeResize="0"/>
          <p:nvPr/>
        </p:nvPicPr>
        <p:blipFill rotWithShape="1">
          <a:blip r:embed="rId3">
            <a:alphaModFix/>
          </a:blip>
          <a:srcRect l="16780" r="16787"/>
          <a:stretch/>
        </p:blipFill>
        <p:spPr>
          <a:xfrm>
            <a:off x="4086353" y="-426793"/>
            <a:ext cx="5302200" cy="53208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334" name="Google Shape;334;p4"/>
          <p:cNvGrpSpPr/>
          <p:nvPr/>
        </p:nvGrpSpPr>
        <p:grpSpPr>
          <a:xfrm>
            <a:off x="3378810" y="-388377"/>
            <a:ext cx="5153229" cy="5120245"/>
            <a:chOff x="6769200" y="957775"/>
            <a:chExt cx="2911100" cy="2749125"/>
          </a:xfrm>
        </p:grpSpPr>
        <p:sp>
          <p:nvSpPr>
            <p:cNvPr id="335" name="Google Shape;335;p4"/>
            <p:cNvSpPr/>
            <p:nvPr/>
          </p:nvSpPr>
          <p:spPr>
            <a:xfrm>
              <a:off x="6809525" y="957775"/>
              <a:ext cx="2749100" cy="2749125"/>
            </a:xfrm>
            <a:custGeom>
              <a:avLst/>
              <a:gdLst/>
              <a:ahLst/>
              <a:cxnLst/>
              <a:rect l="l" t="t" r="r" b="b"/>
              <a:pathLst>
                <a:path w="109964" h="109965" fill="none" extrusionOk="0">
                  <a:moveTo>
                    <a:pt x="109964" y="54983"/>
                  </a:moveTo>
                  <a:cubicBezTo>
                    <a:pt x="109964" y="85337"/>
                    <a:pt x="85363" y="109965"/>
                    <a:pt x="54982" y="109965"/>
                  </a:cubicBezTo>
                  <a:cubicBezTo>
                    <a:pt x="24601" y="109965"/>
                    <a:pt x="0" y="85337"/>
                    <a:pt x="0" y="54983"/>
                  </a:cubicBezTo>
                  <a:cubicBezTo>
                    <a:pt x="0" y="24602"/>
                    <a:pt x="24601" y="1"/>
                    <a:pt x="54982" y="1"/>
                  </a:cubicBezTo>
                  <a:cubicBezTo>
                    <a:pt x="85363" y="1"/>
                    <a:pt x="109964" y="24602"/>
                    <a:pt x="109964" y="54983"/>
                  </a:cubicBezTo>
                  <a:close/>
                </a:path>
              </a:pathLst>
            </a:custGeom>
            <a:noFill/>
            <a:ln w="36300" cap="flat" cmpd="sng">
              <a:solidFill>
                <a:schemeClr val="accent3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4"/>
            <p:cNvSpPr/>
            <p:nvPr/>
          </p:nvSpPr>
          <p:spPr>
            <a:xfrm>
              <a:off x="6769200" y="1816800"/>
              <a:ext cx="1414900" cy="1861200"/>
            </a:xfrm>
            <a:custGeom>
              <a:avLst/>
              <a:gdLst/>
              <a:ahLst/>
              <a:cxnLst/>
              <a:rect l="l" t="t" r="r" b="b"/>
              <a:pathLst>
                <a:path w="56596" h="74448" fill="none" extrusionOk="0">
                  <a:moveTo>
                    <a:pt x="56595" y="74448"/>
                  </a:moveTo>
                  <a:cubicBezTo>
                    <a:pt x="38608" y="74421"/>
                    <a:pt x="21832" y="65441"/>
                    <a:pt x="11857" y="50492"/>
                  </a:cubicBezTo>
                  <a:cubicBezTo>
                    <a:pt x="1855" y="35544"/>
                    <a:pt x="0" y="16589"/>
                    <a:pt x="6883" y="0"/>
                  </a:cubicBezTo>
                </a:path>
              </a:pathLst>
            </a:custGeom>
            <a:noFill/>
            <a:ln w="194925" cap="flat" cmpd="sng">
              <a:solidFill>
                <a:schemeClr val="accent1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4"/>
            <p:cNvSpPr/>
            <p:nvPr/>
          </p:nvSpPr>
          <p:spPr>
            <a:xfrm>
              <a:off x="8184075" y="986700"/>
              <a:ext cx="523625" cy="105550"/>
            </a:xfrm>
            <a:custGeom>
              <a:avLst/>
              <a:gdLst/>
              <a:ahLst/>
              <a:cxnLst/>
              <a:rect l="l" t="t" r="r" b="b"/>
              <a:pathLst>
                <a:path w="20945" h="4222" fill="none" extrusionOk="0">
                  <a:moveTo>
                    <a:pt x="0" y="0"/>
                  </a:moveTo>
                  <a:cubicBezTo>
                    <a:pt x="7206" y="0"/>
                    <a:pt x="14330" y="1425"/>
                    <a:pt x="20944" y="4221"/>
                  </a:cubicBezTo>
                </a:path>
              </a:pathLst>
            </a:custGeom>
            <a:noFill/>
            <a:ln w="194925" cap="flat" cmpd="sng">
              <a:solidFill>
                <a:schemeClr val="accent1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4"/>
            <p:cNvSpPr/>
            <p:nvPr/>
          </p:nvSpPr>
          <p:spPr>
            <a:xfrm>
              <a:off x="9007450" y="1696475"/>
              <a:ext cx="672850" cy="1699900"/>
            </a:xfrm>
            <a:custGeom>
              <a:avLst/>
              <a:gdLst/>
              <a:ahLst/>
              <a:cxnLst/>
              <a:rect l="l" t="t" r="r" b="b"/>
              <a:pathLst>
                <a:path w="26914" h="67996" fill="none" extrusionOk="0">
                  <a:moveTo>
                    <a:pt x="14519" y="1"/>
                  </a:moveTo>
                  <a:cubicBezTo>
                    <a:pt x="26913" y="23150"/>
                    <a:pt x="20783" y="51891"/>
                    <a:pt x="0" y="67996"/>
                  </a:cubicBezTo>
                </a:path>
              </a:pathLst>
            </a:custGeom>
            <a:noFill/>
            <a:ln w="194925" cap="flat" cmpd="sng">
              <a:solidFill>
                <a:schemeClr val="accent1"/>
              </a:solidFill>
              <a:prstDash val="solid"/>
              <a:miter lim="2688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9" name="Google Shape;339;p4"/>
          <p:cNvGrpSpPr/>
          <p:nvPr/>
        </p:nvGrpSpPr>
        <p:grpSpPr>
          <a:xfrm flipH="1">
            <a:off x="863312" y="3996157"/>
            <a:ext cx="842465" cy="1147336"/>
            <a:chOff x="7739774" y="791438"/>
            <a:chExt cx="565983" cy="770800"/>
          </a:xfrm>
        </p:grpSpPr>
        <p:sp>
          <p:nvSpPr>
            <p:cNvPr id="340" name="Google Shape;340;p4"/>
            <p:cNvSpPr/>
            <p:nvPr/>
          </p:nvSpPr>
          <p:spPr>
            <a:xfrm>
              <a:off x="7852707" y="791438"/>
              <a:ext cx="453050" cy="756180"/>
            </a:xfrm>
            <a:custGeom>
              <a:avLst/>
              <a:gdLst/>
              <a:ahLst/>
              <a:cxnLst/>
              <a:rect l="l" t="t" r="r" b="b"/>
              <a:pathLst>
                <a:path w="18122" h="78239" extrusionOk="0">
                  <a:moveTo>
                    <a:pt x="0" y="0"/>
                  </a:moveTo>
                  <a:lnTo>
                    <a:pt x="0" y="78239"/>
                  </a:lnTo>
                  <a:lnTo>
                    <a:pt x="18122" y="78239"/>
                  </a:lnTo>
                  <a:lnTo>
                    <a:pt x="181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4"/>
            <p:cNvSpPr/>
            <p:nvPr/>
          </p:nvSpPr>
          <p:spPr>
            <a:xfrm>
              <a:off x="7739774" y="1207151"/>
              <a:ext cx="226550" cy="355087"/>
            </a:xfrm>
            <a:custGeom>
              <a:avLst/>
              <a:gdLst/>
              <a:ahLst/>
              <a:cxnLst/>
              <a:rect l="l" t="t" r="r" b="b"/>
              <a:pathLst>
                <a:path w="9062" h="78213" extrusionOk="0">
                  <a:moveTo>
                    <a:pt x="1" y="1"/>
                  </a:moveTo>
                  <a:lnTo>
                    <a:pt x="1" y="78212"/>
                  </a:lnTo>
                  <a:lnTo>
                    <a:pt x="9061" y="78212"/>
                  </a:lnTo>
                  <a:lnTo>
                    <a:pt x="9061" y="1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6"/>
          <p:cNvSpPr txBox="1">
            <a:spLocks noGrp="1"/>
          </p:cNvSpPr>
          <p:nvPr>
            <p:ph type="title"/>
          </p:nvPr>
        </p:nvSpPr>
        <p:spPr>
          <a:xfrm>
            <a:off x="1179600" y="299218"/>
            <a:ext cx="67848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PAST SIMPLE</a:t>
            </a:r>
            <a:endParaRPr/>
          </a:p>
        </p:txBody>
      </p:sp>
      <p:sp>
        <p:nvSpPr>
          <p:cNvPr id="347" name="Google Shape;347;p6"/>
          <p:cNvSpPr txBox="1">
            <a:spLocks noGrp="1"/>
          </p:cNvSpPr>
          <p:nvPr>
            <p:ph type="subTitle" idx="3"/>
          </p:nvPr>
        </p:nvSpPr>
        <p:spPr>
          <a:xfrm>
            <a:off x="1574032" y="1345157"/>
            <a:ext cx="19659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400"/>
              <a:buNone/>
            </a:pPr>
            <a:r>
              <a:rPr lang="en-US"/>
              <a:t>USAGE</a:t>
            </a:r>
            <a:endParaRPr/>
          </a:p>
        </p:txBody>
      </p:sp>
      <p:sp>
        <p:nvSpPr>
          <p:cNvPr id="348" name="Google Shape;348;p6"/>
          <p:cNvSpPr txBox="1">
            <a:spLocks noGrp="1"/>
          </p:cNvSpPr>
          <p:nvPr>
            <p:ph type="subTitle" idx="4"/>
          </p:nvPr>
        </p:nvSpPr>
        <p:spPr>
          <a:xfrm>
            <a:off x="5557393" y="1345157"/>
            <a:ext cx="19659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400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349" name="Google Shape;349;p6"/>
          <p:cNvSpPr txBox="1">
            <a:spLocks noGrp="1"/>
          </p:cNvSpPr>
          <p:nvPr>
            <p:ph type="body" idx="1"/>
          </p:nvPr>
        </p:nvSpPr>
        <p:spPr>
          <a:xfrm>
            <a:off x="157951" y="2004207"/>
            <a:ext cx="4414049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b="1"/>
              <a:t> To express completed action in the past</a:t>
            </a:r>
            <a:endParaRPr/>
          </a:p>
        </p:txBody>
      </p:sp>
      <p:sp>
        <p:nvSpPr>
          <p:cNvPr id="350" name="Google Shape;350;p6"/>
          <p:cNvSpPr txBox="1">
            <a:spLocks noGrp="1"/>
          </p:cNvSpPr>
          <p:nvPr>
            <p:ph type="body" idx="2"/>
          </p:nvPr>
        </p:nvSpPr>
        <p:spPr>
          <a:xfrm>
            <a:off x="4780398" y="2023019"/>
            <a:ext cx="3519891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I </a:t>
            </a:r>
            <a:r>
              <a:rPr lang="en-US">
                <a:solidFill>
                  <a:schemeClr val="accent6"/>
                </a:solidFill>
              </a:rPr>
              <a:t>went</a:t>
            </a:r>
            <a:r>
              <a:rPr lang="en-US"/>
              <a:t> camping with my friends last Friday.</a:t>
            </a:r>
            <a:endParaRPr/>
          </a:p>
        </p:txBody>
      </p:sp>
      <p:sp>
        <p:nvSpPr>
          <p:cNvPr id="351" name="Google Shape;351;p6"/>
          <p:cNvSpPr txBox="1"/>
          <p:nvPr/>
        </p:nvSpPr>
        <p:spPr>
          <a:xfrm>
            <a:off x="157952" y="2832088"/>
            <a:ext cx="4414048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To describe a series of completed actions in the past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6"/>
          <p:cNvSpPr txBox="1"/>
          <p:nvPr/>
        </p:nvSpPr>
        <p:spPr>
          <a:xfrm>
            <a:off x="4423500" y="2832100"/>
            <a:ext cx="46515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180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We </a:t>
            </a:r>
            <a:r>
              <a:rPr lang="en-US" sz="1800" i="0" u="none" strike="noStrike" cap="none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arrived</a:t>
            </a:r>
            <a:r>
              <a:rPr lang="en-US" sz="180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at the airport, </a:t>
            </a:r>
            <a:r>
              <a:rPr lang="en-US" sz="1800" i="0" u="none" strike="noStrike" cap="none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caught</a:t>
            </a:r>
            <a:r>
              <a:rPr lang="en-US" sz="180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a taxi and </a:t>
            </a:r>
            <a:r>
              <a:rPr lang="en-US" sz="1800" i="0" u="none" strike="noStrike" cap="none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went</a:t>
            </a:r>
            <a:r>
              <a:rPr lang="en-US" sz="180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to a restaurant in the city centre.</a:t>
            </a:r>
            <a:endParaRPr sz="180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3" name="Google Shape;353;p6"/>
          <p:cNvCxnSpPr/>
          <p:nvPr/>
        </p:nvCxnSpPr>
        <p:spPr>
          <a:xfrm>
            <a:off x="161551" y="2754419"/>
            <a:ext cx="8676000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354" name="Google Shape;354;p6"/>
          <p:cNvCxnSpPr/>
          <p:nvPr/>
        </p:nvCxnSpPr>
        <p:spPr>
          <a:xfrm>
            <a:off x="161551" y="3563488"/>
            <a:ext cx="8676000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355" name="Google Shape;355;p6"/>
          <p:cNvCxnSpPr/>
          <p:nvPr/>
        </p:nvCxnSpPr>
        <p:spPr>
          <a:xfrm>
            <a:off x="161551" y="4372557"/>
            <a:ext cx="8676000" cy="0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356" name="Google Shape;356;p6"/>
          <p:cNvSpPr txBox="1"/>
          <p:nvPr/>
        </p:nvSpPr>
        <p:spPr>
          <a:xfrm>
            <a:off x="682639" y="3653844"/>
            <a:ext cx="3748686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To express habits in the past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6"/>
          <p:cNvSpPr txBox="1"/>
          <p:nvPr/>
        </p:nvSpPr>
        <p:spPr>
          <a:xfrm>
            <a:off x="4571999" y="3653844"/>
            <a:ext cx="42654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180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When I </a:t>
            </a:r>
            <a:r>
              <a:rPr lang="en-US" sz="1800" i="0" u="none" strike="noStrike" cap="none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was</a:t>
            </a:r>
            <a:r>
              <a:rPr lang="en-US" sz="180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young, I </a:t>
            </a:r>
            <a:r>
              <a:rPr lang="en-US" sz="1800" i="0" u="none" strike="noStrike" cap="none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travelled</a:t>
            </a:r>
            <a:r>
              <a:rPr lang="en-US" sz="180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with my family every summer holiday.</a:t>
            </a:r>
            <a:endParaRPr sz="180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8" name="Google Shape;358;p6"/>
          <p:cNvCxnSpPr/>
          <p:nvPr/>
        </p:nvCxnSpPr>
        <p:spPr>
          <a:xfrm>
            <a:off x="4572000" y="1357844"/>
            <a:ext cx="0" cy="302740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359" name="Google Shape;359;p6"/>
          <p:cNvCxnSpPr/>
          <p:nvPr/>
        </p:nvCxnSpPr>
        <p:spPr>
          <a:xfrm rot="10800000">
            <a:off x="157951" y="1985745"/>
            <a:ext cx="8679600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4901"/>
              </a:srgbClr>
            </a:outerShdw>
          </a:effec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"/>
          <p:cNvSpPr txBox="1">
            <a:spLocks noGrp="1"/>
          </p:cNvSpPr>
          <p:nvPr>
            <p:ph type="title"/>
          </p:nvPr>
        </p:nvSpPr>
        <p:spPr>
          <a:xfrm>
            <a:off x="1302695" y="329707"/>
            <a:ext cx="67848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PAST SIMPLE</a:t>
            </a:r>
            <a:endParaRPr/>
          </a:p>
        </p:txBody>
      </p:sp>
      <p:sp>
        <p:nvSpPr>
          <p:cNvPr id="365" name="Google Shape;365;p5"/>
          <p:cNvSpPr txBox="1">
            <a:spLocks noGrp="1"/>
          </p:cNvSpPr>
          <p:nvPr>
            <p:ph type="subTitle" idx="3"/>
          </p:nvPr>
        </p:nvSpPr>
        <p:spPr>
          <a:xfrm>
            <a:off x="1837802" y="1345157"/>
            <a:ext cx="19659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400"/>
              <a:buNone/>
            </a:pPr>
            <a:r>
              <a:rPr lang="en-US"/>
              <a:t>TO BE</a:t>
            </a:r>
            <a:endParaRPr/>
          </a:p>
        </p:txBody>
      </p:sp>
      <p:sp>
        <p:nvSpPr>
          <p:cNvPr id="366" name="Google Shape;366;p5"/>
          <p:cNvSpPr txBox="1">
            <a:spLocks noGrp="1"/>
          </p:cNvSpPr>
          <p:nvPr>
            <p:ph type="subTitle" idx="4"/>
          </p:nvPr>
        </p:nvSpPr>
        <p:spPr>
          <a:xfrm>
            <a:off x="5821163" y="1345157"/>
            <a:ext cx="19659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400"/>
              <a:buNone/>
            </a:pPr>
            <a:r>
              <a:rPr lang="en-US"/>
              <a:t>VERB</a:t>
            </a:r>
            <a:endParaRPr/>
          </a:p>
        </p:txBody>
      </p:sp>
      <p:sp>
        <p:nvSpPr>
          <p:cNvPr id="367" name="Google Shape;367;p5"/>
          <p:cNvSpPr txBox="1">
            <a:spLocks noGrp="1"/>
          </p:cNvSpPr>
          <p:nvPr>
            <p:ph type="body" idx="1"/>
          </p:nvPr>
        </p:nvSpPr>
        <p:spPr>
          <a:xfrm>
            <a:off x="1060806" y="2004207"/>
            <a:ext cx="3519892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b="1"/>
              <a:t>S + was/were + N/adj</a:t>
            </a:r>
            <a:endParaRPr/>
          </a:p>
        </p:txBody>
      </p:sp>
      <p:sp>
        <p:nvSpPr>
          <p:cNvPr id="368" name="Google Shape;368;p5"/>
          <p:cNvSpPr txBox="1">
            <a:spLocks noGrp="1"/>
          </p:cNvSpPr>
          <p:nvPr>
            <p:ph type="body" idx="2"/>
          </p:nvPr>
        </p:nvSpPr>
        <p:spPr>
          <a:xfrm>
            <a:off x="5044168" y="2023019"/>
            <a:ext cx="3519891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b="1"/>
              <a:t>S + V-ed +O</a:t>
            </a:r>
            <a:endParaRPr/>
          </a:p>
        </p:txBody>
      </p:sp>
      <p:pic>
        <p:nvPicPr>
          <p:cNvPr id="369" name="Google Shape;369;p5" descr="Ad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551" y="2104960"/>
            <a:ext cx="412179" cy="412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5" descr="Question mar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065" y="3770598"/>
            <a:ext cx="583146" cy="583146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5"/>
          <p:cNvSpPr txBox="1"/>
          <p:nvPr/>
        </p:nvSpPr>
        <p:spPr>
          <a:xfrm>
            <a:off x="946409" y="2832088"/>
            <a:ext cx="3748686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 + was/were + not + N/adj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5"/>
          <p:cNvSpPr txBox="1"/>
          <p:nvPr/>
        </p:nvSpPr>
        <p:spPr>
          <a:xfrm>
            <a:off x="4695095" y="2832088"/>
            <a:ext cx="4218036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 + did + not + V (infinitive) +O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5"/>
          <p:cNvSpPr txBox="1"/>
          <p:nvPr/>
        </p:nvSpPr>
        <p:spPr>
          <a:xfrm>
            <a:off x="-147887" y="2643790"/>
            <a:ext cx="1031051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6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－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4" name="Google Shape;374;p5"/>
          <p:cNvCxnSpPr/>
          <p:nvPr/>
        </p:nvCxnSpPr>
        <p:spPr>
          <a:xfrm>
            <a:off x="161551" y="2754419"/>
            <a:ext cx="8676000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375" name="Google Shape;375;p5"/>
          <p:cNvCxnSpPr/>
          <p:nvPr/>
        </p:nvCxnSpPr>
        <p:spPr>
          <a:xfrm>
            <a:off x="161551" y="3563488"/>
            <a:ext cx="8676000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376" name="Google Shape;376;p5"/>
          <p:cNvCxnSpPr/>
          <p:nvPr/>
        </p:nvCxnSpPr>
        <p:spPr>
          <a:xfrm>
            <a:off x="161551" y="4372557"/>
            <a:ext cx="8676000" cy="0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377" name="Google Shape;377;p5"/>
          <p:cNvSpPr txBox="1"/>
          <p:nvPr/>
        </p:nvSpPr>
        <p:spPr>
          <a:xfrm>
            <a:off x="946409" y="3653844"/>
            <a:ext cx="3748686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Was/Were + S + N/adj?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5"/>
          <p:cNvSpPr txBox="1"/>
          <p:nvPr/>
        </p:nvSpPr>
        <p:spPr>
          <a:xfrm>
            <a:off x="4695095" y="3653844"/>
            <a:ext cx="4218036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Did + S + V (infinitive) +O?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9" name="Google Shape;379;p5"/>
          <p:cNvCxnSpPr/>
          <p:nvPr/>
        </p:nvCxnSpPr>
        <p:spPr>
          <a:xfrm>
            <a:off x="4695095" y="1345157"/>
            <a:ext cx="0" cy="302740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380" name="Google Shape;380;p5"/>
          <p:cNvCxnSpPr/>
          <p:nvPr/>
        </p:nvCxnSpPr>
        <p:spPr>
          <a:xfrm rot="10800000">
            <a:off x="157951" y="1880676"/>
            <a:ext cx="8679600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4901"/>
              </a:srgbClr>
            </a:outerShdw>
          </a:effec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7"/>
          <p:cNvSpPr/>
          <p:nvPr/>
        </p:nvSpPr>
        <p:spPr>
          <a:xfrm>
            <a:off x="4166355" y="2315034"/>
            <a:ext cx="4254900" cy="404700"/>
          </a:xfrm>
          <a:prstGeom prst="rect">
            <a:avLst/>
          </a:prstGeom>
          <a:noFill/>
          <a:ln w="1905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7"/>
          <p:cNvSpPr/>
          <p:nvPr/>
        </p:nvSpPr>
        <p:spPr>
          <a:xfrm>
            <a:off x="4166355" y="3313337"/>
            <a:ext cx="4254900" cy="404700"/>
          </a:xfrm>
          <a:prstGeom prst="rect">
            <a:avLst/>
          </a:prstGeom>
          <a:noFill/>
          <a:ln w="1905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7"/>
          <p:cNvSpPr/>
          <p:nvPr/>
        </p:nvSpPr>
        <p:spPr>
          <a:xfrm>
            <a:off x="4166355" y="1316731"/>
            <a:ext cx="4254900" cy="404700"/>
          </a:xfrm>
          <a:prstGeom prst="rect">
            <a:avLst/>
          </a:prstGeom>
          <a:noFill/>
          <a:ln w="1905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7"/>
          <p:cNvSpPr/>
          <p:nvPr/>
        </p:nvSpPr>
        <p:spPr>
          <a:xfrm>
            <a:off x="4156706" y="4311640"/>
            <a:ext cx="4254900" cy="404700"/>
          </a:xfrm>
          <a:prstGeom prst="rect">
            <a:avLst/>
          </a:prstGeom>
          <a:noFill/>
          <a:ln w="1905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7"/>
          <p:cNvSpPr txBox="1"/>
          <p:nvPr/>
        </p:nvSpPr>
        <p:spPr>
          <a:xfrm>
            <a:off x="4166355" y="1302216"/>
            <a:ext cx="4264500" cy="4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360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like 🡪 liked</a:t>
            </a:r>
            <a:endParaRPr sz="1600" b="0" i="0" u="none" strike="noStrike" cap="none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p7"/>
          <p:cNvSpPr txBox="1"/>
          <p:nvPr/>
        </p:nvSpPr>
        <p:spPr>
          <a:xfrm>
            <a:off x="4166355" y="2300519"/>
            <a:ext cx="4264500" cy="4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360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carry 🡪 carried</a:t>
            </a:r>
            <a:endParaRPr sz="1600" b="0" i="0" u="none" strike="noStrike" cap="none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1" name="Google Shape;391;p7"/>
          <p:cNvSpPr txBox="1"/>
          <p:nvPr/>
        </p:nvSpPr>
        <p:spPr>
          <a:xfrm>
            <a:off x="4166355" y="3298822"/>
            <a:ext cx="4264500" cy="4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360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plan 🡪 planned</a:t>
            </a:r>
            <a:endParaRPr sz="1600" b="0" i="0" u="none" strike="noStrike" cap="none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7"/>
          <p:cNvSpPr txBox="1"/>
          <p:nvPr/>
        </p:nvSpPr>
        <p:spPr>
          <a:xfrm>
            <a:off x="4156706" y="4297125"/>
            <a:ext cx="4264500" cy="4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360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wash 🡪 washed</a:t>
            </a:r>
            <a:endParaRPr sz="1600" b="0" i="0" u="none" strike="noStrike" cap="none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" name="Google Shape;393;p7"/>
          <p:cNvSpPr/>
          <p:nvPr/>
        </p:nvSpPr>
        <p:spPr>
          <a:xfrm>
            <a:off x="4147058" y="3924640"/>
            <a:ext cx="4274100" cy="501600"/>
          </a:xfrm>
          <a:prstGeom prst="rect">
            <a:avLst/>
          </a:prstGeom>
          <a:solidFill>
            <a:srgbClr val="C1D9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7"/>
          <p:cNvSpPr/>
          <p:nvPr/>
        </p:nvSpPr>
        <p:spPr>
          <a:xfrm>
            <a:off x="4156707" y="2926337"/>
            <a:ext cx="4274100" cy="50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7"/>
          <p:cNvSpPr/>
          <p:nvPr/>
        </p:nvSpPr>
        <p:spPr>
          <a:xfrm>
            <a:off x="4156707" y="1928034"/>
            <a:ext cx="4274100" cy="50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7"/>
          <p:cNvSpPr/>
          <p:nvPr/>
        </p:nvSpPr>
        <p:spPr>
          <a:xfrm>
            <a:off x="4156707" y="929731"/>
            <a:ext cx="4274100" cy="501600"/>
          </a:xfrm>
          <a:prstGeom prst="rect">
            <a:avLst/>
          </a:prstGeom>
          <a:solidFill>
            <a:srgbClr val="4B7A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7"/>
          <p:cNvSpPr txBox="1"/>
          <p:nvPr/>
        </p:nvSpPr>
        <p:spPr>
          <a:xfrm>
            <a:off x="4137410" y="3881759"/>
            <a:ext cx="4283700" cy="5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Other cases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🡪 add “ed”</a:t>
            </a:r>
            <a:endParaRPr sz="1600" b="0" i="0" u="none" strike="noStrike" cap="none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398" name="Google Shape;398;p7"/>
          <p:cNvSpPr txBox="1"/>
          <p:nvPr/>
        </p:nvSpPr>
        <p:spPr>
          <a:xfrm>
            <a:off x="4147059" y="2883456"/>
            <a:ext cx="4283700" cy="5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If a verb ends with a vowel + a consonant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🡪 (usually) double consonant + ed</a:t>
            </a:r>
            <a:endParaRPr sz="1600" b="0" i="0" u="none" strike="noStrike" cap="none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399" name="Google Shape;399;p7"/>
          <p:cNvSpPr txBox="1"/>
          <p:nvPr/>
        </p:nvSpPr>
        <p:spPr>
          <a:xfrm>
            <a:off x="4147059" y="1885153"/>
            <a:ext cx="4283700" cy="5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If a verb ends in a consonant + “y”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🡪 add “ied”</a:t>
            </a:r>
            <a:endParaRPr sz="1600" b="0" i="0" u="none" strike="noStrike" cap="none">
              <a:solidFill>
                <a:schemeClr val="dk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400" name="Google Shape;400;p7"/>
          <p:cNvSpPr txBox="1"/>
          <p:nvPr/>
        </p:nvSpPr>
        <p:spPr>
          <a:xfrm>
            <a:off x="4147059" y="886850"/>
            <a:ext cx="4283700" cy="5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If a verb ends in “e”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🡪 add “-d”</a:t>
            </a:r>
            <a:endParaRPr sz="1600" b="0" i="0" u="none" strike="noStrike" cap="none">
              <a:solidFill>
                <a:schemeClr val="dk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401" name="Google Shape;401;p7"/>
          <p:cNvSpPr txBox="1">
            <a:spLocks noGrp="1"/>
          </p:cNvSpPr>
          <p:nvPr>
            <p:ph type="title"/>
          </p:nvPr>
        </p:nvSpPr>
        <p:spPr>
          <a:xfrm>
            <a:off x="34050" y="62050"/>
            <a:ext cx="83970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3400"/>
              <a:t>REGULAR VERBS</a:t>
            </a:r>
            <a:endParaRPr sz="3400"/>
          </a:p>
        </p:txBody>
      </p:sp>
      <p:pic>
        <p:nvPicPr>
          <p:cNvPr id="402" name="Google Shape;402;p7"/>
          <p:cNvPicPr preferRelativeResize="0"/>
          <p:nvPr/>
        </p:nvPicPr>
        <p:blipFill rotWithShape="1">
          <a:blip r:embed="rId3">
            <a:alphaModFix/>
          </a:blip>
          <a:srcRect l="503" t="21250" r="893" b="1664"/>
          <a:stretch/>
        </p:blipFill>
        <p:spPr>
          <a:xfrm>
            <a:off x="0" y="741262"/>
            <a:ext cx="3700500" cy="4091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7089c8a46c_0_5"/>
          <p:cNvSpPr txBox="1">
            <a:spLocks noGrp="1"/>
          </p:cNvSpPr>
          <p:nvPr>
            <p:ph type="title"/>
          </p:nvPr>
        </p:nvSpPr>
        <p:spPr>
          <a:xfrm>
            <a:off x="713100" y="171225"/>
            <a:ext cx="7717800" cy="7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to pronounce “ED"</a:t>
            </a:r>
            <a:endParaRPr/>
          </a:p>
        </p:txBody>
      </p:sp>
      <p:graphicFrame>
        <p:nvGraphicFramePr>
          <p:cNvPr id="408" name="Google Shape;408;g37089c8a46c_0_5"/>
          <p:cNvGraphicFramePr/>
          <p:nvPr/>
        </p:nvGraphicFramePr>
        <p:xfrm>
          <a:off x="911475" y="1204800"/>
          <a:ext cx="7519425" cy="2906500"/>
        </p:xfrm>
        <a:graphic>
          <a:graphicData uri="http://schemas.openxmlformats.org/drawingml/2006/table">
            <a:tbl>
              <a:tblPr>
                <a:noFill/>
                <a:tableStyleId>{D06421E0-E705-460C-8087-85723FEA8F6D}</a:tableStyleId>
              </a:tblPr>
              <a:tblGrid>
                <a:gridCol w="250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6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6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0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1"/>
                        <a:t>/t/ </a:t>
                      </a:r>
                      <a:endParaRPr sz="21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8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1"/>
                        <a:t>/d/</a:t>
                      </a:r>
                      <a:endParaRPr sz="21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8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1"/>
                        <a:t>/id/</a:t>
                      </a:r>
                      <a:endParaRPr sz="21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63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 i="1"/>
                        <a:t>vô thanh</a:t>
                      </a:r>
                      <a:endParaRPr sz="1700" b="1" i="1"/>
                    </a:p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stopped, danced, walked, liked, finished,...</a:t>
                      </a:r>
                      <a:endParaRPr sz="1700"/>
                    </a:p>
                  </a:txBody>
                  <a:tcPr marL="91425" marR="91425" marT="91425" marB="91425"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 i="1"/>
                        <a:t>hữu thanh</a:t>
                      </a:r>
                      <a:endParaRPr sz="1700" b="1" i="1"/>
                    </a:p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played, listened, phoned, lived, cried, planned,...</a:t>
                      </a:r>
                      <a:endParaRPr sz="1700"/>
                    </a:p>
                  </a:txBody>
                  <a:tcPr marL="91425" marR="91425" marT="91425" marB="91425"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 i="1"/>
                        <a:t>t, d</a:t>
                      </a:r>
                      <a:endParaRPr sz="1700" b="1" i="1"/>
                    </a:p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visited, wanted, decided, needed,...</a:t>
                      </a:r>
                      <a:endParaRPr sz="1700"/>
                    </a:p>
                  </a:txBody>
                  <a:tcPr marL="91425" marR="91425" marT="91425" marB="91425"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9"/>
          <p:cNvSpPr txBox="1">
            <a:spLocks noGrp="1"/>
          </p:cNvSpPr>
          <p:nvPr>
            <p:ph type="title"/>
          </p:nvPr>
        </p:nvSpPr>
        <p:spPr>
          <a:xfrm>
            <a:off x="1227575" y="97718"/>
            <a:ext cx="67848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Irregular verbs</a:t>
            </a:r>
            <a:endParaRPr/>
          </a:p>
        </p:txBody>
      </p:sp>
      <p:graphicFrame>
        <p:nvGraphicFramePr>
          <p:cNvPr id="414" name="Google Shape;414;p9"/>
          <p:cNvGraphicFramePr/>
          <p:nvPr/>
        </p:nvGraphicFramePr>
        <p:xfrm>
          <a:off x="47975" y="872791"/>
          <a:ext cx="9144000" cy="3752525"/>
        </p:xfrm>
        <a:graphic>
          <a:graphicData uri="http://schemas.openxmlformats.org/drawingml/2006/table">
            <a:tbl>
              <a:tblPr firstRow="1" bandRow="1">
                <a:noFill/>
                <a:tableStyleId>{540C7ACF-B557-4A98-89AA-C494FE7E5F2E}</a:tableStyleId>
              </a:tblPr>
              <a:tblGrid>
                <a:gridCol w="21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8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lt1"/>
                          </a:solidFill>
                        </a:rPr>
                        <a:t>Irregular verbs</a:t>
                      </a:r>
                      <a:endParaRPr sz="20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lt1"/>
                          </a:solidFill>
                        </a:rPr>
                        <a:t>Simple past tense</a:t>
                      </a:r>
                      <a:endParaRPr sz="20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lt1"/>
                          </a:solidFill>
                        </a:rPr>
                        <a:t>Irregular verbs</a:t>
                      </a:r>
                      <a:endParaRPr sz="20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lt1"/>
                          </a:solidFill>
                        </a:rPr>
                        <a:t>Simple past tense</a:t>
                      </a:r>
                      <a:endParaRPr sz="20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4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</a:rPr>
                        <a:t>break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</a:rPr>
                        <a:t>bring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</a:rPr>
                        <a:t>buy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</a:rPr>
                        <a:t>catch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</a:rPr>
                        <a:t>come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</a:rPr>
                        <a:t>do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</a:rPr>
                        <a:t>fall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</a:rPr>
                        <a:t>broke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</a:rPr>
                        <a:t>brought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</a:rPr>
                        <a:t>bought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</a:rPr>
                        <a:t>caught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</a:rPr>
                        <a:t>came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</a:rPr>
                        <a:t>did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</a:rPr>
                        <a:t>fell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</a:rPr>
                        <a:t>ring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</a:rPr>
                        <a:t>run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</a:rPr>
                        <a:t>see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</a:rPr>
                        <a:t>sell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</a:rPr>
                        <a:t>sleep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</a:rPr>
                        <a:t>speak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</a:rPr>
                        <a:t>write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</a:rPr>
                        <a:t>rang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</a:rPr>
                        <a:t>ran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</a:rPr>
                        <a:t>saw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</a:rPr>
                        <a:t>sold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</a:rPr>
                        <a:t>slept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</a:rPr>
                        <a:t>spoke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</a:rPr>
                        <a:t>wrote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15" name="Google Shape;415;p9"/>
          <p:cNvSpPr/>
          <p:nvPr/>
        </p:nvSpPr>
        <p:spPr>
          <a:xfrm>
            <a:off x="2413488" y="1549164"/>
            <a:ext cx="1828800" cy="2842500"/>
          </a:xfrm>
          <a:prstGeom prst="rect">
            <a:avLst/>
          </a:prstGeom>
          <a:solidFill>
            <a:srgbClr val="F8E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9"/>
          <p:cNvSpPr/>
          <p:nvPr/>
        </p:nvSpPr>
        <p:spPr>
          <a:xfrm>
            <a:off x="7097975" y="1549164"/>
            <a:ext cx="1828800" cy="2842500"/>
          </a:xfrm>
          <a:prstGeom prst="rect">
            <a:avLst/>
          </a:prstGeom>
          <a:solidFill>
            <a:srgbClr val="F8E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0"/>
          <p:cNvSpPr/>
          <p:nvPr/>
        </p:nvSpPr>
        <p:spPr>
          <a:xfrm>
            <a:off x="1868665" y="1715040"/>
            <a:ext cx="1965900" cy="1965494"/>
          </a:xfrm>
          <a:prstGeom prst="ellips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0"/>
          <p:cNvSpPr/>
          <p:nvPr/>
        </p:nvSpPr>
        <p:spPr>
          <a:xfrm>
            <a:off x="4246171" y="1248237"/>
            <a:ext cx="3688257" cy="3687495"/>
          </a:xfrm>
          <a:prstGeom prst="ellips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0"/>
          <p:cNvSpPr txBox="1">
            <a:spLocks noGrp="1"/>
          </p:cNvSpPr>
          <p:nvPr>
            <p:ph type="body" idx="1"/>
          </p:nvPr>
        </p:nvSpPr>
        <p:spPr>
          <a:xfrm>
            <a:off x="2266121" y="2668963"/>
            <a:ext cx="1344055" cy="636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n-US" b="1"/>
              <a:t>Yesterday</a:t>
            </a:r>
            <a:endParaRPr b="1"/>
          </a:p>
        </p:txBody>
      </p:sp>
      <p:sp>
        <p:nvSpPr>
          <p:cNvPr id="424" name="Google Shape;424;p10"/>
          <p:cNvSpPr txBox="1">
            <a:spLocks noGrp="1"/>
          </p:cNvSpPr>
          <p:nvPr>
            <p:ph type="body" idx="2"/>
          </p:nvPr>
        </p:nvSpPr>
        <p:spPr>
          <a:xfrm>
            <a:off x="4547009" y="2697787"/>
            <a:ext cx="3208514" cy="10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b="1"/>
              <a:t>Last night/week/month/year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b="1"/>
              <a:t>An hour/a week ago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b="1"/>
              <a:t>In 2010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b="1"/>
          </a:p>
        </p:txBody>
      </p:sp>
      <p:sp>
        <p:nvSpPr>
          <p:cNvPr id="425" name="Google Shape;425;p10"/>
          <p:cNvSpPr/>
          <p:nvPr/>
        </p:nvSpPr>
        <p:spPr>
          <a:xfrm>
            <a:off x="1909590" y="1715050"/>
            <a:ext cx="714600" cy="714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0"/>
          <p:cNvSpPr/>
          <p:nvPr/>
        </p:nvSpPr>
        <p:spPr>
          <a:xfrm>
            <a:off x="7244820" y="3940650"/>
            <a:ext cx="714600" cy="714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0"/>
          <p:cNvSpPr txBox="1">
            <a:spLocks noGrp="1"/>
          </p:cNvSpPr>
          <p:nvPr>
            <p:ph type="title"/>
          </p:nvPr>
        </p:nvSpPr>
        <p:spPr>
          <a:xfrm>
            <a:off x="2310219" y="2226550"/>
            <a:ext cx="1299957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Words</a:t>
            </a:r>
            <a:endParaRPr/>
          </a:p>
        </p:txBody>
      </p:sp>
      <p:sp>
        <p:nvSpPr>
          <p:cNvPr id="428" name="Google Shape;428;p10"/>
          <p:cNvSpPr txBox="1">
            <a:spLocks noGrp="1"/>
          </p:cNvSpPr>
          <p:nvPr>
            <p:ph type="title" idx="3"/>
          </p:nvPr>
        </p:nvSpPr>
        <p:spPr>
          <a:xfrm>
            <a:off x="4547009" y="2226550"/>
            <a:ext cx="19014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Phrases</a:t>
            </a:r>
            <a:endParaRPr/>
          </a:p>
        </p:txBody>
      </p:sp>
      <p:sp>
        <p:nvSpPr>
          <p:cNvPr id="429" name="Google Shape;429;p10"/>
          <p:cNvSpPr txBox="1"/>
          <p:nvPr/>
        </p:nvSpPr>
        <p:spPr>
          <a:xfrm>
            <a:off x="1179575" y="122726"/>
            <a:ext cx="6784800" cy="9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Hammersmith One"/>
              <a:buNone/>
            </a:pPr>
            <a:r>
              <a:rPr lang="en-US" sz="2400" b="0" i="0" u="none" strike="noStrike" cap="none">
                <a:solidFill>
                  <a:schemeClr val="accent4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HELPFUL HINTS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Hammersmith One"/>
              <a:buNone/>
            </a:pPr>
            <a:r>
              <a:rPr lang="en-US" sz="2400" b="0" i="0" u="none" strike="noStrike" cap="none">
                <a:solidFill>
                  <a:schemeClr val="accent4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The past simple tense is often used with: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8"/>
          <p:cNvSpPr txBox="1">
            <a:spLocks noGrp="1"/>
          </p:cNvSpPr>
          <p:nvPr>
            <p:ph type="title"/>
          </p:nvPr>
        </p:nvSpPr>
        <p:spPr>
          <a:xfrm>
            <a:off x="321452" y="84650"/>
            <a:ext cx="77394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700"/>
              <a:t>Put the verbs in the correct past simple form.</a:t>
            </a:r>
            <a:endParaRPr sz="2700"/>
          </a:p>
        </p:txBody>
      </p:sp>
      <p:sp>
        <p:nvSpPr>
          <p:cNvPr id="435" name="Google Shape;435;p8"/>
          <p:cNvSpPr txBox="1">
            <a:spLocks noGrp="1"/>
          </p:cNvSpPr>
          <p:nvPr>
            <p:ph type="body" idx="1"/>
          </p:nvPr>
        </p:nvSpPr>
        <p:spPr>
          <a:xfrm>
            <a:off x="321446" y="802798"/>
            <a:ext cx="7739341" cy="21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solidFill>
                  <a:schemeClr val="hlink"/>
                </a:solidFill>
              </a:rPr>
              <a:t>I ___________ (1 - go) on a walking holiday last summer. I mostly ___________ (2 - go) on foot, but sometimes ___________ (3 - catch) a bus when I ___________ (4 - be) tired. I ___________ (5 - see) a lot of beautiful sceneries on my journey, and I ___________ (6 - try) some local dishes, but they ___________ (7 - be) not to my taste (</a:t>
            </a:r>
            <a:r>
              <a:rPr lang="en-US" dirty="0" err="1">
                <a:solidFill>
                  <a:schemeClr val="hlink"/>
                </a:solidFill>
              </a:rPr>
              <a:t>không</a:t>
            </a:r>
            <a:r>
              <a:rPr lang="en-US" dirty="0">
                <a:solidFill>
                  <a:schemeClr val="hlink"/>
                </a:solidFill>
              </a:rPr>
              <a:t> </a:t>
            </a:r>
            <a:r>
              <a:rPr lang="en-US" dirty="0" err="1">
                <a:solidFill>
                  <a:schemeClr val="hlink"/>
                </a:solidFill>
              </a:rPr>
              <a:t>hợp</a:t>
            </a:r>
            <a:r>
              <a:rPr lang="en-US" dirty="0">
                <a:solidFill>
                  <a:schemeClr val="hlink"/>
                </a:solidFill>
              </a:rPr>
              <a:t> </a:t>
            </a:r>
            <a:r>
              <a:rPr lang="en-US" dirty="0" err="1">
                <a:solidFill>
                  <a:schemeClr val="hlink"/>
                </a:solidFill>
              </a:rPr>
              <a:t>khẩu</a:t>
            </a:r>
            <a:r>
              <a:rPr lang="en-US" dirty="0">
                <a:solidFill>
                  <a:schemeClr val="hlink"/>
                </a:solidFill>
              </a:rPr>
              <a:t> </a:t>
            </a:r>
            <a:r>
              <a:rPr lang="en-US" dirty="0" err="1">
                <a:solidFill>
                  <a:schemeClr val="hlink"/>
                </a:solidFill>
              </a:rPr>
              <a:t>vị</a:t>
            </a:r>
            <a:r>
              <a:rPr lang="en-US" dirty="0">
                <a:solidFill>
                  <a:schemeClr val="hlink"/>
                </a:solidFill>
              </a:rPr>
              <a:t> </a:t>
            </a:r>
            <a:r>
              <a:rPr lang="en-US" dirty="0" err="1">
                <a:solidFill>
                  <a:schemeClr val="hlink"/>
                </a:solidFill>
              </a:rPr>
              <a:t>của</a:t>
            </a:r>
            <a:r>
              <a:rPr lang="en-US" dirty="0">
                <a:solidFill>
                  <a:schemeClr val="hlink"/>
                </a:solidFill>
              </a:rPr>
              <a:t> </a:t>
            </a:r>
            <a:r>
              <a:rPr lang="en-US" dirty="0" err="1">
                <a:solidFill>
                  <a:schemeClr val="hlink"/>
                </a:solidFill>
              </a:rPr>
              <a:t>tôi</a:t>
            </a:r>
            <a:r>
              <a:rPr lang="en-US" dirty="0">
                <a:solidFill>
                  <a:schemeClr val="hlink"/>
                </a:solidFill>
              </a:rPr>
              <a:t>). On the trip, I ___________  (8 - not bring) my umbrella because I ___________  (9 - not pack) it, but a kind </a:t>
            </a:r>
            <a:r>
              <a:rPr lang="en-US" dirty="0" err="1">
                <a:solidFill>
                  <a:schemeClr val="hlink"/>
                </a:solidFill>
              </a:rPr>
              <a:t>traveller</a:t>
            </a:r>
            <a:r>
              <a:rPr lang="en-US" dirty="0">
                <a:solidFill>
                  <a:schemeClr val="hlink"/>
                </a:solidFill>
              </a:rPr>
              <a:t> ___________  (10 - give) me his umbrella, so I ___________  (11 - not get) wet when it ___________  (12 - rain). I ___________ (13 - plan) to stay there for 5 days, but in the end, I ___________ (14 - stay) for 7 days. Overall, I ___________ (15 - have) a great time, and I ___________  (16 - enjoy) the experience. </a:t>
            </a:r>
            <a:endParaRPr sz="2400" dirty="0"/>
          </a:p>
        </p:txBody>
      </p:sp>
      <p:sp>
        <p:nvSpPr>
          <p:cNvPr id="436" name="Google Shape;436;p8"/>
          <p:cNvSpPr txBox="1"/>
          <p:nvPr/>
        </p:nvSpPr>
        <p:spPr>
          <a:xfrm>
            <a:off x="751582" y="933257"/>
            <a:ext cx="1199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C23A00"/>
                </a:solidFill>
                <a:latin typeface="Arial"/>
                <a:ea typeface="Arial"/>
                <a:cs typeface="Arial"/>
                <a:sym typeface="Arial"/>
              </a:rPr>
              <a:t>went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8"/>
          <p:cNvSpPr txBox="1"/>
          <p:nvPr/>
        </p:nvSpPr>
        <p:spPr>
          <a:xfrm>
            <a:off x="626942" y="1253725"/>
            <a:ext cx="891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C23A00"/>
                </a:solidFill>
                <a:latin typeface="Arial"/>
                <a:ea typeface="Arial"/>
                <a:cs typeface="Arial"/>
                <a:sym typeface="Arial"/>
              </a:rPr>
              <a:t>went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8"/>
          <p:cNvSpPr txBox="1"/>
          <p:nvPr/>
        </p:nvSpPr>
        <p:spPr>
          <a:xfrm>
            <a:off x="5456394" y="1232853"/>
            <a:ext cx="1016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C23A00"/>
                </a:solidFill>
                <a:latin typeface="Arial"/>
                <a:ea typeface="Arial"/>
                <a:cs typeface="Arial"/>
                <a:sym typeface="Arial"/>
              </a:rPr>
              <a:t>caught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8"/>
          <p:cNvSpPr txBox="1"/>
          <p:nvPr/>
        </p:nvSpPr>
        <p:spPr>
          <a:xfrm>
            <a:off x="5049744" y="3114600"/>
            <a:ext cx="183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C23A00"/>
                </a:solidFill>
                <a:latin typeface="Arial"/>
                <a:ea typeface="Arial"/>
                <a:cs typeface="Arial"/>
                <a:sym typeface="Arial"/>
              </a:rPr>
              <a:t>didn’t get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8"/>
          <p:cNvSpPr txBox="1"/>
          <p:nvPr/>
        </p:nvSpPr>
        <p:spPr>
          <a:xfrm>
            <a:off x="1846910" y="1580827"/>
            <a:ext cx="1026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C23A00"/>
                </a:solidFill>
                <a:latin typeface="Arial"/>
                <a:ea typeface="Arial"/>
                <a:cs typeface="Arial"/>
                <a:sym typeface="Arial"/>
              </a:rPr>
              <a:t>was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8"/>
          <p:cNvSpPr txBox="1"/>
          <p:nvPr/>
        </p:nvSpPr>
        <p:spPr>
          <a:xfrm>
            <a:off x="4866864" y="1544703"/>
            <a:ext cx="856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C23A00"/>
                </a:solidFill>
                <a:latin typeface="Arial"/>
                <a:ea typeface="Arial"/>
                <a:cs typeface="Arial"/>
                <a:sym typeface="Arial"/>
              </a:rPr>
              <a:t>saw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8"/>
          <p:cNvSpPr txBox="1"/>
          <p:nvPr/>
        </p:nvSpPr>
        <p:spPr>
          <a:xfrm>
            <a:off x="5195232" y="1869675"/>
            <a:ext cx="675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C23A00"/>
                </a:solidFill>
                <a:latin typeface="Arial"/>
                <a:ea typeface="Arial"/>
                <a:cs typeface="Arial"/>
                <a:sym typeface="Arial"/>
              </a:rPr>
              <a:t>tried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8"/>
          <p:cNvSpPr txBox="1"/>
          <p:nvPr/>
        </p:nvSpPr>
        <p:spPr>
          <a:xfrm>
            <a:off x="3004977" y="2166374"/>
            <a:ext cx="856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C23A00"/>
                </a:solidFill>
                <a:latin typeface="Arial"/>
                <a:ea typeface="Arial"/>
                <a:cs typeface="Arial"/>
                <a:sym typeface="Arial"/>
              </a:rPr>
              <a:t>were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8"/>
          <p:cNvSpPr txBox="1"/>
          <p:nvPr/>
        </p:nvSpPr>
        <p:spPr>
          <a:xfrm>
            <a:off x="3861177" y="2481000"/>
            <a:ext cx="193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C23A00"/>
                </a:solidFill>
                <a:latin typeface="Arial"/>
                <a:ea typeface="Arial"/>
                <a:cs typeface="Arial"/>
                <a:sym typeface="Arial"/>
              </a:rPr>
              <a:t>didn’t bring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8"/>
          <p:cNvSpPr txBox="1"/>
          <p:nvPr/>
        </p:nvSpPr>
        <p:spPr>
          <a:xfrm>
            <a:off x="2282228" y="2795626"/>
            <a:ext cx="206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C23A00"/>
                </a:solidFill>
                <a:latin typeface="Arial"/>
                <a:ea typeface="Arial"/>
                <a:cs typeface="Arial"/>
                <a:sym typeface="Arial"/>
              </a:rPr>
              <a:t>didn’t pack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8"/>
          <p:cNvSpPr txBox="1"/>
          <p:nvPr/>
        </p:nvSpPr>
        <p:spPr>
          <a:xfrm>
            <a:off x="633782" y="3084974"/>
            <a:ext cx="960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C23A00"/>
                </a:solidFill>
                <a:latin typeface="Arial"/>
                <a:ea typeface="Arial"/>
                <a:cs typeface="Arial"/>
                <a:sym typeface="Arial"/>
              </a:rPr>
              <a:t>gave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8"/>
          <p:cNvSpPr txBox="1"/>
          <p:nvPr/>
        </p:nvSpPr>
        <p:spPr>
          <a:xfrm>
            <a:off x="4643094" y="3455515"/>
            <a:ext cx="183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C23A00"/>
                </a:solidFill>
                <a:latin typeface="Arial"/>
                <a:ea typeface="Arial"/>
                <a:cs typeface="Arial"/>
                <a:sym typeface="Arial"/>
              </a:rPr>
              <a:t>planned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8"/>
          <p:cNvSpPr txBox="1"/>
          <p:nvPr/>
        </p:nvSpPr>
        <p:spPr>
          <a:xfrm>
            <a:off x="1950982" y="3995656"/>
            <a:ext cx="183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C23A00"/>
                </a:solidFill>
                <a:latin typeface="Arial"/>
                <a:ea typeface="Arial"/>
                <a:cs typeface="Arial"/>
                <a:sym typeface="Arial"/>
              </a:rPr>
              <a:t>had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8"/>
          <p:cNvSpPr txBox="1"/>
          <p:nvPr/>
        </p:nvSpPr>
        <p:spPr>
          <a:xfrm>
            <a:off x="4422808" y="3703975"/>
            <a:ext cx="183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C23A00"/>
                </a:solidFill>
                <a:latin typeface="Arial"/>
                <a:ea typeface="Arial"/>
                <a:cs typeface="Arial"/>
                <a:sym typeface="Arial"/>
              </a:rPr>
              <a:t>stayed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8"/>
          <p:cNvSpPr txBox="1"/>
          <p:nvPr/>
        </p:nvSpPr>
        <p:spPr>
          <a:xfrm>
            <a:off x="199082" y="4294432"/>
            <a:ext cx="183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C23A00"/>
                </a:solidFill>
                <a:latin typeface="Arial"/>
                <a:ea typeface="Arial"/>
                <a:cs typeface="Arial"/>
                <a:sym typeface="Arial"/>
              </a:rPr>
              <a:t>enjoyed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8"/>
          <p:cNvSpPr txBox="1"/>
          <p:nvPr/>
        </p:nvSpPr>
        <p:spPr>
          <a:xfrm>
            <a:off x="1976194" y="3430765"/>
            <a:ext cx="183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C23A00"/>
                </a:solidFill>
                <a:latin typeface="Arial"/>
                <a:ea typeface="Arial"/>
                <a:cs typeface="Arial"/>
                <a:sym typeface="Arial"/>
              </a:rPr>
              <a:t>rained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7089c8a46c_0_0"/>
          <p:cNvSpPr txBox="1">
            <a:spLocks noGrp="1"/>
          </p:cNvSpPr>
          <p:nvPr>
            <p:ph type="title"/>
          </p:nvPr>
        </p:nvSpPr>
        <p:spPr>
          <a:xfrm>
            <a:off x="630936" y="310896"/>
            <a:ext cx="50292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My trip last summer:</a:t>
            </a:r>
            <a:endParaRPr/>
          </a:p>
        </p:txBody>
      </p:sp>
      <p:sp>
        <p:nvSpPr>
          <p:cNvPr id="457" name="Google Shape;457;g37089c8a46c_0_0"/>
          <p:cNvSpPr txBox="1">
            <a:spLocks noGrp="1"/>
          </p:cNvSpPr>
          <p:nvPr>
            <p:ph type="body" idx="1"/>
          </p:nvPr>
        </p:nvSpPr>
        <p:spPr>
          <a:xfrm>
            <a:off x="630925" y="1227675"/>
            <a:ext cx="7433400" cy="3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 dirty="0"/>
              <a:t>Last summer, I went to ….. with …..</a:t>
            </a:r>
            <a:endParaRPr sz="1700" dirty="0"/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 dirty="0"/>
              <a:t>We went there by …..</a:t>
            </a:r>
            <a:endParaRPr sz="1700" dirty="0"/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 dirty="0"/>
              <a:t>We stayed at a …</a:t>
            </a:r>
            <a:endParaRPr sz="1700" dirty="0"/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 dirty="0"/>
              <a:t>We visited some famous tourist attractions like ….</a:t>
            </a:r>
            <a:endParaRPr sz="1700" dirty="0"/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 dirty="0"/>
              <a:t>We tried some local dishes such as ……, and they tasted good. (but they were not to my taste.)</a:t>
            </a:r>
            <a:endParaRPr sz="1700" dirty="0"/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 dirty="0"/>
              <a:t>We stayed there for …. days, and we had a really great time together.</a:t>
            </a:r>
            <a:endParaRPr sz="1700" dirty="0"/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1"/>
          <p:cNvSpPr txBox="1">
            <a:spLocks noGrp="1"/>
          </p:cNvSpPr>
          <p:nvPr>
            <p:ph type="title"/>
          </p:nvPr>
        </p:nvSpPr>
        <p:spPr>
          <a:xfrm>
            <a:off x="1391474" y="2151150"/>
            <a:ext cx="73344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3500"/>
              <a:t>PAST CONTINUOUS</a:t>
            </a:r>
            <a:br>
              <a:rPr lang="en-US" sz="3500"/>
            </a:br>
            <a:endParaRPr sz="35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3"/>
          <p:cNvSpPr txBox="1">
            <a:spLocks noGrp="1"/>
          </p:cNvSpPr>
          <p:nvPr>
            <p:ph type="title"/>
          </p:nvPr>
        </p:nvSpPr>
        <p:spPr>
          <a:xfrm>
            <a:off x="1179600" y="299218"/>
            <a:ext cx="67848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PAST CONTINUOUS</a:t>
            </a:r>
            <a:endParaRPr/>
          </a:p>
        </p:txBody>
      </p:sp>
      <p:sp>
        <p:nvSpPr>
          <p:cNvPr id="468" name="Google Shape;468;p13"/>
          <p:cNvSpPr txBox="1">
            <a:spLocks noGrp="1"/>
          </p:cNvSpPr>
          <p:nvPr>
            <p:ph type="subTitle" idx="3"/>
          </p:nvPr>
        </p:nvSpPr>
        <p:spPr>
          <a:xfrm>
            <a:off x="1574032" y="1345157"/>
            <a:ext cx="19659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400"/>
              <a:buNone/>
            </a:pPr>
            <a:r>
              <a:rPr lang="en-US"/>
              <a:t>USAGE</a:t>
            </a:r>
            <a:endParaRPr/>
          </a:p>
        </p:txBody>
      </p:sp>
      <p:sp>
        <p:nvSpPr>
          <p:cNvPr id="469" name="Google Shape;469;p13"/>
          <p:cNvSpPr txBox="1">
            <a:spLocks noGrp="1"/>
          </p:cNvSpPr>
          <p:nvPr>
            <p:ph type="subTitle" idx="4"/>
          </p:nvPr>
        </p:nvSpPr>
        <p:spPr>
          <a:xfrm>
            <a:off x="5557393" y="1345157"/>
            <a:ext cx="19659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400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470" name="Google Shape;470;p13"/>
          <p:cNvSpPr txBox="1">
            <a:spLocks noGrp="1"/>
          </p:cNvSpPr>
          <p:nvPr>
            <p:ph type="body" idx="1"/>
          </p:nvPr>
        </p:nvSpPr>
        <p:spPr>
          <a:xfrm>
            <a:off x="157951" y="2004207"/>
            <a:ext cx="4414049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b="1"/>
              <a:t>Describe parallel actions</a:t>
            </a:r>
            <a:endParaRPr/>
          </a:p>
        </p:txBody>
      </p:sp>
      <p:sp>
        <p:nvSpPr>
          <p:cNvPr id="471" name="Google Shape;471;p13"/>
          <p:cNvSpPr txBox="1">
            <a:spLocks noGrp="1"/>
          </p:cNvSpPr>
          <p:nvPr>
            <p:ph type="body" idx="2"/>
          </p:nvPr>
        </p:nvSpPr>
        <p:spPr>
          <a:xfrm>
            <a:off x="4571999" y="2023019"/>
            <a:ext cx="4265543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Last night, while I </a:t>
            </a:r>
            <a:r>
              <a:rPr lang="en-US">
                <a:solidFill>
                  <a:schemeClr val="accent3"/>
                </a:solidFill>
              </a:rPr>
              <a:t>was washing </a:t>
            </a:r>
            <a:r>
              <a:rPr lang="en-US"/>
              <a:t>the dishes, my sister </a:t>
            </a:r>
            <a:r>
              <a:rPr lang="en-US">
                <a:solidFill>
                  <a:schemeClr val="accent3"/>
                </a:solidFill>
              </a:rPr>
              <a:t>was taking </a:t>
            </a:r>
            <a:r>
              <a:rPr lang="en-US"/>
              <a:t>a shower.</a:t>
            </a:r>
            <a:endParaRPr/>
          </a:p>
        </p:txBody>
      </p:sp>
      <p:sp>
        <p:nvSpPr>
          <p:cNvPr id="472" name="Google Shape;472;p13"/>
          <p:cNvSpPr txBox="1"/>
          <p:nvPr/>
        </p:nvSpPr>
        <p:spPr>
          <a:xfrm>
            <a:off x="157952" y="2832088"/>
            <a:ext cx="4414048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Describe what someone was doing at a particular point in time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3"/>
          <p:cNvSpPr txBox="1"/>
          <p:nvPr/>
        </p:nvSpPr>
        <p:spPr>
          <a:xfrm>
            <a:off x="4571999" y="2832088"/>
            <a:ext cx="4265548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</a:pPr>
            <a:r>
              <a:rPr lang="en-US" sz="180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 </a:t>
            </a:r>
            <a:r>
              <a:rPr lang="en-US" sz="1800" i="0" u="none" strike="noStrike" cap="non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was working </a:t>
            </a:r>
            <a:r>
              <a:rPr lang="en-US" sz="180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 the garden at 7 am yesterday.</a:t>
            </a:r>
            <a:endParaRPr sz="1400" i="0" u="none" strike="noStrike" cap="none">
              <a:solidFill>
                <a:srgbClr val="000000"/>
              </a:solidFill>
            </a:endParaRPr>
          </a:p>
        </p:txBody>
      </p:sp>
      <p:cxnSp>
        <p:nvCxnSpPr>
          <p:cNvPr id="474" name="Google Shape;474;p13"/>
          <p:cNvCxnSpPr/>
          <p:nvPr/>
        </p:nvCxnSpPr>
        <p:spPr>
          <a:xfrm>
            <a:off x="161551" y="2754419"/>
            <a:ext cx="8676000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475" name="Google Shape;475;p13"/>
          <p:cNvCxnSpPr/>
          <p:nvPr/>
        </p:nvCxnSpPr>
        <p:spPr>
          <a:xfrm>
            <a:off x="161551" y="3563488"/>
            <a:ext cx="8676000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476" name="Google Shape;476;p13"/>
          <p:cNvCxnSpPr/>
          <p:nvPr/>
        </p:nvCxnSpPr>
        <p:spPr>
          <a:xfrm>
            <a:off x="161551" y="4372557"/>
            <a:ext cx="8676000" cy="0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477" name="Google Shape;477;p13"/>
          <p:cNvSpPr txBox="1"/>
          <p:nvPr/>
        </p:nvSpPr>
        <p:spPr>
          <a:xfrm>
            <a:off x="165778" y="3653844"/>
            <a:ext cx="4406216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Express interrupted action in the past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3"/>
          <p:cNvSpPr txBox="1"/>
          <p:nvPr/>
        </p:nvSpPr>
        <p:spPr>
          <a:xfrm>
            <a:off x="4571999" y="3653844"/>
            <a:ext cx="4265547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</a:pPr>
            <a:r>
              <a:rPr lang="en-US" sz="180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We </a:t>
            </a:r>
            <a:r>
              <a:rPr lang="en-US" sz="1800" i="0" u="none" strike="noStrike" cap="non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were having </a:t>
            </a:r>
            <a:r>
              <a:rPr lang="en-US" sz="180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dinner when he came home.</a:t>
            </a:r>
            <a:endParaRPr sz="1400" i="0" u="none" strike="noStrike" cap="none">
              <a:solidFill>
                <a:srgbClr val="000000"/>
              </a:solidFill>
            </a:endParaRPr>
          </a:p>
        </p:txBody>
      </p:sp>
      <p:cxnSp>
        <p:nvCxnSpPr>
          <p:cNvPr id="479" name="Google Shape;479;p13"/>
          <p:cNvCxnSpPr/>
          <p:nvPr/>
        </p:nvCxnSpPr>
        <p:spPr>
          <a:xfrm>
            <a:off x="4572000" y="1357844"/>
            <a:ext cx="0" cy="302740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480" name="Google Shape;480;p13"/>
          <p:cNvCxnSpPr/>
          <p:nvPr/>
        </p:nvCxnSpPr>
        <p:spPr>
          <a:xfrm rot="10800000">
            <a:off x="157951" y="1985745"/>
            <a:ext cx="8679600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4901"/>
              </a:srgbClr>
            </a:outerShdw>
          </a:effec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2"/>
          <p:cNvSpPr txBox="1">
            <a:spLocks noGrp="1"/>
          </p:cNvSpPr>
          <p:nvPr>
            <p:ph type="title"/>
          </p:nvPr>
        </p:nvSpPr>
        <p:spPr>
          <a:xfrm>
            <a:off x="1179576" y="310896"/>
            <a:ext cx="67848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PAST CONTINUOUS TENSE</a:t>
            </a:r>
            <a:endParaRPr/>
          </a:p>
        </p:txBody>
      </p:sp>
      <p:sp>
        <p:nvSpPr>
          <p:cNvPr id="486" name="Google Shape;486;p12"/>
          <p:cNvSpPr txBox="1">
            <a:spLocks noGrp="1"/>
          </p:cNvSpPr>
          <p:nvPr>
            <p:ph type="title" idx="2"/>
          </p:nvPr>
        </p:nvSpPr>
        <p:spPr>
          <a:xfrm>
            <a:off x="2216333" y="1797653"/>
            <a:ext cx="5793585" cy="496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She was cooking all morning.</a:t>
            </a:r>
            <a:endParaRPr/>
          </a:p>
        </p:txBody>
      </p:sp>
      <p:sp>
        <p:nvSpPr>
          <p:cNvPr id="487" name="Google Shape;487;p12"/>
          <p:cNvSpPr txBox="1">
            <a:spLocks noGrp="1"/>
          </p:cNvSpPr>
          <p:nvPr>
            <p:ph type="title" idx="3"/>
          </p:nvPr>
        </p:nvSpPr>
        <p:spPr>
          <a:xfrm>
            <a:off x="2216333" y="1337196"/>
            <a:ext cx="4782559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rgbClr val="4B7A7D"/>
                </a:solidFill>
              </a:rPr>
              <a:t>S + was/were + V-ing + …</a:t>
            </a:r>
            <a:endParaRPr/>
          </a:p>
        </p:txBody>
      </p:sp>
      <p:grpSp>
        <p:nvGrpSpPr>
          <p:cNvPr id="488" name="Google Shape;488;p12"/>
          <p:cNvGrpSpPr/>
          <p:nvPr/>
        </p:nvGrpSpPr>
        <p:grpSpPr>
          <a:xfrm>
            <a:off x="1064273" y="1319527"/>
            <a:ext cx="939900" cy="658637"/>
            <a:chOff x="1064273" y="1319527"/>
            <a:chExt cx="939900" cy="658637"/>
          </a:xfrm>
        </p:grpSpPr>
        <p:sp>
          <p:nvSpPr>
            <p:cNvPr id="489" name="Google Shape;489;p12"/>
            <p:cNvSpPr/>
            <p:nvPr/>
          </p:nvSpPr>
          <p:spPr>
            <a:xfrm>
              <a:off x="1064273" y="1665564"/>
              <a:ext cx="939900" cy="312600"/>
            </a:xfrm>
            <a:prstGeom prst="rect">
              <a:avLst/>
            </a:prstGeom>
            <a:noFill/>
            <a:ln w="19050" cap="flat" cmpd="sng">
              <a:solidFill>
                <a:schemeClr val="hlink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12"/>
            <p:cNvSpPr/>
            <p:nvPr/>
          </p:nvSpPr>
          <p:spPr>
            <a:xfrm>
              <a:off x="1230891" y="1319527"/>
              <a:ext cx="606600" cy="60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1" name="Google Shape;491;p12"/>
          <p:cNvGrpSpPr/>
          <p:nvPr/>
        </p:nvGrpSpPr>
        <p:grpSpPr>
          <a:xfrm>
            <a:off x="1058860" y="3601105"/>
            <a:ext cx="939900" cy="658637"/>
            <a:chOff x="1058860" y="3601105"/>
            <a:chExt cx="939900" cy="658637"/>
          </a:xfrm>
        </p:grpSpPr>
        <p:sp>
          <p:nvSpPr>
            <p:cNvPr id="492" name="Google Shape;492;p12"/>
            <p:cNvSpPr/>
            <p:nvPr/>
          </p:nvSpPr>
          <p:spPr>
            <a:xfrm>
              <a:off x="1058860" y="3947142"/>
              <a:ext cx="939900" cy="312600"/>
            </a:xfrm>
            <a:prstGeom prst="rect">
              <a:avLst/>
            </a:prstGeom>
            <a:noFill/>
            <a:ln w="19050" cap="flat" cmpd="sng">
              <a:solidFill>
                <a:schemeClr val="hlink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12"/>
            <p:cNvSpPr/>
            <p:nvPr/>
          </p:nvSpPr>
          <p:spPr>
            <a:xfrm>
              <a:off x="1221357" y="3601105"/>
              <a:ext cx="606600" cy="60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4" name="Google Shape;494;p12"/>
          <p:cNvGrpSpPr/>
          <p:nvPr/>
        </p:nvGrpSpPr>
        <p:grpSpPr>
          <a:xfrm>
            <a:off x="1064273" y="2451292"/>
            <a:ext cx="939900" cy="676684"/>
            <a:chOff x="1064273" y="2453572"/>
            <a:chExt cx="939900" cy="676684"/>
          </a:xfrm>
        </p:grpSpPr>
        <p:sp>
          <p:nvSpPr>
            <p:cNvPr id="495" name="Google Shape;495;p12"/>
            <p:cNvSpPr/>
            <p:nvPr/>
          </p:nvSpPr>
          <p:spPr>
            <a:xfrm>
              <a:off x="1064273" y="2453572"/>
              <a:ext cx="939900" cy="312600"/>
            </a:xfrm>
            <a:prstGeom prst="rect">
              <a:avLst/>
            </a:prstGeom>
            <a:noFill/>
            <a:ln w="19050" cap="flat" cmpd="sng">
              <a:solidFill>
                <a:schemeClr val="hlink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12"/>
            <p:cNvSpPr/>
            <p:nvPr/>
          </p:nvSpPr>
          <p:spPr>
            <a:xfrm>
              <a:off x="1232932" y="2523656"/>
              <a:ext cx="606600" cy="606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97" name="Google Shape;497;p12" descr="Ad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28101" y="1423441"/>
            <a:ext cx="412179" cy="412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12" descr="Question mar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1357" y="3627616"/>
            <a:ext cx="583146" cy="583146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12"/>
          <p:cNvSpPr txBox="1"/>
          <p:nvPr/>
        </p:nvSpPr>
        <p:spPr>
          <a:xfrm>
            <a:off x="1018664" y="2240338"/>
            <a:ext cx="1031051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6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－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2"/>
          <p:cNvSpPr txBox="1"/>
          <p:nvPr/>
        </p:nvSpPr>
        <p:spPr>
          <a:xfrm>
            <a:off x="2216333" y="2911749"/>
            <a:ext cx="5793585" cy="496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Hammersmith One"/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She wasn’t sleeping when he came home.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2"/>
          <p:cNvSpPr txBox="1"/>
          <p:nvPr/>
        </p:nvSpPr>
        <p:spPr>
          <a:xfrm>
            <a:off x="2216333" y="2451292"/>
            <a:ext cx="579358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Hammersmith One"/>
              <a:buNone/>
            </a:pPr>
            <a:r>
              <a:rPr lang="en-US" sz="2400" b="0" i="0" u="none" strike="noStrike" cap="none">
                <a:solidFill>
                  <a:srgbClr val="DB8736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 + was/were + not + V-ing + …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2"/>
          <p:cNvSpPr txBox="1"/>
          <p:nvPr/>
        </p:nvSpPr>
        <p:spPr>
          <a:xfrm>
            <a:off x="2216333" y="4025640"/>
            <a:ext cx="5793585" cy="496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Hammersmith One"/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Was she sleeping when he came home?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2"/>
          <p:cNvSpPr txBox="1"/>
          <p:nvPr/>
        </p:nvSpPr>
        <p:spPr>
          <a:xfrm>
            <a:off x="2216333" y="3565183"/>
            <a:ext cx="579358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Hammersmith One"/>
              <a:buNone/>
            </a:pPr>
            <a:r>
              <a:rPr lang="en-US" sz="2400" b="0" i="0" u="none" strike="noStrike" cap="none">
                <a:solidFill>
                  <a:srgbClr val="D56434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Was/Were + S + V-ing + …?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4"/>
          <p:cNvSpPr/>
          <p:nvPr/>
        </p:nvSpPr>
        <p:spPr>
          <a:xfrm>
            <a:off x="1868665" y="1715039"/>
            <a:ext cx="2485514" cy="2485001"/>
          </a:xfrm>
          <a:prstGeom prst="ellips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4"/>
          <p:cNvSpPr/>
          <p:nvPr/>
        </p:nvSpPr>
        <p:spPr>
          <a:xfrm>
            <a:off x="4713070" y="1715040"/>
            <a:ext cx="2819106" cy="2818524"/>
          </a:xfrm>
          <a:prstGeom prst="ellips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4"/>
          <p:cNvSpPr txBox="1">
            <a:spLocks noGrp="1"/>
          </p:cNvSpPr>
          <p:nvPr>
            <p:ph type="body" idx="1"/>
          </p:nvPr>
        </p:nvSpPr>
        <p:spPr>
          <a:xfrm>
            <a:off x="2656177" y="2653334"/>
            <a:ext cx="1344055" cy="636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b="1"/>
              <a:t>While</a:t>
            </a:r>
            <a:endParaRPr/>
          </a:p>
          <a:p>
            <a:pPr marL="0" lvl="0" indent="0" algn="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n-US" b="1"/>
              <a:t>When</a:t>
            </a:r>
            <a:endParaRPr b="1"/>
          </a:p>
        </p:txBody>
      </p:sp>
      <p:sp>
        <p:nvSpPr>
          <p:cNvPr id="511" name="Google Shape;511;p14"/>
          <p:cNvSpPr txBox="1">
            <a:spLocks noGrp="1"/>
          </p:cNvSpPr>
          <p:nvPr>
            <p:ph type="body" idx="2"/>
          </p:nvPr>
        </p:nvSpPr>
        <p:spPr>
          <a:xfrm>
            <a:off x="5229127" y="2643042"/>
            <a:ext cx="3208514" cy="1109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b="1"/>
              <a:t>At that moment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-US" b="1"/>
              <a:t>At one/two o’clock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b="1"/>
          </a:p>
        </p:txBody>
      </p:sp>
      <p:sp>
        <p:nvSpPr>
          <p:cNvPr id="512" name="Google Shape;512;p14"/>
          <p:cNvSpPr/>
          <p:nvPr/>
        </p:nvSpPr>
        <p:spPr>
          <a:xfrm>
            <a:off x="1909590" y="1715050"/>
            <a:ext cx="714600" cy="714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4"/>
          <p:cNvSpPr/>
          <p:nvPr/>
        </p:nvSpPr>
        <p:spPr>
          <a:xfrm>
            <a:off x="7008428" y="3648110"/>
            <a:ext cx="714600" cy="714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4"/>
          <p:cNvSpPr txBox="1">
            <a:spLocks noGrp="1"/>
          </p:cNvSpPr>
          <p:nvPr>
            <p:ph type="title"/>
          </p:nvPr>
        </p:nvSpPr>
        <p:spPr>
          <a:xfrm>
            <a:off x="2665115" y="2236842"/>
            <a:ext cx="1299957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Words</a:t>
            </a:r>
            <a:endParaRPr/>
          </a:p>
        </p:txBody>
      </p:sp>
      <p:sp>
        <p:nvSpPr>
          <p:cNvPr id="515" name="Google Shape;515;p14"/>
          <p:cNvSpPr txBox="1">
            <a:spLocks noGrp="1"/>
          </p:cNvSpPr>
          <p:nvPr>
            <p:ph type="title" idx="3"/>
          </p:nvPr>
        </p:nvSpPr>
        <p:spPr>
          <a:xfrm>
            <a:off x="5229127" y="2236842"/>
            <a:ext cx="19014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Phrases</a:t>
            </a:r>
            <a:endParaRPr/>
          </a:p>
        </p:txBody>
      </p:sp>
      <p:sp>
        <p:nvSpPr>
          <p:cNvPr id="516" name="Google Shape;516;p14"/>
          <p:cNvSpPr txBox="1"/>
          <p:nvPr/>
        </p:nvSpPr>
        <p:spPr>
          <a:xfrm>
            <a:off x="1023764" y="277524"/>
            <a:ext cx="7096471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Hammersmith One"/>
              <a:buNone/>
            </a:pPr>
            <a:r>
              <a:rPr lang="en-US" sz="2400" b="0" i="0" u="none" strike="noStrike" cap="none">
                <a:solidFill>
                  <a:schemeClr val="accent4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HELPFUL HINTS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Hammersmith One"/>
              <a:buNone/>
            </a:pPr>
            <a:r>
              <a:rPr lang="en-US" sz="2400" b="0" i="0" u="none" strike="noStrike" cap="none">
                <a:solidFill>
                  <a:schemeClr val="accent4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The past continuous tense is often used with: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5"/>
          <p:cNvSpPr txBox="1">
            <a:spLocks noGrp="1"/>
          </p:cNvSpPr>
          <p:nvPr>
            <p:ph type="title"/>
          </p:nvPr>
        </p:nvSpPr>
        <p:spPr>
          <a:xfrm>
            <a:off x="1591050" y="2260800"/>
            <a:ext cx="59619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-US"/>
              <a:t>PRACTICE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7080507d16_0_0"/>
          <p:cNvSpPr txBox="1"/>
          <p:nvPr/>
        </p:nvSpPr>
        <p:spPr>
          <a:xfrm>
            <a:off x="394825" y="1650325"/>
            <a:ext cx="7632408" cy="3585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Last December, we  </a:t>
            </a:r>
            <a:r>
              <a:rPr lang="en-US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(visited / were visiting)</a:t>
            </a:r>
            <a:r>
              <a:rPr lang="en-US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Sapa for the first time. It </a:t>
            </a:r>
            <a:r>
              <a:rPr lang="en-US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(snowed / was snowing)</a:t>
            </a:r>
            <a:r>
              <a:rPr lang="en-US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when we arrived, so the whole town looked beautiful and white.</a:t>
            </a:r>
            <a:endParaRPr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While we </a:t>
            </a:r>
            <a:r>
              <a:rPr lang="en-US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(walked / were walking)</a:t>
            </a:r>
            <a:r>
              <a:rPr lang="en-US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through the village, we </a:t>
            </a:r>
            <a:r>
              <a:rPr lang="en-US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(saw / were seeing)</a:t>
            </a:r>
            <a:r>
              <a:rPr lang="en-US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children playing in the snow. My little sister </a:t>
            </a:r>
            <a:r>
              <a:rPr lang="en-US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(built / was building)</a:t>
            </a:r>
            <a:r>
              <a:rPr lang="en-US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a snowman while my parents </a:t>
            </a:r>
            <a:r>
              <a:rPr lang="en-US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(took / were taking)</a:t>
            </a:r>
            <a:r>
              <a:rPr lang="en-US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pictures of the mountains.</a:t>
            </a:r>
            <a:endParaRPr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Suddenly, I </a:t>
            </a:r>
            <a:r>
              <a:rPr lang="en-US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(fell / was falling)</a:t>
            </a:r>
            <a:r>
              <a:rPr lang="en-US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because I </a:t>
            </a:r>
            <a:r>
              <a:rPr lang="en-US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(didn’t watch / wasn’t watching)</a:t>
            </a:r>
            <a:r>
              <a:rPr lang="en-US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where I was going. Luckily, I </a:t>
            </a:r>
            <a:r>
              <a:rPr lang="en-US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(didn’t hurt / wasn’t hurting)</a:t>
            </a:r>
            <a:r>
              <a:rPr lang="en-US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myself! Later that night, while we </a:t>
            </a:r>
            <a:r>
              <a:rPr lang="en-US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(ate / were eating)</a:t>
            </a:r>
            <a:r>
              <a:rPr lang="en-US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dinner, it </a:t>
            </a:r>
            <a:r>
              <a:rPr lang="en-US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(started / was starting)</a:t>
            </a:r>
            <a:r>
              <a:rPr lang="en-US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snowing again.</a:t>
            </a:r>
            <a:endParaRPr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We </a:t>
            </a:r>
            <a:r>
              <a:rPr lang="en-US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(enjoyed / were enjoying)</a:t>
            </a:r>
            <a:r>
              <a:rPr lang="en-US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every moment of our trip. It was a holiday I’ll never forget.</a:t>
            </a:r>
            <a:endParaRPr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7" name="Google Shape;527;g37080507d16_0_0"/>
          <p:cNvSpPr/>
          <p:nvPr/>
        </p:nvSpPr>
        <p:spPr>
          <a:xfrm>
            <a:off x="2076970" y="1886725"/>
            <a:ext cx="642900" cy="219600"/>
          </a:xfrm>
          <a:prstGeom prst="ellipse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" name="Google Shape;528;g37080507d16_0_0"/>
          <p:cNvSpPr/>
          <p:nvPr/>
        </p:nvSpPr>
        <p:spPr>
          <a:xfrm>
            <a:off x="6678950" y="1893925"/>
            <a:ext cx="1104600" cy="219600"/>
          </a:xfrm>
          <a:prstGeom prst="ellipse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9" name="Google Shape;529;g37080507d16_0_0"/>
          <p:cNvSpPr/>
          <p:nvPr/>
        </p:nvSpPr>
        <p:spPr>
          <a:xfrm>
            <a:off x="1970750" y="2555125"/>
            <a:ext cx="1203000" cy="219600"/>
          </a:xfrm>
          <a:prstGeom prst="ellipse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" name="Google Shape;530;g37080507d16_0_0"/>
          <p:cNvSpPr/>
          <p:nvPr/>
        </p:nvSpPr>
        <p:spPr>
          <a:xfrm>
            <a:off x="4981250" y="2555125"/>
            <a:ext cx="423600" cy="219600"/>
          </a:xfrm>
          <a:prstGeom prst="ellipse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1" name="Google Shape;531;g37080507d16_0_0"/>
          <p:cNvSpPr/>
          <p:nvPr/>
        </p:nvSpPr>
        <p:spPr>
          <a:xfrm>
            <a:off x="3173750" y="2788929"/>
            <a:ext cx="1104600" cy="219600"/>
          </a:xfrm>
          <a:prstGeom prst="ellipse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2" name="Google Shape;532;g37080507d16_0_0"/>
          <p:cNvSpPr/>
          <p:nvPr/>
        </p:nvSpPr>
        <p:spPr>
          <a:xfrm>
            <a:off x="7212350" y="2788929"/>
            <a:ext cx="571200" cy="219600"/>
          </a:xfrm>
          <a:prstGeom prst="ellipse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3" name="Google Shape;533;g37080507d16_0_0"/>
          <p:cNvSpPr/>
          <p:nvPr/>
        </p:nvSpPr>
        <p:spPr>
          <a:xfrm>
            <a:off x="1340741" y="3412233"/>
            <a:ext cx="457200" cy="219600"/>
          </a:xfrm>
          <a:prstGeom prst="ellipse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" name="Google Shape;534;g37080507d16_0_0"/>
          <p:cNvSpPr/>
          <p:nvPr/>
        </p:nvSpPr>
        <p:spPr>
          <a:xfrm>
            <a:off x="3615960" y="3445108"/>
            <a:ext cx="1032000" cy="219600"/>
          </a:xfrm>
          <a:prstGeom prst="ellipse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5" name="Google Shape;535;g37080507d16_0_0"/>
          <p:cNvSpPr/>
          <p:nvPr/>
        </p:nvSpPr>
        <p:spPr>
          <a:xfrm>
            <a:off x="1145650" y="3666744"/>
            <a:ext cx="1032000" cy="219600"/>
          </a:xfrm>
          <a:prstGeom prst="ellipse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6" name="Google Shape;536;g37080507d16_0_0"/>
          <p:cNvSpPr/>
          <p:nvPr/>
        </p:nvSpPr>
        <p:spPr>
          <a:xfrm>
            <a:off x="6532796" y="3664708"/>
            <a:ext cx="1032000" cy="219600"/>
          </a:xfrm>
          <a:prstGeom prst="ellipse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7" name="Google Shape;537;g37080507d16_0_0"/>
          <p:cNvSpPr/>
          <p:nvPr/>
        </p:nvSpPr>
        <p:spPr>
          <a:xfrm>
            <a:off x="1283741" y="3956166"/>
            <a:ext cx="571200" cy="219600"/>
          </a:xfrm>
          <a:prstGeom prst="ellipse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8" name="Google Shape;538;g37080507d16_0_0"/>
          <p:cNvSpPr/>
          <p:nvPr/>
        </p:nvSpPr>
        <p:spPr>
          <a:xfrm>
            <a:off x="831167" y="4315410"/>
            <a:ext cx="571200" cy="219600"/>
          </a:xfrm>
          <a:prstGeom prst="ellipse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9" name="Google Shape;539;g37080507d16_0_0"/>
          <p:cNvSpPr txBox="1"/>
          <p:nvPr/>
        </p:nvSpPr>
        <p:spPr>
          <a:xfrm>
            <a:off x="394825" y="659725"/>
            <a:ext cx="7933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4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Choose the correct tense of the verbs: </a:t>
            </a:r>
            <a:endParaRPr sz="2800">
              <a:solidFill>
                <a:schemeClr val="accent4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7"/>
          <p:cNvSpPr txBox="1">
            <a:spLocks noGrp="1"/>
          </p:cNvSpPr>
          <p:nvPr>
            <p:ph type="title"/>
          </p:nvPr>
        </p:nvSpPr>
        <p:spPr>
          <a:xfrm>
            <a:off x="722375" y="760325"/>
            <a:ext cx="6298500" cy="15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 sz="6400"/>
              <a:t>GOODBYE</a:t>
            </a:r>
            <a:br>
              <a:rPr lang="en-US" sz="6400"/>
            </a:br>
            <a:r>
              <a:rPr lang="en-US" sz="4600"/>
              <a:t>See you later!</a:t>
            </a:r>
            <a:endParaRPr sz="6400"/>
          </a:p>
        </p:txBody>
      </p:sp>
      <p:pic>
        <p:nvPicPr>
          <p:cNvPr id="545" name="Google Shape;545;p17"/>
          <p:cNvPicPr preferRelativeResize="0"/>
          <p:nvPr/>
        </p:nvPicPr>
        <p:blipFill rotWithShape="1">
          <a:blip r:embed="rId3">
            <a:alphaModFix/>
          </a:blip>
          <a:srcRect l="15734" t="22395" r="14270" b="11127"/>
          <a:stretch/>
        </p:blipFill>
        <p:spPr>
          <a:xfrm>
            <a:off x="1782950" y="2488225"/>
            <a:ext cx="1638849" cy="18180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rammar Lesson XL by Slidesgo">
  <a:themeElements>
    <a:clrScheme name="Simple Light">
      <a:dk1>
        <a:srgbClr val="FFFFFF"/>
      </a:dk1>
      <a:lt1>
        <a:srgbClr val="000000"/>
      </a:lt1>
      <a:dk2>
        <a:srgbClr val="E9E3CB"/>
      </a:dk2>
      <a:lt2>
        <a:srgbClr val="FFD7A1"/>
      </a:lt2>
      <a:accent1>
        <a:srgbClr val="68A1A4"/>
      </a:accent1>
      <a:accent2>
        <a:srgbClr val="DA8737"/>
      </a:accent2>
      <a:accent3>
        <a:srgbClr val="D56534"/>
      </a:accent3>
      <a:accent4>
        <a:srgbClr val="5A1B00"/>
      </a:accent4>
      <a:accent5>
        <a:srgbClr val="68A1A4"/>
      </a:accent5>
      <a:accent6>
        <a:srgbClr val="DA8737"/>
      </a:accent6>
      <a:hlink>
        <a:srgbClr val="19161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1189</Words>
  <Application>Microsoft Office PowerPoint</Application>
  <PresentationFormat>On-screen Show (16:9)</PresentationFormat>
  <Paragraphs>177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Hammersmith One</vt:lpstr>
      <vt:lpstr>Roboto</vt:lpstr>
      <vt:lpstr>Arial</vt:lpstr>
      <vt:lpstr>Grammar Lesson XL by Slidesgo</vt:lpstr>
      <vt:lpstr>CLASSROOM RULES</vt:lpstr>
      <vt:lpstr>REVIEW</vt:lpstr>
      <vt:lpstr>GRAMMAR + VOCABULARY</vt:lpstr>
      <vt:lpstr>LISTENING</vt:lpstr>
      <vt:lpstr>SPEAKING</vt:lpstr>
      <vt:lpstr>Lesson 13 VERBS &amp; TENSES 2</vt:lpstr>
      <vt:lpstr>OBJECTIVES</vt:lpstr>
      <vt:lpstr>GRAMMAR</vt:lpstr>
      <vt:lpstr>PAST SIMPLE</vt:lpstr>
      <vt:lpstr>PAST SIMPLE</vt:lpstr>
      <vt:lpstr>REGULAR VERBS</vt:lpstr>
      <vt:lpstr>How to pronounce “ED"</vt:lpstr>
      <vt:lpstr>Irregular verbs</vt:lpstr>
      <vt:lpstr>Words</vt:lpstr>
      <vt:lpstr>Put the verbs in the correct past simple form.</vt:lpstr>
      <vt:lpstr>My trip last summer:</vt:lpstr>
      <vt:lpstr>PAST CONTINUOUS </vt:lpstr>
      <vt:lpstr>PAST CONTINUOUS</vt:lpstr>
      <vt:lpstr>PAST CONTINUOUS TENSE</vt:lpstr>
      <vt:lpstr>Words</vt:lpstr>
      <vt:lpstr>PRACTICE</vt:lpstr>
      <vt:lpstr>PowerPoint Presentation</vt:lpstr>
      <vt:lpstr>GOODBYE See you later!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ADMIN</cp:lastModifiedBy>
  <cp:revision>1</cp:revision>
  <dcterms:modified xsi:type="dcterms:W3CDTF">2026-07-09T10:25:37Z</dcterms:modified>
</cp:coreProperties>
</file>