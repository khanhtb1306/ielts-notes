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6858000" cy="9144000"/>
  <p:embeddedFontLst>
    <p:embeddedFont>
      <p:font typeface="Palanquin" panose="020B0004020203020204"/>
      <p:regular r:id="rId27"/>
      <p:bold r:id="rId28"/>
    </p:embeddedFont>
    <p:embeddedFont>
      <p:font typeface="Lato" panose="020F0502020204030203"/>
      <p:regular r:id="rId29"/>
      <p:bold r:id="rId30"/>
      <p:italic r:id="rId31"/>
      <p:boldItalic r:id="rId32"/>
    </p:embeddedFont>
    <p:embeddedFont>
      <p:font typeface="Lexend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F627D3B-4820-4A80-AD5A-C263FAB054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ee436fdd6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0ee436fdd6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6" name="Google Shape;126;p37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0946f21759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31" name="Google Shape;131;g10946f21759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094413b512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37" name="Google Shape;137;g1094413b512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946f21759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43" name="Google Shape;143;g10946f21759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c9abc6a261_0_5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2c9abc6a261_0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2174b517a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72174b517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2174b517a_0_1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372174b517a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2174b517a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72174b517a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2174b517a_0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2174b517a_0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2174b517a_0_3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372174b517a_0_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4"/>
          <p:cNvSpPr/>
          <p:nvPr/>
        </p:nvSpPr>
        <p:spPr>
          <a:xfrm rot="10800000" flipH="1">
            <a:off x="7517437" y="4250066"/>
            <a:ext cx="503166" cy="909647"/>
          </a:xfrm>
          <a:custGeom>
            <a:avLst/>
            <a:gdLst/>
            <a:ahLst/>
            <a:cxnLst/>
            <a:rect l="l" t="t" r="r" b="b"/>
            <a:pathLst>
              <a:path w="25152" h="45471" extrusionOk="0">
                <a:moveTo>
                  <a:pt x="1" y="0"/>
                </a:moveTo>
                <a:lnTo>
                  <a:pt x="1" y="40574"/>
                </a:lnTo>
                <a:cubicBezTo>
                  <a:pt x="1" y="41777"/>
                  <a:pt x="2795" y="44005"/>
                  <a:pt x="3644" y="44571"/>
                </a:cubicBezTo>
                <a:cubicBezTo>
                  <a:pt x="4616" y="45195"/>
                  <a:pt x="5603" y="45471"/>
                  <a:pt x="6563" y="45471"/>
                </a:cubicBezTo>
                <a:cubicBezTo>
                  <a:pt x="8818" y="45471"/>
                  <a:pt x="10921" y="43946"/>
                  <a:pt x="12311" y="41812"/>
                </a:cubicBezTo>
                <a:cubicBezTo>
                  <a:pt x="14716" y="38027"/>
                  <a:pt x="16980" y="33641"/>
                  <a:pt x="20199" y="30316"/>
                </a:cubicBezTo>
                <a:cubicBezTo>
                  <a:pt x="20482" y="29997"/>
                  <a:pt x="20800" y="29679"/>
                  <a:pt x="21154" y="29396"/>
                </a:cubicBezTo>
                <a:cubicBezTo>
                  <a:pt x="21826" y="23665"/>
                  <a:pt x="24727" y="18289"/>
                  <a:pt x="24939" y="12487"/>
                </a:cubicBezTo>
                <a:cubicBezTo>
                  <a:pt x="25151" y="7960"/>
                  <a:pt x="23560" y="3573"/>
                  <a:pt x="20871" y="0"/>
                </a:cubicBez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34"/>
          <p:cNvSpPr/>
          <p:nvPr/>
        </p:nvSpPr>
        <p:spPr>
          <a:xfrm rot="10800000" flipH="1">
            <a:off x="7929992" y="4571627"/>
            <a:ext cx="439470" cy="594449"/>
          </a:xfrm>
          <a:custGeom>
            <a:avLst/>
            <a:gdLst/>
            <a:ahLst/>
            <a:cxnLst/>
            <a:rect l="l" t="t" r="r" b="b"/>
            <a:pathLst>
              <a:path w="21968" h="29715" extrusionOk="0">
                <a:moveTo>
                  <a:pt x="1" y="0"/>
                </a:moveTo>
                <a:cubicBezTo>
                  <a:pt x="2689" y="3573"/>
                  <a:pt x="4528" y="8278"/>
                  <a:pt x="4352" y="12841"/>
                </a:cubicBezTo>
                <a:cubicBezTo>
                  <a:pt x="4104" y="18607"/>
                  <a:pt x="1203" y="23983"/>
                  <a:pt x="531" y="29714"/>
                </a:cubicBezTo>
                <a:cubicBezTo>
                  <a:pt x="4245" y="26354"/>
                  <a:pt x="9021" y="24443"/>
                  <a:pt x="13124" y="21613"/>
                </a:cubicBezTo>
                <a:cubicBezTo>
                  <a:pt x="16308" y="19385"/>
                  <a:pt x="18713" y="16237"/>
                  <a:pt x="20093" y="12593"/>
                </a:cubicBezTo>
                <a:cubicBezTo>
                  <a:pt x="20517" y="11355"/>
                  <a:pt x="21968" y="318"/>
                  <a:pt x="19881" y="318"/>
                </a:cubicBezTo>
                <a:cubicBezTo>
                  <a:pt x="19881" y="318"/>
                  <a:pt x="9905" y="0"/>
                  <a:pt x="1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13;p34"/>
          <p:cNvSpPr/>
          <p:nvPr/>
        </p:nvSpPr>
        <p:spPr>
          <a:xfrm rot="10800000" flipH="1">
            <a:off x="6962268" y="4226313"/>
            <a:ext cx="434529" cy="276729"/>
          </a:xfrm>
          <a:custGeom>
            <a:avLst/>
            <a:gdLst/>
            <a:ahLst/>
            <a:cxnLst/>
            <a:rect l="l" t="t" r="r" b="b"/>
            <a:pathLst>
              <a:path w="21721" h="13833" extrusionOk="0">
                <a:moveTo>
                  <a:pt x="1" y="1"/>
                </a:moveTo>
                <a:cubicBezTo>
                  <a:pt x="2159" y="4352"/>
                  <a:pt x="5519" y="7995"/>
                  <a:pt x="9729" y="10472"/>
                </a:cubicBezTo>
                <a:cubicBezTo>
                  <a:pt x="13125" y="12382"/>
                  <a:pt x="16945" y="13549"/>
                  <a:pt x="20872" y="13797"/>
                </a:cubicBezTo>
                <a:lnTo>
                  <a:pt x="21720" y="13832"/>
                </a:lnTo>
                <a:cubicBezTo>
                  <a:pt x="21438" y="13408"/>
                  <a:pt x="21119" y="12983"/>
                  <a:pt x="20801" y="12594"/>
                </a:cubicBezTo>
                <a:cubicBezTo>
                  <a:pt x="15495" y="5873"/>
                  <a:pt x="8066" y="1911"/>
                  <a:pt x="1" y="1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Google Shape;14;p34"/>
          <p:cNvSpPr/>
          <p:nvPr/>
        </p:nvSpPr>
        <p:spPr>
          <a:xfrm rot="10800000" flipH="1">
            <a:off x="6892931" y="4769795"/>
            <a:ext cx="322701" cy="457154"/>
          </a:xfrm>
          <a:custGeom>
            <a:avLst/>
            <a:gdLst/>
            <a:ahLst/>
            <a:cxnLst/>
            <a:rect l="l" t="t" r="r" b="b"/>
            <a:pathLst>
              <a:path w="16131" h="22852" extrusionOk="0">
                <a:moveTo>
                  <a:pt x="6615" y="1"/>
                </a:moveTo>
                <a:cubicBezTo>
                  <a:pt x="5483" y="1628"/>
                  <a:pt x="4528" y="3361"/>
                  <a:pt x="3715" y="5165"/>
                </a:cubicBezTo>
                <a:cubicBezTo>
                  <a:pt x="1203" y="10719"/>
                  <a:pt x="0" y="16768"/>
                  <a:pt x="213" y="22852"/>
                </a:cubicBezTo>
                <a:cubicBezTo>
                  <a:pt x="3325" y="21968"/>
                  <a:pt x="6155" y="20447"/>
                  <a:pt x="8632" y="18395"/>
                </a:cubicBezTo>
                <a:cubicBezTo>
                  <a:pt x="12169" y="15424"/>
                  <a:pt x="16131" y="8596"/>
                  <a:pt x="12452" y="4316"/>
                </a:cubicBezTo>
                <a:cubicBezTo>
                  <a:pt x="10825" y="2477"/>
                  <a:pt x="8844" y="1026"/>
                  <a:pt x="66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Google Shape;15;p34"/>
          <p:cNvSpPr/>
          <p:nvPr/>
        </p:nvSpPr>
        <p:spPr>
          <a:xfrm rot="10800000" flipH="1">
            <a:off x="7857115" y="4285154"/>
            <a:ext cx="1314088" cy="954519"/>
          </a:xfrm>
          <a:custGeom>
            <a:avLst/>
            <a:gdLst/>
            <a:ahLst/>
            <a:cxnLst/>
            <a:rect l="l" t="t" r="r" b="b"/>
            <a:pathLst>
              <a:path w="65688" h="47714" extrusionOk="0">
                <a:moveTo>
                  <a:pt x="65300" y="0"/>
                </a:moveTo>
                <a:lnTo>
                  <a:pt x="0" y="36"/>
                </a:lnTo>
                <a:lnTo>
                  <a:pt x="0" y="36"/>
                </a:lnTo>
                <a:cubicBezTo>
                  <a:pt x="531" y="36"/>
                  <a:pt x="1663" y="1486"/>
                  <a:pt x="1981" y="1804"/>
                </a:cubicBezTo>
                <a:cubicBezTo>
                  <a:pt x="2653" y="2476"/>
                  <a:pt x="3290" y="3219"/>
                  <a:pt x="3891" y="3997"/>
                </a:cubicBezTo>
                <a:lnTo>
                  <a:pt x="23524" y="3997"/>
                </a:lnTo>
                <a:cubicBezTo>
                  <a:pt x="25611" y="3997"/>
                  <a:pt x="24160" y="14999"/>
                  <a:pt x="23736" y="16272"/>
                </a:cubicBezTo>
                <a:cubicBezTo>
                  <a:pt x="22356" y="19916"/>
                  <a:pt x="19951" y="23064"/>
                  <a:pt x="16767" y="25292"/>
                </a:cubicBezTo>
                <a:cubicBezTo>
                  <a:pt x="12664" y="28122"/>
                  <a:pt x="7888" y="30033"/>
                  <a:pt x="4139" y="33393"/>
                </a:cubicBezTo>
                <a:cubicBezTo>
                  <a:pt x="4139" y="33570"/>
                  <a:pt x="4103" y="33782"/>
                  <a:pt x="4068" y="33959"/>
                </a:cubicBezTo>
                <a:cubicBezTo>
                  <a:pt x="3431" y="41175"/>
                  <a:pt x="7464" y="47260"/>
                  <a:pt x="14999" y="47684"/>
                </a:cubicBezTo>
                <a:cubicBezTo>
                  <a:pt x="15353" y="47704"/>
                  <a:pt x="15707" y="47714"/>
                  <a:pt x="16062" y="47714"/>
                </a:cubicBezTo>
                <a:cubicBezTo>
                  <a:pt x="19467" y="47714"/>
                  <a:pt x="22903" y="46828"/>
                  <a:pt x="26106" y="45738"/>
                </a:cubicBezTo>
                <a:cubicBezTo>
                  <a:pt x="31341" y="43934"/>
                  <a:pt x="36435" y="41670"/>
                  <a:pt x="41281" y="38982"/>
                </a:cubicBezTo>
                <a:cubicBezTo>
                  <a:pt x="44996" y="36930"/>
                  <a:pt x="48639" y="34454"/>
                  <a:pt x="52601" y="32792"/>
                </a:cubicBezTo>
                <a:cubicBezTo>
                  <a:pt x="55323" y="31693"/>
                  <a:pt x="58722" y="30806"/>
                  <a:pt x="61897" y="30806"/>
                </a:cubicBezTo>
                <a:cubicBezTo>
                  <a:pt x="63013" y="30806"/>
                  <a:pt x="64102" y="30916"/>
                  <a:pt x="65123" y="31164"/>
                </a:cubicBezTo>
                <a:cubicBezTo>
                  <a:pt x="65125" y="31165"/>
                  <a:pt x="65126" y="31165"/>
                  <a:pt x="65127" y="31165"/>
                </a:cubicBezTo>
                <a:cubicBezTo>
                  <a:pt x="65688" y="31165"/>
                  <a:pt x="65300" y="0"/>
                  <a:pt x="65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Google Shape;16;p34"/>
          <p:cNvSpPr/>
          <p:nvPr/>
        </p:nvSpPr>
        <p:spPr>
          <a:xfrm rot="10800000" flipH="1">
            <a:off x="6897873" y="4225493"/>
            <a:ext cx="801800" cy="1286682"/>
          </a:xfrm>
          <a:custGeom>
            <a:avLst/>
            <a:gdLst/>
            <a:ahLst/>
            <a:cxnLst/>
            <a:rect l="l" t="t" r="r" b="b"/>
            <a:pathLst>
              <a:path w="40080" h="64318" extrusionOk="0">
                <a:moveTo>
                  <a:pt x="38384" y="1"/>
                </a:moveTo>
                <a:cubicBezTo>
                  <a:pt x="35907" y="1"/>
                  <a:pt x="31554" y="296"/>
                  <a:pt x="31201" y="321"/>
                </a:cubicBezTo>
                <a:cubicBezTo>
                  <a:pt x="24833" y="1064"/>
                  <a:pt x="18537" y="3187"/>
                  <a:pt x="13337" y="7042"/>
                </a:cubicBezTo>
                <a:cubicBezTo>
                  <a:pt x="10648" y="9059"/>
                  <a:pt x="8278" y="11499"/>
                  <a:pt x="6368" y="14294"/>
                </a:cubicBezTo>
                <a:cubicBezTo>
                  <a:pt x="8597" y="15284"/>
                  <a:pt x="10578" y="16735"/>
                  <a:pt x="12205" y="18574"/>
                </a:cubicBezTo>
                <a:cubicBezTo>
                  <a:pt x="15884" y="22854"/>
                  <a:pt x="11922" y="29682"/>
                  <a:pt x="8385" y="32653"/>
                </a:cubicBezTo>
                <a:cubicBezTo>
                  <a:pt x="5944" y="34705"/>
                  <a:pt x="3078" y="36226"/>
                  <a:pt x="1" y="37110"/>
                </a:cubicBezTo>
                <a:cubicBezTo>
                  <a:pt x="107" y="41709"/>
                  <a:pt x="1239" y="46272"/>
                  <a:pt x="3220" y="50411"/>
                </a:cubicBezTo>
                <a:cubicBezTo>
                  <a:pt x="11285" y="52321"/>
                  <a:pt x="18714" y="56283"/>
                  <a:pt x="24020" y="63004"/>
                </a:cubicBezTo>
                <a:cubicBezTo>
                  <a:pt x="24338" y="63428"/>
                  <a:pt x="24657" y="63853"/>
                  <a:pt x="24939" y="64277"/>
                </a:cubicBezTo>
                <a:cubicBezTo>
                  <a:pt x="25522" y="64305"/>
                  <a:pt x="26105" y="64318"/>
                  <a:pt x="26686" y="64318"/>
                </a:cubicBezTo>
                <a:cubicBezTo>
                  <a:pt x="28331" y="64318"/>
                  <a:pt x="29970" y="64212"/>
                  <a:pt x="31590" y="64029"/>
                </a:cubicBezTo>
                <a:cubicBezTo>
                  <a:pt x="32439" y="63923"/>
                  <a:pt x="40080" y="62862"/>
                  <a:pt x="40080" y="62261"/>
                </a:cubicBezTo>
                <a:lnTo>
                  <a:pt x="40080" y="180"/>
                </a:lnTo>
                <a:cubicBezTo>
                  <a:pt x="40069" y="48"/>
                  <a:pt x="39378" y="1"/>
                  <a:pt x="38384" y="1"/>
                </a:cubicBez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Google Shape;17;p34"/>
          <p:cNvSpPr/>
          <p:nvPr/>
        </p:nvSpPr>
        <p:spPr>
          <a:xfrm rot="10800000" flipH="1">
            <a:off x="-61900" y="-16512"/>
            <a:ext cx="1783750" cy="545675"/>
          </a:xfrm>
          <a:custGeom>
            <a:avLst/>
            <a:gdLst/>
            <a:ahLst/>
            <a:cxnLst/>
            <a:rect l="l" t="t" r="r" b="b"/>
            <a:pathLst>
              <a:path w="71350" h="21827" extrusionOk="0">
                <a:moveTo>
                  <a:pt x="34242" y="1"/>
                </a:moveTo>
                <a:cubicBezTo>
                  <a:pt x="29988" y="1"/>
                  <a:pt x="25770" y="443"/>
                  <a:pt x="21791" y="1239"/>
                </a:cubicBezTo>
                <a:cubicBezTo>
                  <a:pt x="21069" y="1389"/>
                  <a:pt x="5824" y="3432"/>
                  <a:pt x="1272" y="3432"/>
                </a:cubicBezTo>
                <a:cubicBezTo>
                  <a:pt x="470" y="3432"/>
                  <a:pt x="0" y="3368"/>
                  <a:pt x="0" y="3220"/>
                </a:cubicBezTo>
                <a:lnTo>
                  <a:pt x="0" y="21827"/>
                </a:lnTo>
                <a:lnTo>
                  <a:pt x="71349" y="21827"/>
                </a:lnTo>
                <a:cubicBezTo>
                  <a:pt x="70960" y="19456"/>
                  <a:pt x="70040" y="17193"/>
                  <a:pt x="68625" y="15247"/>
                </a:cubicBezTo>
                <a:lnTo>
                  <a:pt x="67777" y="15212"/>
                </a:lnTo>
                <a:cubicBezTo>
                  <a:pt x="63850" y="14964"/>
                  <a:pt x="60030" y="13797"/>
                  <a:pt x="56634" y="11887"/>
                </a:cubicBezTo>
                <a:cubicBezTo>
                  <a:pt x="52424" y="9410"/>
                  <a:pt x="49028" y="5767"/>
                  <a:pt x="46906" y="1416"/>
                </a:cubicBezTo>
                <a:cubicBezTo>
                  <a:pt x="42785" y="443"/>
                  <a:pt x="38496" y="1"/>
                  <a:pt x="342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Google Shape;18;p34"/>
          <p:cNvSpPr/>
          <p:nvPr/>
        </p:nvSpPr>
        <p:spPr>
          <a:xfrm rot="10800000" flipH="1">
            <a:off x="1110725" y="147963"/>
            <a:ext cx="543025" cy="345825"/>
          </a:xfrm>
          <a:custGeom>
            <a:avLst/>
            <a:gdLst/>
            <a:ahLst/>
            <a:cxnLst/>
            <a:rect l="l" t="t" r="r" b="b"/>
            <a:pathLst>
              <a:path w="21721" h="13833" extrusionOk="0">
                <a:moveTo>
                  <a:pt x="1" y="1"/>
                </a:moveTo>
                <a:cubicBezTo>
                  <a:pt x="2159" y="4352"/>
                  <a:pt x="5519" y="7995"/>
                  <a:pt x="9729" y="10472"/>
                </a:cubicBezTo>
                <a:cubicBezTo>
                  <a:pt x="13125" y="12382"/>
                  <a:pt x="16945" y="13549"/>
                  <a:pt x="20872" y="13797"/>
                </a:cubicBezTo>
                <a:lnTo>
                  <a:pt x="21720" y="13832"/>
                </a:lnTo>
                <a:cubicBezTo>
                  <a:pt x="21438" y="13408"/>
                  <a:pt x="21119" y="12983"/>
                  <a:pt x="20801" y="12594"/>
                </a:cubicBezTo>
                <a:cubicBezTo>
                  <a:pt x="15495" y="5873"/>
                  <a:pt x="8066" y="1911"/>
                  <a:pt x="1" y="1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lt1"/>
        </a:solidFill>
        <a:effectLst/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 flipH="1">
            <a:off x="1098950" y="1393575"/>
            <a:ext cx="3258600" cy="19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3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24"/>
          <p:cNvSpPr txBox="1"/>
          <p:nvPr>
            <p:ph type="subTitle" idx="1"/>
          </p:nvPr>
        </p:nvSpPr>
        <p:spPr>
          <a:xfrm>
            <a:off x="1098950" y="3273479"/>
            <a:ext cx="22749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2" name="Google Shape;22;p24"/>
          <p:cNvGrpSpPr/>
          <p:nvPr/>
        </p:nvGrpSpPr>
        <p:grpSpPr>
          <a:xfrm>
            <a:off x="-33687" y="0"/>
            <a:ext cx="1499875" cy="1607950"/>
            <a:chOff x="-33687" y="113450"/>
            <a:chExt cx="1499875" cy="1607950"/>
          </a:xfrm>
        </p:grpSpPr>
        <p:sp>
          <p:nvSpPr>
            <p:cNvPr id="23" name="Google Shape;23;p24"/>
            <p:cNvSpPr/>
            <p:nvPr/>
          </p:nvSpPr>
          <p:spPr>
            <a:xfrm flipH="1">
              <a:off x="-33687" y="113450"/>
              <a:ext cx="1002000" cy="1607950"/>
            </a:xfrm>
            <a:custGeom>
              <a:avLst/>
              <a:gdLst/>
              <a:ahLst/>
              <a:cxnLst/>
              <a:rect l="l" t="t" r="r" b="b"/>
              <a:pathLst>
                <a:path w="40080" h="64318" extrusionOk="0">
                  <a:moveTo>
                    <a:pt x="38384" y="1"/>
                  </a:moveTo>
                  <a:cubicBezTo>
                    <a:pt x="35907" y="1"/>
                    <a:pt x="31554" y="296"/>
                    <a:pt x="31201" y="321"/>
                  </a:cubicBezTo>
                  <a:cubicBezTo>
                    <a:pt x="24833" y="1064"/>
                    <a:pt x="18537" y="3187"/>
                    <a:pt x="13337" y="7042"/>
                  </a:cubicBezTo>
                  <a:cubicBezTo>
                    <a:pt x="10648" y="9059"/>
                    <a:pt x="8278" y="11499"/>
                    <a:pt x="6368" y="14294"/>
                  </a:cubicBezTo>
                  <a:cubicBezTo>
                    <a:pt x="8597" y="15284"/>
                    <a:pt x="10578" y="16735"/>
                    <a:pt x="12205" y="18574"/>
                  </a:cubicBezTo>
                  <a:cubicBezTo>
                    <a:pt x="15884" y="22854"/>
                    <a:pt x="11922" y="29682"/>
                    <a:pt x="8385" y="32653"/>
                  </a:cubicBezTo>
                  <a:cubicBezTo>
                    <a:pt x="5944" y="34705"/>
                    <a:pt x="3078" y="36226"/>
                    <a:pt x="1" y="37110"/>
                  </a:cubicBezTo>
                  <a:cubicBezTo>
                    <a:pt x="107" y="41709"/>
                    <a:pt x="1239" y="46272"/>
                    <a:pt x="3220" y="50411"/>
                  </a:cubicBezTo>
                  <a:cubicBezTo>
                    <a:pt x="11285" y="52321"/>
                    <a:pt x="18714" y="56283"/>
                    <a:pt x="24020" y="63004"/>
                  </a:cubicBezTo>
                  <a:cubicBezTo>
                    <a:pt x="24338" y="63428"/>
                    <a:pt x="24657" y="63853"/>
                    <a:pt x="24939" y="64277"/>
                  </a:cubicBezTo>
                  <a:cubicBezTo>
                    <a:pt x="25522" y="64305"/>
                    <a:pt x="26105" y="64318"/>
                    <a:pt x="26686" y="64318"/>
                  </a:cubicBezTo>
                  <a:cubicBezTo>
                    <a:pt x="28331" y="64318"/>
                    <a:pt x="29970" y="64212"/>
                    <a:pt x="31590" y="64029"/>
                  </a:cubicBezTo>
                  <a:cubicBezTo>
                    <a:pt x="32439" y="63923"/>
                    <a:pt x="40080" y="62862"/>
                    <a:pt x="40080" y="62261"/>
                  </a:cubicBezTo>
                  <a:lnTo>
                    <a:pt x="40080" y="180"/>
                  </a:lnTo>
                  <a:cubicBezTo>
                    <a:pt x="40069" y="48"/>
                    <a:pt x="39378" y="1"/>
                    <a:pt x="38384" y="1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24;p24"/>
            <p:cNvSpPr/>
            <p:nvPr/>
          </p:nvSpPr>
          <p:spPr>
            <a:xfrm flipH="1">
              <a:off x="344813" y="1374575"/>
              <a:ext cx="543025" cy="345825"/>
            </a:xfrm>
            <a:custGeom>
              <a:avLst/>
              <a:gdLst/>
              <a:ahLst/>
              <a:cxnLst/>
              <a:rect l="l" t="t" r="r" b="b"/>
              <a:pathLst>
                <a:path w="21721" h="13833" extrusionOk="0">
                  <a:moveTo>
                    <a:pt x="1" y="1"/>
                  </a:moveTo>
                  <a:cubicBezTo>
                    <a:pt x="2159" y="4352"/>
                    <a:pt x="5519" y="7995"/>
                    <a:pt x="9729" y="10472"/>
                  </a:cubicBezTo>
                  <a:cubicBezTo>
                    <a:pt x="13125" y="12382"/>
                    <a:pt x="16945" y="13549"/>
                    <a:pt x="20872" y="13797"/>
                  </a:cubicBezTo>
                  <a:lnTo>
                    <a:pt x="21720" y="13832"/>
                  </a:lnTo>
                  <a:cubicBezTo>
                    <a:pt x="21438" y="13408"/>
                    <a:pt x="21119" y="12983"/>
                    <a:pt x="20801" y="12594"/>
                  </a:cubicBezTo>
                  <a:cubicBezTo>
                    <a:pt x="15495" y="5873"/>
                    <a:pt x="8066" y="1911"/>
                    <a:pt x="1" y="1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25;p24"/>
            <p:cNvSpPr/>
            <p:nvPr/>
          </p:nvSpPr>
          <p:spPr>
            <a:xfrm flipH="1">
              <a:off x="809088" y="420675"/>
              <a:ext cx="657100" cy="644925"/>
            </a:xfrm>
            <a:custGeom>
              <a:avLst/>
              <a:gdLst/>
              <a:ahLst/>
              <a:cxnLst/>
              <a:rect l="l" t="t" r="r" b="b"/>
              <a:pathLst>
                <a:path w="26284" h="25797" extrusionOk="0">
                  <a:moveTo>
                    <a:pt x="16555" y="0"/>
                  </a:moveTo>
                  <a:cubicBezTo>
                    <a:pt x="14261" y="0"/>
                    <a:pt x="11956" y="260"/>
                    <a:pt x="9728" y="802"/>
                  </a:cubicBezTo>
                  <a:cubicBezTo>
                    <a:pt x="6863" y="1510"/>
                    <a:pt x="4811" y="3349"/>
                    <a:pt x="3219" y="5861"/>
                  </a:cubicBezTo>
                  <a:cubicBezTo>
                    <a:pt x="2618" y="6851"/>
                    <a:pt x="2088" y="7948"/>
                    <a:pt x="1698" y="9080"/>
                  </a:cubicBezTo>
                  <a:cubicBezTo>
                    <a:pt x="0" y="14067"/>
                    <a:pt x="1026" y="20965"/>
                    <a:pt x="5837" y="24007"/>
                  </a:cubicBezTo>
                  <a:cubicBezTo>
                    <a:pt x="7927" y="25325"/>
                    <a:pt x="10601" y="25796"/>
                    <a:pt x="13221" y="25796"/>
                  </a:cubicBezTo>
                  <a:cubicBezTo>
                    <a:pt x="14681" y="25796"/>
                    <a:pt x="16124" y="25650"/>
                    <a:pt x="17440" y="25422"/>
                  </a:cubicBezTo>
                  <a:cubicBezTo>
                    <a:pt x="18253" y="25281"/>
                    <a:pt x="19102" y="25104"/>
                    <a:pt x="19881" y="24856"/>
                  </a:cubicBezTo>
                  <a:cubicBezTo>
                    <a:pt x="19668" y="18772"/>
                    <a:pt x="20871" y="12723"/>
                    <a:pt x="23383" y="7170"/>
                  </a:cubicBezTo>
                  <a:cubicBezTo>
                    <a:pt x="24196" y="5365"/>
                    <a:pt x="25151" y="3632"/>
                    <a:pt x="26283" y="2005"/>
                  </a:cubicBezTo>
                  <a:cubicBezTo>
                    <a:pt x="24798" y="1333"/>
                    <a:pt x="23241" y="838"/>
                    <a:pt x="21649" y="519"/>
                  </a:cubicBezTo>
                  <a:cubicBezTo>
                    <a:pt x="20376" y="236"/>
                    <a:pt x="19067" y="95"/>
                    <a:pt x="17758" y="24"/>
                  </a:cubicBezTo>
                  <a:cubicBezTo>
                    <a:pt x="17358" y="8"/>
                    <a:pt x="16957" y="0"/>
                    <a:pt x="16555" y="0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6" name="Google Shape;26;p24"/>
          <p:cNvGrpSpPr/>
          <p:nvPr/>
        </p:nvGrpSpPr>
        <p:grpSpPr>
          <a:xfrm rot="10800000" flipH="1">
            <a:off x="7856046" y="-399025"/>
            <a:ext cx="1530279" cy="1554808"/>
            <a:chOff x="-4" y="3974850"/>
            <a:chExt cx="1530279" cy="1554808"/>
          </a:xfrm>
        </p:grpSpPr>
        <p:sp>
          <p:nvSpPr>
            <p:cNvPr id="27" name="Google Shape;27;p24"/>
            <p:cNvSpPr/>
            <p:nvPr/>
          </p:nvSpPr>
          <p:spPr>
            <a:xfrm flipH="1">
              <a:off x="-4" y="3974850"/>
              <a:ext cx="1530279" cy="1554808"/>
            </a:xfrm>
            <a:custGeom>
              <a:avLst/>
              <a:gdLst/>
              <a:ahLst/>
              <a:cxnLst/>
              <a:rect l="l" t="t" r="r" b="b"/>
              <a:pathLst>
                <a:path w="35374" h="35941" extrusionOk="0">
                  <a:moveTo>
                    <a:pt x="0" y="0"/>
                  </a:moveTo>
                  <a:lnTo>
                    <a:pt x="0" y="35940"/>
                  </a:lnTo>
                  <a:lnTo>
                    <a:pt x="35374" y="35940"/>
                  </a:lnTo>
                  <a:cubicBezTo>
                    <a:pt x="35162" y="32898"/>
                    <a:pt x="34490" y="29856"/>
                    <a:pt x="33393" y="26991"/>
                  </a:cubicBezTo>
                  <a:lnTo>
                    <a:pt x="13018" y="26991"/>
                  </a:lnTo>
                  <a:cubicBezTo>
                    <a:pt x="12558" y="26991"/>
                    <a:pt x="13654" y="22109"/>
                    <a:pt x="13831" y="21614"/>
                  </a:cubicBezTo>
                  <a:cubicBezTo>
                    <a:pt x="14468" y="19810"/>
                    <a:pt x="15635" y="18218"/>
                    <a:pt x="17156" y="17015"/>
                  </a:cubicBezTo>
                  <a:cubicBezTo>
                    <a:pt x="18733" y="15867"/>
                    <a:pt x="20331" y="15543"/>
                    <a:pt x="21991" y="15543"/>
                  </a:cubicBezTo>
                  <a:cubicBezTo>
                    <a:pt x="23349" y="15543"/>
                    <a:pt x="24748" y="15759"/>
                    <a:pt x="26212" y="15919"/>
                  </a:cubicBezTo>
                  <a:cubicBezTo>
                    <a:pt x="26530" y="15954"/>
                    <a:pt x="26884" y="15989"/>
                    <a:pt x="27238" y="16025"/>
                  </a:cubicBezTo>
                  <a:cubicBezTo>
                    <a:pt x="25823" y="14150"/>
                    <a:pt x="24267" y="12417"/>
                    <a:pt x="22569" y="10825"/>
                  </a:cubicBezTo>
                  <a:cubicBezTo>
                    <a:pt x="21330" y="9693"/>
                    <a:pt x="19986" y="8667"/>
                    <a:pt x="18571" y="7712"/>
                  </a:cubicBezTo>
                  <a:cubicBezTo>
                    <a:pt x="16697" y="9127"/>
                    <a:pt x="14786" y="10436"/>
                    <a:pt x="12911" y="11603"/>
                  </a:cubicBezTo>
                  <a:cubicBezTo>
                    <a:pt x="12525" y="11861"/>
                    <a:pt x="5555" y="15351"/>
                    <a:pt x="4324" y="15351"/>
                  </a:cubicBezTo>
                  <a:cubicBezTo>
                    <a:pt x="4204" y="15351"/>
                    <a:pt x="4139" y="15318"/>
                    <a:pt x="4139" y="15246"/>
                  </a:cubicBezTo>
                  <a:lnTo>
                    <a:pt x="4139" y="1168"/>
                  </a:lnTo>
                  <a:cubicBezTo>
                    <a:pt x="2759" y="708"/>
                    <a:pt x="1380" y="354"/>
                    <a:pt x="0" y="0"/>
                  </a:cubicBezTo>
                  <a:close/>
                </a:path>
              </a:pathLst>
            </a:custGeom>
            <a:solidFill>
              <a:srgbClr val="FFA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28;p24"/>
            <p:cNvSpPr/>
            <p:nvPr/>
          </p:nvSpPr>
          <p:spPr>
            <a:xfrm flipH="1">
              <a:off x="725339" y="4016162"/>
              <a:ext cx="647343" cy="633283"/>
            </a:xfrm>
            <a:custGeom>
              <a:avLst/>
              <a:gdLst/>
              <a:ahLst/>
              <a:cxnLst/>
              <a:rect l="l" t="t" r="r" b="b"/>
              <a:pathLst>
                <a:path w="14964" h="14639" extrusionOk="0">
                  <a:moveTo>
                    <a:pt x="1" y="0"/>
                  </a:moveTo>
                  <a:lnTo>
                    <a:pt x="1" y="14539"/>
                  </a:lnTo>
                  <a:cubicBezTo>
                    <a:pt x="1" y="14607"/>
                    <a:pt x="63" y="14639"/>
                    <a:pt x="178" y="14639"/>
                  </a:cubicBezTo>
                  <a:cubicBezTo>
                    <a:pt x="1427" y="14639"/>
                    <a:pt x="8883" y="10907"/>
                    <a:pt x="9304" y="10648"/>
                  </a:cubicBezTo>
                  <a:cubicBezTo>
                    <a:pt x="11179" y="9481"/>
                    <a:pt x="13054" y="8172"/>
                    <a:pt x="14964" y="6757"/>
                  </a:cubicBezTo>
                  <a:cubicBezTo>
                    <a:pt x="10577" y="3785"/>
                    <a:pt x="5094" y="1557"/>
                    <a:pt x="1" y="0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29;p24"/>
            <p:cNvSpPr/>
            <p:nvPr/>
          </p:nvSpPr>
          <p:spPr>
            <a:xfrm flipH="1">
              <a:off x="85704" y="4647702"/>
              <a:ext cx="901365" cy="494765"/>
            </a:xfrm>
            <a:custGeom>
              <a:avLst/>
              <a:gdLst/>
              <a:ahLst/>
              <a:cxnLst/>
              <a:rect l="l" t="t" r="r" b="b"/>
              <a:pathLst>
                <a:path w="20836" h="11437" extrusionOk="0">
                  <a:moveTo>
                    <a:pt x="9485" y="1"/>
                  </a:moveTo>
                  <a:cubicBezTo>
                    <a:pt x="7802" y="1"/>
                    <a:pt x="6190" y="322"/>
                    <a:pt x="4599" y="1461"/>
                  </a:cubicBezTo>
                  <a:cubicBezTo>
                    <a:pt x="3078" y="2664"/>
                    <a:pt x="1911" y="4256"/>
                    <a:pt x="1274" y="6060"/>
                  </a:cubicBezTo>
                  <a:cubicBezTo>
                    <a:pt x="1097" y="6555"/>
                    <a:pt x="1" y="11437"/>
                    <a:pt x="461" y="11437"/>
                  </a:cubicBezTo>
                  <a:lnTo>
                    <a:pt x="20836" y="11437"/>
                  </a:lnTo>
                  <a:cubicBezTo>
                    <a:pt x="19315" y="7510"/>
                    <a:pt x="17263" y="3831"/>
                    <a:pt x="14716" y="471"/>
                  </a:cubicBezTo>
                  <a:cubicBezTo>
                    <a:pt x="14363" y="435"/>
                    <a:pt x="14009" y="400"/>
                    <a:pt x="13690" y="365"/>
                  </a:cubicBezTo>
                  <a:cubicBezTo>
                    <a:pt x="12227" y="207"/>
                    <a:pt x="10833" y="1"/>
                    <a:pt x="9485" y="1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/>
          <p:nvPr>
            <p:ph type="title"/>
          </p:nvPr>
        </p:nvSpPr>
        <p:spPr>
          <a:xfrm>
            <a:off x="716250" y="539496"/>
            <a:ext cx="2661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7"/>
          <p:cNvSpPr txBox="1"/>
          <p:nvPr>
            <p:ph type="subTitle" idx="1"/>
          </p:nvPr>
        </p:nvSpPr>
        <p:spPr>
          <a:xfrm>
            <a:off x="4687050" y="1371600"/>
            <a:ext cx="26619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2412150" y="539496"/>
            <a:ext cx="4319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type="subTitle" idx="1"/>
          </p:nvPr>
        </p:nvSpPr>
        <p:spPr>
          <a:xfrm>
            <a:off x="1097249" y="1496110"/>
            <a:ext cx="15792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type="subTitle" idx="2"/>
          </p:nvPr>
        </p:nvSpPr>
        <p:spPr>
          <a:xfrm>
            <a:off x="716250" y="2185660"/>
            <a:ext cx="21306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type="subTitle" idx="3"/>
          </p:nvPr>
        </p:nvSpPr>
        <p:spPr>
          <a:xfrm>
            <a:off x="6661463" y="1496110"/>
            <a:ext cx="15819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type="subTitle" idx="4"/>
          </p:nvPr>
        </p:nvSpPr>
        <p:spPr>
          <a:xfrm>
            <a:off x="6297150" y="2185660"/>
            <a:ext cx="21306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type="subTitle" idx="5"/>
          </p:nvPr>
        </p:nvSpPr>
        <p:spPr>
          <a:xfrm>
            <a:off x="1097250" y="3200920"/>
            <a:ext cx="11949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type="subTitle" idx="6"/>
          </p:nvPr>
        </p:nvSpPr>
        <p:spPr>
          <a:xfrm>
            <a:off x="716250" y="3888622"/>
            <a:ext cx="21306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type="subTitle" idx="7"/>
          </p:nvPr>
        </p:nvSpPr>
        <p:spPr>
          <a:xfrm>
            <a:off x="6661463" y="3200920"/>
            <a:ext cx="15819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type="subTitle" idx="8"/>
          </p:nvPr>
        </p:nvSpPr>
        <p:spPr>
          <a:xfrm>
            <a:off x="6297150" y="3888622"/>
            <a:ext cx="21306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type="title" idx="9"/>
          </p:nvPr>
        </p:nvSpPr>
        <p:spPr>
          <a:xfrm>
            <a:off x="716250" y="1481479"/>
            <a:ext cx="466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type="title" idx="13"/>
          </p:nvPr>
        </p:nvSpPr>
        <p:spPr>
          <a:xfrm>
            <a:off x="6297150" y="1481471"/>
            <a:ext cx="465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type="title" idx="14"/>
          </p:nvPr>
        </p:nvSpPr>
        <p:spPr>
          <a:xfrm>
            <a:off x="716250" y="3185876"/>
            <a:ext cx="466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type="title" idx="15"/>
          </p:nvPr>
        </p:nvSpPr>
        <p:spPr>
          <a:xfrm>
            <a:off x="6297150" y="3185870"/>
            <a:ext cx="465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25"/>
          <p:cNvSpPr/>
          <p:nvPr/>
        </p:nvSpPr>
        <p:spPr>
          <a:xfrm>
            <a:off x="8204100" y="-100825"/>
            <a:ext cx="1009050" cy="527050"/>
          </a:xfrm>
          <a:custGeom>
            <a:avLst/>
            <a:gdLst/>
            <a:ahLst/>
            <a:cxnLst/>
            <a:rect l="l" t="t" r="r" b="b"/>
            <a:pathLst>
              <a:path w="40362" h="21082" extrusionOk="0">
                <a:moveTo>
                  <a:pt x="0" y="0"/>
                </a:moveTo>
                <a:cubicBezTo>
                  <a:pt x="602" y="1486"/>
                  <a:pt x="1274" y="2901"/>
                  <a:pt x="2052" y="4280"/>
                </a:cubicBezTo>
                <a:lnTo>
                  <a:pt x="16874" y="4280"/>
                </a:lnTo>
                <a:cubicBezTo>
                  <a:pt x="17510" y="8631"/>
                  <a:pt x="16378" y="12876"/>
                  <a:pt x="13549" y="16024"/>
                </a:cubicBezTo>
                <a:cubicBezTo>
                  <a:pt x="16838" y="18005"/>
                  <a:pt x="20446" y="19350"/>
                  <a:pt x="24161" y="20057"/>
                </a:cubicBezTo>
                <a:cubicBezTo>
                  <a:pt x="28167" y="20832"/>
                  <a:pt x="32294" y="21082"/>
                  <a:pt x="36390" y="21082"/>
                </a:cubicBezTo>
                <a:cubicBezTo>
                  <a:pt x="37719" y="21082"/>
                  <a:pt x="39045" y="21055"/>
                  <a:pt x="40362" y="21012"/>
                </a:cubicBezTo>
                <a:lnTo>
                  <a:pt x="40362" y="0"/>
                </a:lnTo>
                <a:close/>
              </a:path>
            </a:pathLst>
          </a:custGeom>
          <a:solidFill>
            <a:srgbClr val="CAD5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" name="Google Shape;48;p25"/>
          <p:cNvSpPr/>
          <p:nvPr/>
        </p:nvSpPr>
        <p:spPr>
          <a:xfrm>
            <a:off x="8256275" y="6175"/>
            <a:ext cx="385600" cy="293625"/>
          </a:xfrm>
          <a:custGeom>
            <a:avLst/>
            <a:gdLst/>
            <a:ahLst/>
            <a:cxnLst/>
            <a:rect l="l" t="t" r="r" b="b"/>
            <a:pathLst>
              <a:path w="15424" h="11745" extrusionOk="0">
                <a:moveTo>
                  <a:pt x="0" y="0"/>
                </a:moveTo>
                <a:cubicBezTo>
                  <a:pt x="2724" y="4847"/>
                  <a:pt x="6686" y="8879"/>
                  <a:pt x="11497" y="11744"/>
                </a:cubicBezTo>
                <a:cubicBezTo>
                  <a:pt x="14291" y="8596"/>
                  <a:pt x="15423" y="4351"/>
                  <a:pt x="14787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9" name="Google Shape;49;p25"/>
          <p:cNvSpPr/>
          <p:nvPr/>
        </p:nvSpPr>
        <p:spPr>
          <a:xfrm>
            <a:off x="-589400" y="-708725"/>
            <a:ext cx="1200975" cy="2428325"/>
          </a:xfrm>
          <a:custGeom>
            <a:avLst/>
            <a:gdLst/>
            <a:ahLst/>
            <a:cxnLst/>
            <a:rect l="l" t="t" r="r" b="b"/>
            <a:pathLst>
              <a:path w="48039" h="97133" extrusionOk="0">
                <a:moveTo>
                  <a:pt x="429" y="0"/>
                </a:moveTo>
                <a:cubicBezTo>
                  <a:pt x="160" y="0"/>
                  <a:pt x="1" y="52"/>
                  <a:pt x="1" y="173"/>
                </a:cubicBezTo>
                <a:cubicBezTo>
                  <a:pt x="1" y="633"/>
                  <a:pt x="72" y="62077"/>
                  <a:pt x="72" y="90447"/>
                </a:cubicBezTo>
                <a:cubicBezTo>
                  <a:pt x="5166" y="92004"/>
                  <a:pt x="10578" y="94161"/>
                  <a:pt x="14929" y="97133"/>
                </a:cubicBezTo>
                <a:cubicBezTo>
                  <a:pt x="32085" y="84115"/>
                  <a:pt x="48039" y="60875"/>
                  <a:pt x="31413" y="41278"/>
                </a:cubicBezTo>
                <a:cubicBezTo>
                  <a:pt x="28052" y="37281"/>
                  <a:pt x="24055" y="33885"/>
                  <a:pt x="21119" y="29604"/>
                </a:cubicBezTo>
                <a:cubicBezTo>
                  <a:pt x="18218" y="25324"/>
                  <a:pt x="17263" y="20372"/>
                  <a:pt x="16450" y="15384"/>
                </a:cubicBezTo>
                <a:cubicBezTo>
                  <a:pt x="15919" y="12201"/>
                  <a:pt x="15282" y="8982"/>
                  <a:pt x="13584" y="6258"/>
                </a:cubicBezTo>
                <a:cubicBezTo>
                  <a:pt x="11851" y="3463"/>
                  <a:pt x="9623" y="2367"/>
                  <a:pt x="6616" y="1482"/>
                </a:cubicBezTo>
                <a:cubicBezTo>
                  <a:pt x="6024" y="1334"/>
                  <a:pt x="1800" y="0"/>
                  <a:pt x="429" y="0"/>
                </a:cubicBez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0" name="Google Shape;50;p25"/>
          <p:cNvSpPr/>
          <p:nvPr/>
        </p:nvSpPr>
        <p:spPr>
          <a:xfrm>
            <a:off x="-590275" y="1550675"/>
            <a:ext cx="374100" cy="365975"/>
          </a:xfrm>
          <a:custGeom>
            <a:avLst/>
            <a:gdLst/>
            <a:ahLst/>
            <a:cxnLst/>
            <a:rect l="l" t="t" r="r" b="b"/>
            <a:pathLst>
              <a:path w="14964" h="14639" extrusionOk="0">
                <a:moveTo>
                  <a:pt x="1" y="0"/>
                </a:moveTo>
                <a:lnTo>
                  <a:pt x="1" y="14539"/>
                </a:lnTo>
                <a:cubicBezTo>
                  <a:pt x="1" y="14607"/>
                  <a:pt x="63" y="14639"/>
                  <a:pt x="178" y="14639"/>
                </a:cubicBezTo>
                <a:cubicBezTo>
                  <a:pt x="1427" y="14639"/>
                  <a:pt x="8883" y="10907"/>
                  <a:pt x="9304" y="10648"/>
                </a:cubicBezTo>
                <a:cubicBezTo>
                  <a:pt x="11179" y="9481"/>
                  <a:pt x="13054" y="8172"/>
                  <a:pt x="14964" y="6757"/>
                </a:cubicBezTo>
                <a:cubicBezTo>
                  <a:pt x="10577" y="3785"/>
                  <a:pt x="5094" y="1557"/>
                  <a:pt x="1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_3">
    <p:bg>
      <p:bgPr>
        <a:solidFill>
          <a:schemeClr val="lt1"/>
        </a:solidFill>
        <a:effectLst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6"/>
          <p:cNvSpPr txBox="1"/>
          <p:nvPr>
            <p:ph type="title"/>
          </p:nvPr>
        </p:nvSpPr>
        <p:spPr>
          <a:xfrm>
            <a:off x="716250" y="540865"/>
            <a:ext cx="38712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5158350" y="2031552"/>
            <a:ext cx="32694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5" name="Google Shape;55;p28"/>
          <p:cNvSpPr txBox="1"/>
          <p:nvPr>
            <p:ph type="title" idx="2"/>
          </p:nvPr>
        </p:nvSpPr>
        <p:spPr>
          <a:xfrm>
            <a:off x="5158350" y="543200"/>
            <a:ext cx="32694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grpSp>
        <p:nvGrpSpPr>
          <p:cNvPr id="56" name="Google Shape;56;p28"/>
          <p:cNvGrpSpPr/>
          <p:nvPr/>
        </p:nvGrpSpPr>
        <p:grpSpPr>
          <a:xfrm rot="10800000">
            <a:off x="-367400" y="-29425"/>
            <a:ext cx="1834175" cy="1631050"/>
            <a:chOff x="3033525" y="2679425"/>
            <a:chExt cx="1834175" cy="1631050"/>
          </a:xfrm>
        </p:grpSpPr>
        <p:sp>
          <p:nvSpPr>
            <p:cNvPr id="57" name="Google Shape;57;p28"/>
            <p:cNvSpPr/>
            <p:nvPr/>
          </p:nvSpPr>
          <p:spPr>
            <a:xfrm>
              <a:off x="4141625" y="2679425"/>
              <a:ext cx="720750" cy="504975"/>
            </a:xfrm>
            <a:custGeom>
              <a:avLst/>
              <a:gdLst/>
              <a:ahLst/>
              <a:cxnLst/>
              <a:rect l="l" t="t" r="r" b="b"/>
              <a:pathLst>
                <a:path w="28830" h="20199" extrusionOk="0">
                  <a:moveTo>
                    <a:pt x="16294" y="0"/>
                  </a:moveTo>
                  <a:cubicBezTo>
                    <a:pt x="11568" y="0"/>
                    <a:pt x="7077" y="1785"/>
                    <a:pt x="3750" y="5354"/>
                  </a:cubicBezTo>
                  <a:cubicBezTo>
                    <a:pt x="2229" y="6981"/>
                    <a:pt x="991" y="8785"/>
                    <a:pt x="0" y="10766"/>
                  </a:cubicBezTo>
                  <a:cubicBezTo>
                    <a:pt x="7932" y="16593"/>
                    <a:pt x="18027" y="20199"/>
                    <a:pt x="26488" y="20199"/>
                  </a:cubicBezTo>
                  <a:cubicBezTo>
                    <a:pt x="27272" y="20199"/>
                    <a:pt x="28042" y="20168"/>
                    <a:pt x="28795" y="20105"/>
                  </a:cubicBezTo>
                  <a:cubicBezTo>
                    <a:pt x="28795" y="20105"/>
                    <a:pt x="28795" y="13454"/>
                    <a:pt x="28830" y="4186"/>
                  </a:cubicBezTo>
                  <a:cubicBezTo>
                    <a:pt x="27627" y="1180"/>
                    <a:pt x="21118" y="437"/>
                    <a:pt x="18713" y="154"/>
                  </a:cubicBezTo>
                  <a:cubicBezTo>
                    <a:pt x="17903" y="51"/>
                    <a:pt x="17095" y="0"/>
                    <a:pt x="16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" name="Google Shape;58;p28"/>
            <p:cNvSpPr/>
            <p:nvPr/>
          </p:nvSpPr>
          <p:spPr>
            <a:xfrm>
              <a:off x="3400525" y="2784075"/>
              <a:ext cx="1467175" cy="1526400"/>
            </a:xfrm>
            <a:custGeom>
              <a:avLst/>
              <a:gdLst/>
              <a:ahLst/>
              <a:cxnLst/>
              <a:rect l="l" t="t" r="r" b="b"/>
              <a:pathLst>
                <a:path w="58687" h="61056" extrusionOk="0">
                  <a:moveTo>
                    <a:pt x="58474" y="0"/>
                  </a:moveTo>
                  <a:cubicBezTo>
                    <a:pt x="58474" y="9268"/>
                    <a:pt x="58439" y="15919"/>
                    <a:pt x="58439" y="15919"/>
                  </a:cubicBezTo>
                  <a:cubicBezTo>
                    <a:pt x="57686" y="15982"/>
                    <a:pt x="56916" y="16013"/>
                    <a:pt x="56133" y="16013"/>
                  </a:cubicBezTo>
                  <a:cubicBezTo>
                    <a:pt x="47676" y="16013"/>
                    <a:pt x="37608" y="12407"/>
                    <a:pt x="29644" y="6580"/>
                  </a:cubicBezTo>
                  <a:cubicBezTo>
                    <a:pt x="27133" y="11426"/>
                    <a:pt x="25895" y="17086"/>
                    <a:pt x="25152" y="22321"/>
                  </a:cubicBezTo>
                  <a:cubicBezTo>
                    <a:pt x="23701" y="32721"/>
                    <a:pt x="21437" y="45562"/>
                    <a:pt x="9906" y="49311"/>
                  </a:cubicBezTo>
                  <a:cubicBezTo>
                    <a:pt x="7806" y="50011"/>
                    <a:pt x="5614" y="50250"/>
                    <a:pt x="3411" y="50250"/>
                  </a:cubicBezTo>
                  <a:cubicBezTo>
                    <a:pt x="2274" y="50250"/>
                    <a:pt x="1133" y="50186"/>
                    <a:pt x="1" y="50090"/>
                  </a:cubicBezTo>
                  <a:lnTo>
                    <a:pt x="1" y="50090"/>
                  </a:lnTo>
                  <a:cubicBezTo>
                    <a:pt x="2583" y="53450"/>
                    <a:pt x="4635" y="57129"/>
                    <a:pt x="6156" y="61056"/>
                  </a:cubicBezTo>
                  <a:lnTo>
                    <a:pt x="58686" y="61056"/>
                  </a:lnTo>
                  <a:lnTo>
                    <a:pt x="58686" y="991"/>
                  </a:lnTo>
                  <a:cubicBezTo>
                    <a:pt x="58686" y="673"/>
                    <a:pt x="58615" y="319"/>
                    <a:pt x="584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" name="Google Shape;59;p28"/>
            <p:cNvSpPr/>
            <p:nvPr/>
          </p:nvSpPr>
          <p:spPr>
            <a:xfrm>
              <a:off x="3033525" y="4024550"/>
              <a:ext cx="520900" cy="285925"/>
            </a:xfrm>
            <a:custGeom>
              <a:avLst/>
              <a:gdLst/>
              <a:ahLst/>
              <a:cxnLst/>
              <a:rect l="l" t="t" r="r" b="b"/>
              <a:pathLst>
                <a:path w="20836" h="11437" extrusionOk="0">
                  <a:moveTo>
                    <a:pt x="9485" y="1"/>
                  </a:moveTo>
                  <a:cubicBezTo>
                    <a:pt x="7802" y="1"/>
                    <a:pt x="6190" y="322"/>
                    <a:pt x="4599" y="1461"/>
                  </a:cubicBezTo>
                  <a:cubicBezTo>
                    <a:pt x="3078" y="2664"/>
                    <a:pt x="1911" y="4256"/>
                    <a:pt x="1274" y="6060"/>
                  </a:cubicBezTo>
                  <a:cubicBezTo>
                    <a:pt x="1097" y="6555"/>
                    <a:pt x="1" y="11437"/>
                    <a:pt x="461" y="11437"/>
                  </a:cubicBezTo>
                  <a:lnTo>
                    <a:pt x="20836" y="11437"/>
                  </a:lnTo>
                  <a:cubicBezTo>
                    <a:pt x="19315" y="7510"/>
                    <a:pt x="17263" y="3831"/>
                    <a:pt x="14716" y="471"/>
                  </a:cubicBezTo>
                  <a:cubicBezTo>
                    <a:pt x="14363" y="435"/>
                    <a:pt x="14009" y="400"/>
                    <a:pt x="13690" y="365"/>
                  </a:cubicBezTo>
                  <a:cubicBezTo>
                    <a:pt x="12227" y="207"/>
                    <a:pt x="10833" y="1"/>
                    <a:pt x="9485" y="1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 txBox="1"/>
          <p:nvPr>
            <p:ph type="title"/>
          </p:nvPr>
        </p:nvSpPr>
        <p:spPr>
          <a:xfrm>
            <a:off x="716250" y="540618"/>
            <a:ext cx="53517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62" name="Google Shape;62;p29"/>
          <p:cNvSpPr txBox="1"/>
          <p:nvPr>
            <p:ph type="subTitle" idx="1"/>
          </p:nvPr>
        </p:nvSpPr>
        <p:spPr>
          <a:xfrm>
            <a:off x="1387275" y="1661063"/>
            <a:ext cx="1115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type="subTitle" idx="2"/>
          </p:nvPr>
        </p:nvSpPr>
        <p:spPr>
          <a:xfrm>
            <a:off x="2420050" y="1661063"/>
            <a:ext cx="2999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type="subTitle" idx="3"/>
          </p:nvPr>
        </p:nvSpPr>
        <p:spPr>
          <a:xfrm>
            <a:off x="1386319" y="2706231"/>
            <a:ext cx="1116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type="subTitle" idx="4"/>
          </p:nvPr>
        </p:nvSpPr>
        <p:spPr>
          <a:xfrm>
            <a:off x="2420044" y="2706231"/>
            <a:ext cx="2999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type="subTitle" idx="5"/>
          </p:nvPr>
        </p:nvSpPr>
        <p:spPr>
          <a:xfrm>
            <a:off x="1386319" y="3751400"/>
            <a:ext cx="1116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type="subTitle" idx="6"/>
          </p:nvPr>
        </p:nvSpPr>
        <p:spPr>
          <a:xfrm>
            <a:off x="2420045" y="3751400"/>
            <a:ext cx="2999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9"/>
          <p:cNvSpPr/>
          <p:nvPr/>
        </p:nvSpPr>
        <p:spPr>
          <a:xfrm flipH="1">
            <a:off x="-171484" y="4744993"/>
            <a:ext cx="1110826" cy="440712"/>
          </a:xfrm>
          <a:custGeom>
            <a:avLst/>
            <a:gdLst/>
            <a:ahLst/>
            <a:cxnLst/>
            <a:rect l="l" t="t" r="r" b="b"/>
            <a:pathLst>
              <a:path w="63603" h="25234" extrusionOk="0">
                <a:moveTo>
                  <a:pt x="34152" y="0"/>
                </a:moveTo>
                <a:cubicBezTo>
                  <a:pt x="11142" y="0"/>
                  <a:pt x="0" y="25234"/>
                  <a:pt x="0" y="25234"/>
                </a:cubicBezTo>
                <a:lnTo>
                  <a:pt x="63603" y="25234"/>
                </a:lnTo>
                <a:cubicBezTo>
                  <a:pt x="63178" y="21519"/>
                  <a:pt x="62081" y="17876"/>
                  <a:pt x="60383" y="14515"/>
                </a:cubicBezTo>
                <a:cubicBezTo>
                  <a:pt x="50903" y="13454"/>
                  <a:pt x="42378" y="7865"/>
                  <a:pt x="36895" y="118"/>
                </a:cubicBezTo>
                <a:cubicBezTo>
                  <a:pt x="35963" y="39"/>
                  <a:pt x="35048" y="0"/>
                  <a:pt x="34152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9" name="Google Shape;69;p29"/>
          <p:cNvSpPr/>
          <p:nvPr/>
        </p:nvSpPr>
        <p:spPr>
          <a:xfrm flipH="1">
            <a:off x="-115297" y="4747053"/>
            <a:ext cx="410235" cy="251461"/>
          </a:xfrm>
          <a:custGeom>
            <a:avLst/>
            <a:gdLst/>
            <a:ahLst/>
            <a:cxnLst/>
            <a:rect l="l" t="t" r="r" b="b"/>
            <a:pathLst>
              <a:path w="23489" h="14398" extrusionOk="0">
                <a:moveTo>
                  <a:pt x="0" y="0"/>
                </a:moveTo>
                <a:lnTo>
                  <a:pt x="0" y="0"/>
                </a:lnTo>
                <a:cubicBezTo>
                  <a:pt x="5483" y="7747"/>
                  <a:pt x="14044" y="13336"/>
                  <a:pt x="23488" y="14397"/>
                </a:cubicBezTo>
                <a:cubicBezTo>
                  <a:pt x="19314" y="6297"/>
                  <a:pt x="12806" y="3467"/>
                  <a:pt x="12806" y="3467"/>
                </a:cubicBezTo>
                <a:cubicBezTo>
                  <a:pt x="8773" y="1592"/>
                  <a:pt x="4422" y="425"/>
                  <a:pt x="0" y="0"/>
                </a:cubicBezTo>
                <a:close/>
              </a:path>
            </a:pathLst>
          </a:custGeom>
          <a:solidFill>
            <a:srgbClr val="30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0" name="Google Shape;70;p29"/>
          <p:cNvSpPr/>
          <p:nvPr/>
        </p:nvSpPr>
        <p:spPr>
          <a:xfrm flipH="1">
            <a:off x="-295075" y="3832037"/>
            <a:ext cx="725933" cy="1173054"/>
          </a:xfrm>
          <a:custGeom>
            <a:avLst/>
            <a:gdLst/>
            <a:ahLst/>
            <a:cxnLst/>
            <a:rect l="l" t="t" r="r" b="b"/>
            <a:pathLst>
              <a:path w="41565" h="67166" extrusionOk="0">
                <a:moveTo>
                  <a:pt x="41564" y="1"/>
                </a:moveTo>
                <a:cubicBezTo>
                  <a:pt x="35091" y="1"/>
                  <a:pt x="28264" y="107"/>
                  <a:pt x="21967" y="1982"/>
                </a:cubicBezTo>
                <a:cubicBezTo>
                  <a:pt x="22356" y="4104"/>
                  <a:pt x="22427" y="6262"/>
                  <a:pt x="22109" y="8384"/>
                </a:cubicBezTo>
                <a:cubicBezTo>
                  <a:pt x="21401" y="13124"/>
                  <a:pt x="18394" y="19067"/>
                  <a:pt x="13973" y="21367"/>
                </a:cubicBezTo>
                <a:lnTo>
                  <a:pt x="13937" y="21367"/>
                </a:lnTo>
                <a:cubicBezTo>
                  <a:pt x="12310" y="22216"/>
                  <a:pt x="10435" y="22463"/>
                  <a:pt x="8631" y="22675"/>
                </a:cubicBezTo>
                <a:lnTo>
                  <a:pt x="2087" y="23418"/>
                </a:lnTo>
                <a:cubicBezTo>
                  <a:pt x="2016" y="23843"/>
                  <a:pt x="1910" y="24232"/>
                  <a:pt x="1804" y="24621"/>
                </a:cubicBezTo>
                <a:cubicBezTo>
                  <a:pt x="0" y="33111"/>
                  <a:pt x="1769" y="42414"/>
                  <a:pt x="6155" y="49842"/>
                </a:cubicBezTo>
                <a:cubicBezTo>
                  <a:pt x="6650" y="50691"/>
                  <a:pt x="7216" y="51540"/>
                  <a:pt x="7782" y="52389"/>
                </a:cubicBezTo>
                <a:cubicBezTo>
                  <a:pt x="12204" y="52814"/>
                  <a:pt x="16555" y="53981"/>
                  <a:pt x="20623" y="55821"/>
                </a:cubicBezTo>
                <a:cubicBezTo>
                  <a:pt x="20623" y="55821"/>
                  <a:pt x="27096" y="58686"/>
                  <a:pt x="31270" y="66786"/>
                </a:cubicBezTo>
                <a:cubicBezTo>
                  <a:pt x="31553" y="66822"/>
                  <a:pt x="31801" y="66857"/>
                  <a:pt x="32049" y="66857"/>
                </a:cubicBezTo>
                <a:cubicBezTo>
                  <a:pt x="32770" y="66911"/>
                  <a:pt x="37826" y="67166"/>
                  <a:pt x="40260" y="67166"/>
                </a:cubicBezTo>
                <a:cubicBezTo>
                  <a:pt x="41050" y="67166"/>
                  <a:pt x="41564" y="67139"/>
                  <a:pt x="41564" y="67069"/>
                </a:cubicBezTo>
                <a:lnTo>
                  <a:pt x="41564" y="1"/>
                </a:ln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" name="Google Shape;71;p29"/>
          <p:cNvSpPr/>
          <p:nvPr/>
        </p:nvSpPr>
        <p:spPr>
          <a:xfrm flipH="1">
            <a:off x="47202" y="3632350"/>
            <a:ext cx="683929" cy="624304"/>
          </a:xfrm>
          <a:custGeom>
            <a:avLst/>
            <a:gdLst/>
            <a:ahLst/>
            <a:cxnLst/>
            <a:rect l="l" t="t" r="r" b="b"/>
            <a:pathLst>
              <a:path w="39160" h="35746" extrusionOk="0">
                <a:moveTo>
                  <a:pt x="23251" y="0"/>
                </a:moveTo>
                <a:cubicBezTo>
                  <a:pt x="18548" y="0"/>
                  <a:pt x="13890" y="1974"/>
                  <a:pt x="10188" y="4960"/>
                </a:cubicBezTo>
                <a:cubicBezTo>
                  <a:pt x="5483" y="8781"/>
                  <a:pt x="2193" y="14051"/>
                  <a:pt x="814" y="19959"/>
                </a:cubicBezTo>
                <a:cubicBezTo>
                  <a:pt x="177" y="22753"/>
                  <a:pt x="0" y="25725"/>
                  <a:pt x="779" y="28484"/>
                </a:cubicBezTo>
                <a:cubicBezTo>
                  <a:pt x="1592" y="31278"/>
                  <a:pt x="3467" y="33790"/>
                  <a:pt x="6120" y="34957"/>
                </a:cubicBezTo>
                <a:cubicBezTo>
                  <a:pt x="7511" y="35551"/>
                  <a:pt x="8980" y="35746"/>
                  <a:pt x="10471" y="35746"/>
                </a:cubicBezTo>
                <a:cubicBezTo>
                  <a:pt x="11823" y="35746"/>
                  <a:pt x="13193" y="35585"/>
                  <a:pt x="14539" y="35417"/>
                </a:cubicBezTo>
                <a:lnTo>
                  <a:pt x="19279" y="34887"/>
                </a:lnTo>
                <a:cubicBezTo>
                  <a:pt x="21225" y="27210"/>
                  <a:pt x="25894" y="19994"/>
                  <a:pt x="32863" y="16068"/>
                </a:cubicBezTo>
                <a:cubicBezTo>
                  <a:pt x="34844" y="14936"/>
                  <a:pt x="36966" y="14051"/>
                  <a:pt x="39159" y="13415"/>
                </a:cubicBezTo>
                <a:cubicBezTo>
                  <a:pt x="38629" y="10549"/>
                  <a:pt x="37355" y="7861"/>
                  <a:pt x="35480" y="5633"/>
                </a:cubicBezTo>
                <a:cubicBezTo>
                  <a:pt x="32827" y="2590"/>
                  <a:pt x="29184" y="609"/>
                  <a:pt x="25186" y="114"/>
                </a:cubicBezTo>
                <a:cubicBezTo>
                  <a:pt x="24542" y="37"/>
                  <a:pt x="23896" y="0"/>
                  <a:pt x="23251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" name="Google Shape;72;p29"/>
          <p:cNvSpPr/>
          <p:nvPr/>
        </p:nvSpPr>
        <p:spPr>
          <a:xfrm flipH="1">
            <a:off x="39151" y="3867265"/>
            <a:ext cx="355256" cy="374397"/>
          </a:xfrm>
          <a:custGeom>
            <a:avLst/>
            <a:gdLst/>
            <a:ahLst/>
            <a:cxnLst/>
            <a:rect l="l" t="t" r="r" b="b"/>
            <a:pathLst>
              <a:path w="20341" h="21437" extrusionOk="0">
                <a:moveTo>
                  <a:pt x="19880" y="0"/>
                </a:moveTo>
                <a:cubicBezTo>
                  <a:pt x="17687" y="637"/>
                  <a:pt x="15565" y="1521"/>
                  <a:pt x="13584" y="2653"/>
                </a:cubicBezTo>
                <a:cubicBezTo>
                  <a:pt x="6615" y="6580"/>
                  <a:pt x="1946" y="13796"/>
                  <a:pt x="0" y="21437"/>
                </a:cubicBezTo>
                <a:lnTo>
                  <a:pt x="6544" y="20694"/>
                </a:lnTo>
                <a:cubicBezTo>
                  <a:pt x="8348" y="20446"/>
                  <a:pt x="10223" y="20234"/>
                  <a:pt x="11850" y="19385"/>
                </a:cubicBezTo>
                <a:lnTo>
                  <a:pt x="11886" y="19385"/>
                </a:lnTo>
                <a:cubicBezTo>
                  <a:pt x="16307" y="17086"/>
                  <a:pt x="19314" y="11143"/>
                  <a:pt x="20022" y="6403"/>
                </a:cubicBezTo>
                <a:cubicBezTo>
                  <a:pt x="20340" y="4280"/>
                  <a:pt x="20269" y="2087"/>
                  <a:pt x="19880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ullet list">
  <p:cSld name="CUSTOM_2_2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type="title"/>
          </p:nvPr>
        </p:nvSpPr>
        <p:spPr>
          <a:xfrm>
            <a:off x="716250" y="540875"/>
            <a:ext cx="37380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75" name="Google Shape;75;p30"/>
          <p:cNvSpPr txBox="1"/>
          <p:nvPr>
            <p:ph type="subTitle" idx="1"/>
          </p:nvPr>
        </p:nvSpPr>
        <p:spPr>
          <a:xfrm>
            <a:off x="5148200" y="1371600"/>
            <a:ext cx="3279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76" name="Google Shape;76;p30"/>
          <p:cNvGrpSpPr/>
          <p:nvPr/>
        </p:nvGrpSpPr>
        <p:grpSpPr>
          <a:xfrm>
            <a:off x="7" y="3016426"/>
            <a:ext cx="973739" cy="2127079"/>
            <a:chOff x="2810675" y="1400175"/>
            <a:chExt cx="1201850" cy="2625375"/>
          </a:xfrm>
        </p:grpSpPr>
        <p:sp>
          <p:nvSpPr>
            <p:cNvPr id="77" name="Google Shape;77;p30"/>
            <p:cNvSpPr/>
            <p:nvPr/>
          </p:nvSpPr>
          <p:spPr>
            <a:xfrm>
              <a:off x="2811550" y="1400175"/>
              <a:ext cx="1200975" cy="2428325"/>
            </a:xfrm>
            <a:custGeom>
              <a:avLst/>
              <a:gdLst/>
              <a:ahLst/>
              <a:cxnLst/>
              <a:rect l="l" t="t" r="r" b="b"/>
              <a:pathLst>
                <a:path w="48039" h="97133" extrusionOk="0">
                  <a:moveTo>
                    <a:pt x="429" y="0"/>
                  </a:moveTo>
                  <a:cubicBezTo>
                    <a:pt x="160" y="0"/>
                    <a:pt x="1" y="52"/>
                    <a:pt x="1" y="173"/>
                  </a:cubicBezTo>
                  <a:cubicBezTo>
                    <a:pt x="1" y="633"/>
                    <a:pt x="72" y="62077"/>
                    <a:pt x="72" y="90447"/>
                  </a:cubicBezTo>
                  <a:cubicBezTo>
                    <a:pt x="5166" y="92004"/>
                    <a:pt x="10578" y="94161"/>
                    <a:pt x="14929" y="97133"/>
                  </a:cubicBezTo>
                  <a:cubicBezTo>
                    <a:pt x="32085" y="84115"/>
                    <a:pt x="48039" y="60875"/>
                    <a:pt x="31413" y="41278"/>
                  </a:cubicBezTo>
                  <a:cubicBezTo>
                    <a:pt x="28052" y="37281"/>
                    <a:pt x="24055" y="33885"/>
                    <a:pt x="21119" y="29604"/>
                  </a:cubicBezTo>
                  <a:cubicBezTo>
                    <a:pt x="18218" y="25324"/>
                    <a:pt x="17263" y="20372"/>
                    <a:pt x="16450" y="15384"/>
                  </a:cubicBezTo>
                  <a:cubicBezTo>
                    <a:pt x="15919" y="12201"/>
                    <a:pt x="15282" y="8982"/>
                    <a:pt x="13584" y="6258"/>
                  </a:cubicBezTo>
                  <a:cubicBezTo>
                    <a:pt x="11851" y="3463"/>
                    <a:pt x="9623" y="2367"/>
                    <a:pt x="6616" y="1482"/>
                  </a:cubicBezTo>
                  <a:cubicBezTo>
                    <a:pt x="6024" y="1334"/>
                    <a:pt x="1800" y="0"/>
                    <a:pt x="429" y="0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" name="Google Shape;78;p30"/>
            <p:cNvSpPr/>
            <p:nvPr/>
          </p:nvSpPr>
          <p:spPr>
            <a:xfrm>
              <a:off x="2810675" y="3659575"/>
              <a:ext cx="374100" cy="365975"/>
            </a:xfrm>
            <a:custGeom>
              <a:avLst/>
              <a:gdLst/>
              <a:ahLst/>
              <a:cxnLst/>
              <a:rect l="l" t="t" r="r" b="b"/>
              <a:pathLst>
                <a:path w="14964" h="14639" extrusionOk="0">
                  <a:moveTo>
                    <a:pt x="1" y="0"/>
                  </a:moveTo>
                  <a:lnTo>
                    <a:pt x="1" y="14539"/>
                  </a:lnTo>
                  <a:cubicBezTo>
                    <a:pt x="1" y="14607"/>
                    <a:pt x="63" y="14639"/>
                    <a:pt x="178" y="14639"/>
                  </a:cubicBezTo>
                  <a:cubicBezTo>
                    <a:pt x="1427" y="14639"/>
                    <a:pt x="8883" y="10907"/>
                    <a:pt x="9304" y="10648"/>
                  </a:cubicBezTo>
                  <a:cubicBezTo>
                    <a:pt x="11179" y="9481"/>
                    <a:pt x="13054" y="8172"/>
                    <a:pt x="14964" y="6757"/>
                  </a:cubicBezTo>
                  <a:cubicBezTo>
                    <a:pt x="10577" y="3785"/>
                    <a:pt x="5094" y="1557"/>
                    <a:pt x="1" y="0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1"/>
          <p:cNvSpPr txBox="1"/>
          <p:nvPr>
            <p:ph type="title"/>
          </p:nvPr>
        </p:nvSpPr>
        <p:spPr>
          <a:xfrm>
            <a:off x="716262" y="539496"/>
            <a:ext cx="2784900" cy="20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31"/>
          <p:cNvSpPr txBox="1"/>
          <p:nvPr>
            <p:ph type="subTitle" idx="1"/>
          </p:nvPr>
        </p:nvSpPr>
        <p:spPr>
          <a:xfrm>
            <a:off x="716250" y="2266350"/>
            <a:ext cx="2055600" cy="11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solidFill>
          <a:schemeClr val="lt1"/>
        </a:solidFill>
        <a:effectLst/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/>
          <p:nvPr>
            <p:ph type="ctrTitle"/>
          </p:nvPr>
        </p:nvSpPr>
        <p:spPr>
          <a:xfrm flipH="1">
            <a:off x="5014050" y="543200"/>
            <a:ext cx="3413700" cy="15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32"/>
          <p:cNvSpPr txBox="1"/>
          <p:nvPr>
            <p:ph type="subTitle" idx="1"/>
          </p:nvPr>
        </p:nvSpPr>
        <p:spPr>
          <a:xfrm>
            <a:off x="5014050" y="2134700"/>
            <a:ext cx="2614500" cy="13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32"/>
          <p:cNvSpPr/>
          <p:nvPr/>
        </p:nvSpPr>
        <p:spPr>
          <a:xfrm>
            <a:off x="8403000" y="-294028"/>
            <a:ext cx="1009050" cy="527050"/>
          </a:xfrm>
          <a:custGeom>
            <a:avLst/>
            <a:gdLst/>
            <a:ahLst/>
            <a:cxnLst/>
            <a:rect l="l" t="t" r="r" b="b"/>
            <a:pathLst>
              <a:path w="40362" h="21082" extrusionOk="0">
                <a:moveTo>
                  <a:pt x="0" y="0"/>
                </a:moveTo>
                <a:cubicBezTo>
                  <a:pt x="602" y="1486"/>
                  <a:pt x="1274" y="2901"/>
                  <a:pt x="2052" y="4280"/>
                </a:cubicBezTo>
                <a:lnTo>
                  <a:pt x="16874" y="4280"/>
                </a:lnTo>
                <a:cubicBezTo>
                  <a:pt x="17510" y="8631"/>
                  <a:pt x="16378" y="12876"/>
                  <a:pt x="13549" y="16024"/>
                </a:cubicBezTo>
                <a:cubicBezTo>
                  <a:pt x="16838" y="18005"/>
                  <a:pt x="20446" y="19350"/>
                  <a:pt x="24161" y="20057"/>
                </a:cubicBezTo>
                <a:cubicBezTo>
                  <a:pt x="28167" y="20832"/>
                  <a:pt x="32294" y="21082"/>
                  <a:pt x="36390" y="21082"/>
                </a:cubicBezTo>
                <a:cubicBezTo>
                  <a:pt x="37719" y="21082"/>
                  <a:pt x="39045" y="21055"/>
                  <a:pt x="40362" y="21012"/>
                </a:cubicBezTo>
                <a:lnTo>
                  <a:pt x="40362" y="0"/>
                </a:lnTo>
                <a:close/>
              </a:path>
            </a:pathLst>
          </a:custGeom>
          <a:solidFill>
            <a:srgbClr val="CAD5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32"/>
          <p:cNvSpPr/>
          <p:nvPr/>
        </p:nvSpPr>
        <p:spPr>
          <a:xfrm>
            <a:off x="7248050" y="-187028"/>
            <a:ext cx="1493675" cy="754900"/>
          </a:xfrm>
          <a:custGeom>
            <a:avLst/>
            <a:gdLst/>
            <a:ahLst/>
            <a:cxnLst/>
            <a:rect l="l" t="t" r="r" b="b"/>
            <a:pathLst>
              <a:path w="59747" h="30196" extrusionOk="0">
                <a:moveTo>
                  <a:pt x="0" y="0"/>
                </a:moveTo>
                <a:lnTo>
                  <a:pt x="0" y="30139"/>
                </a:lnTo>
                <a:cubicBezTo>
                  <a:pt x="0" y="30178"/>
                  <a:pt x="76" y="30196"/>
                  <a:pt x="215" y="30196"/>
                </a:cubicBezTo>
                <a:cubicBezTo>
                  <a:pt x="1725" y="30196"/>
                  <a:pt x="10684" y="28099"/>
                  <a:pt x="11461" y="27839"/>
                </a:cubicBezTo>
                <a:cubicBezTo>
                  <a:pt x="15671" y="26495"/>
                  <a:pt x="19986" y="24762"/>
                  <a:pt x="23701" y="22286"/>
                </a:cubicBezTo>
                <a:cubicBezTo>
                  <a:pt x="28511" y="19138"/>
                  <a:pt x="33428" y="18076"/>
                  <a:pt x="39124" y="17829"/>
                </a:cubicBezTo>
                <a:cubicBezTo>
                  <a:pt x="45208" y="17546"/>
                  <a:pt x="51964" y="17546"/>
                  <a:pt x="57200" y="14008"/>
                </a:cubicBezTo>
                <a:cubicBezTo>
                  <a:pt x="58155" y="13372"/>
                  <a:pt x="59004" y="12593"/>
                  <a:pt x="59747" y="11744"/>
                </a:cubicBezTo>
                <a:cubicBezTo>
                  <a:pt x="54971" y="8879"/>
                  <a:pt x="51009" y="4847"/>
                  <a:pt x="48250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Google Shape;87;p32"/>
          <p:cNvSpPr/>
          <p:nvPr/>
        </p:nvSpPr>
        <p:spPr>
          <a:xfrm>
            <a:off x="8455175" y="-187028"/>
            <a:ext cx="385600" cy="293625"/>
          </a:xfrm>
          <a:custGeom>
            <a:avLst/>
            <a:gdLst/>
            <a:ahLst/>
            <a:cxnLst/>
            <a:rect l="l" t="t" r="r" b="b"/>
            <a:pathLst>
              <a:path w="15424" h="11745" extrusionOk="0">
                <a:moveTo>
                  <a:pt x="0" y="0"/>
                </a:moveTo>
                <a:cubicBezTo>
                  <a:pt x="2724" y="4847"/>
                  <a:pt x="6686" y="8879"/>
                  <a:pt x="11497" y="11744"/>
                </a:cubicBezTo>
                <a:cubicBezTo>
                  <a:pt x="14291" y="8596"/>
                  <a:pt x="15423" y="4351"/>
                  <a:pt x="14787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8" name="Google Shape;88;p32"/>
          <p:cNvSpPr/>
          <p:nvPr/>
        </p:nvSpPr>
        <p:spPr>
          <a:xfrm rot="-6359726">
            <a:off x="6400553" y="-763912"/>
            <a:ext cx="1197772" cy="1829997"/>
          </a:xfrm>
          <a:custGeom>
            <a:avLst/>
            <a:gdLst/>
            <a:ahLst/>
            <a:cxnLst/>
            <a:rect l="l" t="t" r="r" b="b"/>
            <a:pathLst>
              <a:path w="40080" h="64318" extrusionOk="0">
                <a:moveTo>
                  <a:pt x="38384" y="1"/>
                </a:moveTo>
                <a:cubicBezTo>
                  <a:pt x="35907" y="1"/>
                  <a:pt x="31554" y="296"/>
                  <a:pt x="31201" y="321"/>
                </a:cubicBezTo>
                <a:cubicBezTo>
                  <a:pt x="24833" y="1064"/>
                  <a:pt x="18537" y="3187"/>
                  <a:pt x="13337" y="7042"/>
                </a:cubicBezTo>
                <a:cubicBezTo>
                  <a:pt x="10648" y="9059"/>
                  <a:pt x="8278" y="11499"/>
                  <a:pt x="6368" y="14294"/>
                </a:cubicBezTo>
                <a:cubicBezTo>
                  <a:pt x="8597" y="15284"/>
                  <a:pt x="10578" y="16735"/>
                  <a:pt x="12205" y="18574"/>
                </a:cubicBezTo>
                <a:cubicBezTo>
                  <a:pt x="15884" y="22854"/>
                  <a:pt x="11922" y="29682"/>
                  <a:pt x="8385" y="32653"/>
                </a:cubicBezTo>
                <a:cubicBezTo>
                  <a:pt x="5944" y="34705"/>
                  <a:pt x="3078" y="36226"/>
                  <a:pt x="1" y="37110"/>
                </a:cubicBezTo>
                <a:cubicBezTo>
                  <a:pt x="107" y="41709"/>
                  <a:pt x="1239" y="46272"/>
                  <a:pt x="3220" y="50411"/>
                </a:cubicBezTo>
                <a:cubicBezTo>
                  <a:pt x="11285" y="52321"/>
                  <a:pt x="18714" y="56283"/>
                  <a:pt x="24020" y="63004"/>
                </a:cubicBezTo>
                <a:cubicBezTo>
                  <a:pt x="24338" y="63428"/>
                  <a:pt x="24657" y="63853"/>
                  <a:pt x="24939" y="64277"/>
                </a:cubicBezTo>
                <a:cubicBezTo>
                  <a:pt x="25522" y="64305"/>
                  <a:pt x="26105" y="64318"/>
                  <a:pt x="26686" y="64318"/>
                </a:cubicBezTo>
                <a:cubicBezTo>
                  <a:pt x="28331" y="64318"/>
                  <a:pt x="29970" y="64212"/>
                  <a:pt x="31590" y="64029"/>
                </a:cubicBezTo>
                <a:cubicBezTo>
                  <a:pt x="32439" y="63923"/>
                  <a:pt x="40080" y="62862"/>
                  <a:pt x="40080" y="62261"/>
                </a:cubicBezTo>
                <a:lnTo>
                  <a:pt x="40080" y="180"/>
                </a:lnTo>
                <a:cubicBezTo>
                  <a:pt x="40069" y="48"/>
                  <a:pt x="39378" y="1"/>
                  <a:pt x="38384" y="1"/>
                </a:cubicBez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9" name="Google Shape;89;p32"/>
          <p:cNvSpPr/>
          <p:nvPr/>
        </p:nvSpPr>
        <p:spPr>
          <a:xfrm rot="-6359726">
            <a:off x="6683726" y="233669"/>
            <a:ext cx="482067" cy="650193"/>
          </a:xfrm>
          <a:custGeom>
            <a:avLst/>
            <a:gdLst/>
            <a:ahLst/>
            <a:cxnLst/>
            <a:rect l="l" t="t" r="r" b="b"/>
            <a:pathLst>
              <a:path w="16131" h="22852" extrusionOk="0">
                <a:moveTo>
                  <a:pt x="6615" y="1"/>
                </a:moveTo>
                <a:cubicBezTo>
                  <a:pt x="5483" y="1628"/>
                  <a:pt x="4528" y="3361"/>
                  <a:pt x="3715" y="5165"/>
                </a:cubicBezTo>
                <a:cubicBezTo>
                  <a:pt x="1203" y="10719"/>
                  <a:pt x="0" y="16768"/>
                  <a:pt x="213" y="22852"/>
                </a:cubicBezTo>
                <a:cubicBezTo>
                  <a:pt x="3325" y="21968"/>
                  <a:pt x="6155" y="20447"/>
                  <a:pt x="8632" y="18395"/>
                </a:cubicBezTo>
                <a:cubicBezTo>
                  <a:pt x="12169" y="15424"/>
                  <a:pt x="16131" y="8596"/>
                  <a:pt x="12452" y="4316"/>
                </a:cubicBezTo>
                <a:cubicBezTo>
                  <a:pt x="10825" y="2477"/>
                  <a:pt x="8844" y="1026"/>
                  <a:pt x="6615" y="1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0" name="Google Shape;90;p32"/>
          <p:cNvSpPr/>
          <p:nvPr/>
        </p:nvSpPr>
        <p:spPr>
          <a:xfrm flipH="1">
            <a:off x="5782" y="4440953"/>
            <a:ext cx="778410" cy="545373"/>
          </a:xfrm>
          <a:custGeom>
            <a:avLst/>
            <a:gdLst/>
            <a:ahLst/>
            <a:cxnLst/>
            <a:rect l="l" t="t" r="r" b="b"/>
            <a:pathLst>
              <a:path w="28830" h="20199" extrusionOk="0">
                <a:moveTo>
                  <a:pt x="16294" y="0"/>
                </a:moveTo>
                <a:cubicBezTo>
                  <a:pt x="11568" y="0"/>
                  <a:pt x="7077" y="1785"/>
                  <a:pt x="3750" y="5354"/>
                </a:cubicBezTo>
                <a:cubicBezTo>
                  <a:pt x="2229" y="6981"/>
                  <a:pt x="991" y="8785"/>
                  <a:pt x="0" y="10766"/>
                </a:cubicBezTo>
                <a:cubicBezTo>
                  <a:pt x="7932" y="16593"/>
                  <a:pt x="18027" y="20199"/>
                  <a:pt x="26488" y="20199"/>
                </a:cubicBezTo>
                <a:cubicBezTo>
                  <a:pt x="27272" y="20199"/>
                  <a:pt x="28042" y="20168"/>
                  <a:pt x="28795" y="20105"/>
                </a:cubicBezTo>
                <a:cubicBezTo>
                  <a:pt x="28795" y="20105"/>
                  <a:pt x="28795" y="13454"/>
                  <a:pt x="28830" y="4186"/>
                </a:cubicBezTo>
                <a:cubicBezTo>
                  <a:pt x="27627" y="1180"/>
                  <a:pt x="21118" y="437"/>
                  <a:pt x="18713" y="154"/>
                </a:cubicBezTo>
                <a:cubicBezTo>
                  <a:pt x="17903" y="51"/>
                  <a:pt x="17095" y="0"/>
                  <a:pt x="16294" y="0"/>
                </a:cubicBezTo>
                <a:close/>
              </a:path>
            </a:pathLst>
          </a:custGeom>
          <a:solidFill>
            <a:srgbClr val="30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1" name="Google Shape;91;p32"/>
          <p:cNvSpPr/>
          <p:nvPr/>
        </p:nvSpPr>
        <p:spPr>
          <a:xfrm flipH="1">
            <a:off x="48" y="3018125"/>
            <a:ext cx="1207278" cy="1713447"/>
          </a:xfrm>
          <a:custGeom>
            <a:avLst/>
            <a:gdLst/>
            <a:ahLst/>
            <a:cxnLst/>
            <a:rect l="l" t="t" r="r" b="b"/>
            <a:pathLst>
              <a:path w="44714" h="63461" extrusionOk="0">
                <a:moveTo>
                  <a:pt x="44713" y="1"/>
                </a:moveTo>
                <a:cubicBezTo>
                  <a:pt x="44678" y="7040"/>
                  <a:pt x="34879" y="11992"/>
                  <a:pt x="29502" y="14150"/>
                </a:cubicBezTo>
                <a:cubicBezTo>
                  <a:pt x="27415" y="14964"/>
                  <a:pt x="25258" y="15671"/>
                  <a:pt x="23100" y="16343"/>
                </a:cubicBezTo>
                <a:cubicBezTo>
                  <a:pt x="23595" y="17015"/>
                  <a:pt x="24019" y="17723"/>
                  <a:pt x="24373" y="18466"/>
                </a:cubicBezTo>
                <a:cubicBezTo>
                  <a:pt x="25541" y="21083"/>
                  <a:pt x="25682" y="24055"/>
                  <a:pt x="24798" y="26778"/>
                </a:cubicBezTo>
                <a:cubicBezTo>
                  <a:pt x="23666" y="30245"/>
                  <a:pt x="20836" y="33004"/>
                  <a:pt x="17475" y="34455"/>
                </a:cubicBezTo>
                <a:cubicBezTo>
                  <a:pt x="15798" y="35190"/>
                  <a:pt x="13648" y="35654"/>
                  <a:pt x="11545" y="35654"/>
                </a:cubicBezTo>
                <a:cubicBezTo>
                  <a:pt x="9702" y="35654"/>
                  <a:pt x="7895" y="35297"/>
                  <a:pt x="6474" y="34455"/>
                </a:cubicBezTo>
                <a:lnTo>
                  <a:pt x="6439" y="34455"/>
                </a:lnTo>
                <a:cubicBezTo>
                  <a:pt x="5342" y="33782"/>
                  <a:pt x="4493" y="32757"/>
                  <a:pt x="3679" y="31731"/>
                </a:cubicBezTo>
                <a:lnTo>
                  <a:pt x="3644" y="31695"/>
                </a:lnTo>
                <a:cubicBezTo>
                  <a:pt x="3113" y="33146"/>
                  <a:pt x="2689" y="34631"/>
                  <a:pt x="2371" y="36152"/>
                </a:cubicBezTo>
                <a:cubicBezTo>
                  <a:pt x="1" y="46835"/>
                  <a:pt x="6403" y="56669"/>
                  <a:pt x="15636" y="63461"/>
                </a:cubicBezTo>
                <a:cubicBezTo>
                  <a:pt x="16626" y="61515"/>
                  <a:pt x="17900" y="59676"/>
                  <a:pt x="19385" y="58049"/>
                </a:cubicBezTo>
                <a:cubicBezTo>
                  <a:pt x="22763" y="54488"/>
                  <a:pt x="27293" y="52708"/>
                  <a:pt x="32052" y="52708"/>
                </a:cubicBezTo>
                <a:cubicBezTo>
                  <a:pt x="32824" y="52708"/>
                  <a:pt x="33603" y="52755"/>
                  <a:pt x="34384" y="52849"/>
                </a:cubicBezTo>
                <a:cubicBezTo>
                  <a:pt x="36754" y="53132"/>
                  <a:pt x="43263" y="53910"/>
                  <a:pt x="44501" y="56881"/>
                </a:cubicBezTo>
                <a:cubicBezTo>
                  <a:pt x="44572" y="35454"/>
                  <a:pt x="44713" y="30"/>
                  <a:pt x="44713" y="1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2" name="Google Shape;92;p32"/>
          <p:cNvSpPr/>
          <p:nvPr/>
        </p:nvSpPr>
        <p:spPr>
          <a:xfrm flipH="1">
            <a:off x="512936" y="3459406"/>
            <a:ext cx="595053" cy="520344"/>
          </a:xfrm>
          <a:custGeom>
            <a:avLst/>
            <a:gdLst/>
            <a:ahLst/>
            <a:cxnLst/>
            <a:rect l="l" t="t" r="r" b="b"/>
            <a:pathLst>
              <a:path w="22039" h="19272" extrusionOk="0">
                <a:moveTo>
                  <a:pt x="19421" y="0"/>
                </a:moveTo>
                <a:cubicBezTo>
                  <a:pt x="13867" y="1734"/>
                  <a:pt x="8384" y="3502"/>
                  <a:pt x="4281" y="7995"/>
                </a:cubicBezTo>
                <a:cubicBezTo>
                  <a:pt x="2406" y="10152"/>
                  <a:pt x="920" y="12629"/>
                  <a:pt x="0" y="15352"/>
                </a:cubicBezTo>
                <a:cubicBezTo>
                  <a:pt x="814" y="16378"/>
                  <a:pt x="1663" y="17439"/>
                  <a:pt x="2795" y="18112"/>
                </a:cubicBezTo>
                <a:cubicBezTo>
                  <a:pt x="4221" y="18931"/>
                  <a:pt x="6011" y="19272"/>
                  <a:pt x="7835" y="19272"/>
                </a:cubicBezTo>
                <a:cubicBezTo>
                  <a:pt x="9948" y="19272"/>
                  <a:pt x="12106" y="18814"/>
                  <a:pt x="13796" y="18112"/>
                </a:cubicBezTo>
                <a:cubicBezTo>
                  <a:pt x="17157" y="16661"/>
                  <a:pt x="19987" y="13902"/>
                  <a:pt x="21119" y="10400"/>
                </a:cubicBezTo>
                <a:cubicBezTo>
                  <a:pt x="22038" y="7676"/>
                  <a:pt x="21862" y="4740"/>
                  <a:pt x="20694" y="2123"/>
                </a:cubicBezTo>
                <a:cubicBezTo>
                  <a:pt x="20340" y="1380"/>
                  <a:pt x="19916" y="637"/>
                  <a:pt x="19421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" name="Google Shape;93;p32"/>
          <p:cNvSpPr/>
          <p:nvPr/>
        </p:nvSpPr>
        <p:spPr>
          <a:xfrm>
            <a:off x="-48425" y="-1292850"/>
            <a:ext cx="1200975" cy="2428325"/>
          </a:xfrm>
          <a:custGeom>
            <a:avLst/>
            <a:gdLst/>
            <a:ahLst/>
            <a:cxnLst/>
            <a:rect l="l" t="t" r="r" b="b"/>
            <a:pathLst>
              <a:path w="48039" h="97133" extrusionOk="0">
                <a:moveTo>
                  <a:pt x="429" y="0"/>
                </a:moveTo>
                <a:cubicBezTo>
                  <a:pt x="160" y="0"/>
                  <a:pt x="1" y="52"/>
                  <a:pt x="1" y="173"/>
                </a:cubicBezTo>
                <a:cubicBezTo>
                  <a:pt x="1" y="633"/>
                  <a:pt x="72" y="62077"/>
                  <a:pt x="72" y="90447"/>
                </a:cubicBezTo>
                <a:cubicBezTo>
                  <a:pt x="5166" y="92004"/>
                  <a:pt x="10578" y="94161"/>
                  <a:pt x="14929" y="97133"/>
                </a:cubicBezTo>
                <a:cubicBezTo>
                  <a:pt x="32085" y="84115"/>
                  <a:pt x="48039" y="60875"/>
                  <a:pt x="31413" y="41278"/>
                </a:cubicBezTo>
                <a:cubicBezTo>
                  <a:pt x="28052" y="37281"/>
                  <a:pt x="24055" y="33885"/>
                  <a:pt x="21119" y="29604"/>
                </a:cubicBezTo>
                <a:cubicBezTo>
                  <a:pt x="18218" y="25324"/>
                  <a:pt x="17263" y="20372"/>
                  <a:pt x="16450" y="15384"/>
                </a:cubicBezTo>
                <a:cubicBezTo>
                  <a:pt x="15919" y="12201"/>
                  <a:pt x="15282" y="8982"/>
                  <a:pt x="13584" y="6258"/>
                </a:cubicBezTo>
                <a:cubicBezTo>
                  <a:pt x="11851" y="3463"/>
                  <a:pt x="9623" y="2367"/>
                  <a:pt x="6616" y="1482"/>
                </a:cubicBezTo>
                <a:cubicBezTo>
                  <a:pt x="6024" y="1334"/>
                  <a:pt x="1800" y="0"/>
                  <a:pt x="4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32"/>
          <p:cNvSpPr/>
          <p:nvPr/>
        </p:nvSpPr>
        <p:spPr>
          <a:xfrm>
            <a:off x="-49300" y="966550"/>
            <a:ext cx="374100" cy="365975"/>
          </a:xfrm>
          <a:custGeom>
            <a:avLst/>
            <a:gdLst/>
            <a:ahLst/>
            <a:cxnLst/>
            <a:rect l="l" t="t" r="r" b="b"/>
            <a:pathLst>
              <a:path w="14964" h="14639" extrusionOk="0">
                <a:moveTo>
                  <a:pt x="1" y="0"/>
                </a:moveTo>
                <a:lnTo>
                  <a:pt x="1" y="14539"/>
                </a:lnTo>
                <a:cubicBezTo>
                  <a:pt x="1" y="14607"/>
                  <a:pt x="63" y="14639"/>
                  <a:pt x="178" y="14639"/>
                </a:cubicBezTo>
                <a:cubicBezTo>
                  <a:pt x="1427" y="14639"/>
                  <a:pt x="8883" y="10907"/>
                  <a:pt x="9304" y="10648"/>
                </a:cubicBezTo>
                <a:cubicBezTo>
                  <a:pt x="11179" y="9481"/>
                  <a:pt x="13054" y="8172"/>
                  <a:pt x="14964" y="6757"/>
                </a:cubicBezTo>
                <a:cubicBezTo>
                  <a:pt x="10577" y="3785"/>
                  <a:pt x="5094" y="1557"/>
                  <a:pt x="1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35"/>
          <p:cNvGrpSpPr/>
          <p:nvPr/>
        </p:nvGrpSpPr>
        <p:grpSpPr>
          <a:xfrm rot="5400000">
            <a:off x="8425408" y="-1217177"/>
            <a:ext cx="900907" cy="3335276"/>
            <a:chOff x="2810675" y="1400175"/>
            <a:chExt cx="1201850" cy="2625375"/>
          </a:xfrm>
        </p:grpSpPr>
        <p:sp>
          <p:nvSpPr>
            <p:cNvPr id="98" name="Google Shape;98;p35"/>
            <p:cNvSpPr/>
            <p:nvPr/>
          </p:nvSpPr>
          <p:spPr>
            <a:xfrm>
              <a:off x="2811550" y="1400175"/>
              <a:ext cx="1200975" cy="2428325"/>
            </a:xfrm>
            <a:custGeom>
              <a:avLst/>
              <a:gdLst/>
              <a:ahLst/>
              <a:cxnLst/>
              <a:rect l="l" t="t" r="r" b="b"/>
              <a:pathLst>
                <a:path w="48039" h="97133" extrusionOk="0">
                  <a:moveTo>
                    <a:pt x="429" y="0"/>
                  </a:moveTo>
                  <a:cubicBezTo>
                    <a:pt x="160" y="0"/>
                    <a:pt x="1" y="52"/>
                    <a:pt x="1" y="173"/>
                  </a:cubicBezTo>
                  <a:cubicBezTo>
                    <a:pt x="1" y="633"/>
                    <a:pt x="72" y="62077"/>
                    <a:pt x="72" y="90447"/>
                  </a:cubicBezTo>
                  <a:cubicBezTo>
                    <a:pt x="5166" y="92004"/>
                    <a:pt x="10578" y="94161"/>
                    <a:pt x="14929" y="97133"/>
                  </a:cubicBezTo>
                  <a:cubicBezTo>
                    <a:pt x="32085" y="84115"/>
                    <a:pt x="48039" y="60875"/>
                    <a:pt x="31413" y="41278"/>
                  </a:cubicBezTo>
                  <a:cubicBezTo>
                    <a:pt x="28052" y="37281"/>
                    <a:pt x="24055" y="33885"/>
                    <a:pt x="21119" y="29604"/>
                  </a:cubicBezTo>
                  <a:cubicBezTo>
                    <a:pt x="18218" y="25324"/>
                    <a:pt x="17263" y="20372"/>
                    <a:pt x="16450" y="15384"/>
                  </a:cubicBezTo>
                  <a:cubicBezTo>
                    <a:pt x="15919" y="12201"/>
                    <a:pt x="15282" y="8982"/>
                    <a:pt x="13584" y="6258"/>
                  </a:cubicBezTo>
                  <a:cubicBezTo>
                    <a:pt x="11851" y="3463"/>
                    <a:pt x="9623" y="2367"/>
                    <a:pt x="6616" y="1482"/>
                  </a:cubicBezTo>
                  <a:cubicBezTo>
                    <a:pt x="6024" y="1334"/>
                    <a:pt x="1800" y="0"/>
                    <a:pt x="429" y="0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" name="Google Shape;99;p35"/>
            <p:cNvSpPr/>
            <p:nvPr/>
          </p:nvSpPr>
          <p:spPr>
            <a:xfrm>
              <a:off x="2810675" y="3659575"/>
              <a:ext cx="374100" cy="365975"/>
            </a:xfrm>
            <a:custGeom>
              <a:avLst/>
              <a:gdLst/>
              <a:ahLst/>
              <a:cxnLst/>
              <a:rect l="l" t="t" r="r" b="b"/>
              <a:pathLst>
                <a:path w="14964" h="14639" extrusionOk="0">
                  <a:moveTo>
                    <a:pt x="1" y="0"/>
                  </a:moveTo>
                  <a:lnTo>
                    <a:pt x="1" y="14539"/>
                  </a:lnTo>
                  <a:cubicBezTo>
                    <a:pt x="1" y="14607"/>
                    <a:pt x="63" y="14639"/>
                    <a:pt x="178" y="14639"/>
                  </a:cubicBezTo>
                  <a:cubicBezTo>
                    <a:pt x="1427" y="14639"/>
                    <a:pt x="8883" y="10907"/>
                    <a:pt x="9304" y="10648"/>
                  </a:cubicBezTo>
                  <a:cubicBezTo>
                    <a:pt x="11179" y="9481"/>
                    <a:pt x="13054" y="8172"/>
                    <a:pt x="14964" y="6757"/>
                  </a:cubicBezTo>
                  <a:cubicBezTo>
                    <a:pt x="10577" y="3785"/>
                    <a:pt x="5094" y="1557"/>
                    <a:pt x="1" y="0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0" name="Google Shape;100;p35"/>
          <p:cNvSpPr/>
          <p:nvPr/>
        </p:nvSpPr>
        <p:spPr>
          <a:xfrm rot="-3827617">
            <a:off x="6721359" y="-364131"/>
            <a:ext cx="713401" cy="893601"/>
          </a:xfrm>
          <a:custGeom>
            <a:avLst/>
            <a:gdLst/>
            <a:ahLst/>
            <a:cxnLst/>
            <a:rect l="l" t="t" r="r" b="b"/>
            <a:pathLst>
              <a:path w="39160" h="35746" extrusionOk="0">
                <a:moveTo>
                  <a:pt x="23251" y="0"/>
                </a:moveTo>
                <a:cubicBezTo>
                  <a:pt x="18548" y="0"/>
                  <a:pt x="13890" y="1974"/>
                  <a:pt x="10188" y="4960"/>
                </a:cubicBezTo>
                <a:cubicBezTo>
                  <a:pt x="5483" y="8781"/>
                  <a:pt x="2193" y="14051"/>
                  <a:pt x="814" y="19959"/>
                </a:cubicBezTo>
                <a:cubicBezTo>
                  <a:pt x="177" y="22753"/>
                  <a:pt x="0" y="25725"/>
                  <a:pt x="779" y="28484"/>
                </a:cubicBezTo>
                <a:cubicBezTo>
                  <a:pt x="1592" y="31278"/>
                  <a:pt x="3467" y="33790"/>
                  <a:pt x="6120" y="34957"/>
                </a:cubicBezTo>
                <a:cubicBezTo>
                  <a:pt x="7511" y="35551"/>
                  <a:pt x="8980" y="35746"/>
                  <a:pt x="10471" y="35746"/>
                </a:cubicBezTo>
                <a:cubicBezTo>
                  <a:pt x="11823" y="35746"/>
                  <a:pt x="13193" y="35585"/>
                  <a:pt x="14539" y="35417"/>
                </a:cubicBezTo>
                <a:lnTo>
                  <a:pt x="19279" y="34887"/>
                </a:lnTo>
                <a:cubicBezTo>
                  <a:pt x="21225" y="27210"/>
                  <a:pt x="25894" y="19994"/>
                  <a:pt x="32863" y="16068"/>
                </a:cubicBezTo>
                <a:cubicBezTo>
                  <a:pt x="34844" y="14936"/>
                  <a:pt x="36966" y="14051"/>
                  <a:pt x="39159" y="13415"/>
                </a:cubicBezTo>
                <a:cubicBezTo>
                  <a:pt x="38629" y="10549"/>
                  <a:pt x="37355" y="7861"/>
                  <a:pt x="35480" y="5633"/>
                </a:cubicBezTo>
                <a:cubicBezTo>
                  <a:pt x="32827" y="2590"/>
                  <a:pt x="29184" y="609"/>
                  <a:pt x="25186" y="114"/>
                </a:cubicBezTo>
                <a:cubicBezTo>
                  <a:pt x="24542" y="37"/>
                  <a:pt x="23896" y="0"/>
                  <a:pt x="232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5"/>
          <p:cNvSpPr/>
          <p:nvPr/>
        </p:nvSpPr>
        <p:spPr>
          <a:xfrm rot="10800000" flipH="1">
            <a:off x="-304675" y="4429302"/>
            <a:ext cx="1493675" cy="754900"/>
          </a:xfrm>
          <a:custGeom>
            <a:avLst/>
            <a:gdLst/>
            <a:ahLst/>
            <a:cxnLst/>
            <a:rect l="l" t="t" r="r" b="b"/>
            <a:pathLst>
              <a:path w="59747" h="30196" extrusionOk="0">
                <a:moveTo>
                  <a:pt x="0" y="0"/>
                </a:moveTo>
                <a:lnTo>
                  <a:pt x="0" y="30139"/>
                </a:lnTo>
                <a:cubicBezTo>
                  <a:pt x="0" y="30178"/>
                  <a:pt x="76" y="30196"/>
                  <a:pt x="215" y="30196"/>
                </a:cubicBezTo>
                <a:cubicBezTo>
                  <a:pt x="1725" y="30196"/>
                  <a:pt x="10684" y="28099"/>
                  <a:pt x="11461" y="27839"/>
                </a:cubicBezTo>
                <a:cubicBezTo>
                  <a:pt x="15671" y="26495"/>
                  <a:pt x="19986" y="24762"/>
                  <a:pt x="23701" y="22286"/>
                </a:cubicBezTo>
                <a:cubicBezTo>
                  <a:pt x="28511" y="19138"/>
                  <a:pt x="33428" y="18076"/>
                  <a:pt x="39124" y="17829"/>
                </a:cubicBezTo>
                <a:cubicBezTo>
                  <a:pt x="45208" y="17546"/>
                  <a:pt x="51964" y="17546"/>
                  <a:pt x="57200" y="14008"/>
                </a:cubicBezTo>
                <a:cubicBezTo>
                  <a:pt x="58155" y="13372"/>
                  <a:pt x="59004" y="12593"/>
                  <a:pt x="59747" y="11744"/>
                </a:cubicBezTo>
                <a:cubicBezTo>
                  <a:pt x="54971" y="8879"/>
                  <a:pt x="51009" y="4847"/>
                  <a:pt x="48250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2" name="Google Shape;102;p35"/>
          <p:cNvSpPr/>
          <p:nvPr/>
        </p:nvSpPr>
        <p:spPr>
          <a:xfrm rot="10800000" flipH="1">
            <a:off x="902450" y="4890577"/>
            <a:ext cx="385600" cy="293625"/>
          </a:xfrm>
          <a:custGeom>
            <a:avLst/>
            <a:gdLst/>
            <a:ahLst/>
            <a:cxnLst/>
            <a:rect l="l" t="t" r="r" b="b"/>
            <a:pathLst>
              <a:path w="15424" h="11745" extrusionOk="0">
                <a:moveTo>
                  <a:pt x="0" y="0"/>
                </a:moveTo>
                <a:cubicBezTo>
                  <a:pt x="2724" y="4847"/>
                  <a:pt x="6686" y="8879"/>
                  <a:pt x="11497" y="11744"/>
                </a:cubicBezTo>
                <a:cubicBezTo>
                  <a:pt x="14291" y="8596"/>
                  <a:pt x="15423" y="4351"/>
                  <a:pt x="14787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4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36"/>
          <p:cNvGrpSpPr/>
          <p:nvPr/>
        </p:nvGrpSpPr>
        <p:grpSpPr>
          <a:xfrm flipH="1">
            <a:off x="-276682" y="3505591"/>
            <a:ext cx="1985861" cy="1765938"/>
            <a:chOff x="3033525" y="2679425"/>
            <a:chExt cx="1834175" cy="1631050"/>
          </a:xfrm>
        </p:grpSpPr>
        <p:sp>
          <p:nvSpPr>
            <p:cNvPr id="105" name="Google Shape;105;p36"/>
            <p:cNvSpPr/>
            <p:nvPr/>
          </p:nvSpPr>
          <p:spPr>
            <a:xfrm>
              <a:off x="4141625" y="2679425"/>
              <a:ext cx="720750" cy="504975"/>
            </a:xfrm>
            <a:custGeom>
              <a:avLst/>
              <a:gdLst/>
              <a:ahLst/>
              <a:cxnLst/>
              <a:rect l="l" t="t" r="r" b="b"/>
              <a:pathLst>
                <a:path w="28830" h="20199" extrusionOk="0">
                  <a:moveTo>
                    <a:pt x="16294" y="0"/>
                  </a:moveTo>
                  <a:cubicBezTo>
                    <a:pt x="11568" y="0"/>
                    <a:pt x="7077" y="1785"/>
                    <a:pt x="3750" y="5354"/>
                  </a:cubicBezTo>
                  <a:cubicBezTo>
                    <a:pt x="2229" y="6981"/>
                    <a:pt x="991" y="8785"/>
                    <a:pt x="0" y="10766"/>
                  </a:cubicBezTo>
                  <a:cubicBezTo>
                    <a:pt x="7932" y="16593"/>
                    <a:pt x="18027" y="20199"/>
                    <a:pt x="26488" y="20199"/>
                  </a:cubicBezTo>
                  <a:cubicBezTo>
                    <a:pt x="27272" y="20199"/>
                    <a:pt x="28042" y="20168"/>
                    <a:pt x="28795" y="20105"/>
                  </a:cubicBezTo>
                  <a:cubicBezTo>
                    <a:pt x="28795" y="20105"/>
                    <a:pt x="28795" y="13454"/>
                    <a:pt x="28830" y="4186"/>
                  </a:cubicBezTo>
                  <a:cubicBezTo>
                    <a:pt x="27627" y="1180"/>
                    <a:pt x="21118" y="437"/>
                    <a:pt x="18713" y="154"/>
                  </a:cubicBezTo>
                  <a:cubicBezTo>
                    <a:pt x="17903" y="51"/>
                    <a:pt x="17095" y="0"/>
                    <a:pt x="162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" name="Google Shape;106;p36"/>
            <p:cNvSpPr/>
            <p:nvPr/>
          </p:nvSpPr>
          <p:spPr>
            <a:xfrm>
              <a:off x="3400525" y="2784075"/>
              <a:ext cx="1467175" cy="1526400"/>
            </a:xfrm>
            <a:custGeom>
              <a:avLst/>
              <a:gdLst/>
              <a:ahLst/>
              <a:cxnLst/>
              <a:rect l="l" t="t" r="r" b="b"/>
              <a:pathLst>
                <a:path w="58687" h="61056" extrusionOk="0">
                  <a:moveTo>
                    <a:pt x="58474" y="0"/>
                  </a:moveTo>
                  <a:cubicBezTo>
                    <a:pt x="58474" y="9268"/>
                    <a:pt x="58439" y="15919"/>
                    <a:pt x="58439" y="15919"/>
                  </a:cubicBezTo>
                  <a:cubicBezTo>
                    <a:pt x="57686" y="15982"/>
                    <a:pt x="56916" y="16013"/>
                    <a:pt x="56133" y="16013"/>
                  </a:cubicBezTo>
                  <a:cubicBezTo>
                    <a:pt x="47676" y="16013"/>
                    <a:pt x="37608" y="12407"/>
                    <a:pt x="29644" y="6580"/>
                  </a:cubicBezTo>
                  <a:cubicBezTo>
                    <a:pt x="27133" y="11426"/>
                    <a:pt x="25895" y="17086"/>
                    <a:pt x="25152" y="22321"/>
                  </a:cubicBezTo>
                  <a:cubicBezTo>
                    <a:pt x="23701" y="32721"/>
                    <a:pt x="21437" y="45562"/>
                    <a:pt x="9906" y="49311"/>
                  </a:cubicBezTo>
                  <a:cubicBezTo>
                    <a:pt x="7806" y="50011"/>
                    <a:pt x="5614" y="50250"/>
                    <a:pt x="3411" y="50250"/>
                  </a:cubicBezTo>
                  <a:cubicBezTo>
                    <a:pt x="2274" y="50250"/>
                    <a:pt x="1133" y="50186"/>
                    <a:pt x="1" y="50090"/>
                  </a:cubicBezTo>
                  <a:lnTo>
                    <a:pt x="1" y="50090"/>
                  </a:lnTo>
                  <a:cubicBezTo>
                    <a:pt x="2583" y="53450"/>
                    <a:pt x="4635" y="57129"/>
                    <a:pt x="6156" y="61056"/>
                  </a:cubicBezTo>
                  <a:lnTo>
                    <a:pt x="58686" y="61056"/>
                  </a:lnTo>
                  <a:lnTo>
                    <a:pt x="58686" y="991"/>
                  </a:lnTo>
                  <a:cubicBezTo>
                    <a:pt x="58686" y="673"/>
                    <a:pt x="58615" y="319"/>
                    <a:pt x="584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" name="Google Shape;107;p36"/>
            <p:cNvSpPr/>
            <p:nvPr/>
          </p:nvSpPr>
          <p:spPr>
            <a:xfrm>
              <a:off x="3033525" y="4024550"/>
              <a:ext cx="520900" cy="285925"/>
            </a:xfrm>
            <a:custGeom>
              <a:avLst/>
              <a:gdLst/>
              <a:ahLst/>
              <a:cxnLst/>
              <a:rect l="l" t="t" r="r" b="b"/>
              <a:pathLst>
                <a:path w="20836" h="11437" extrusionOk="0">
                  <a:moveTo>
                    <a:pt x="9485" y="1"/>
                  </a:moveTo>
                  <a:cubicBezTo>
                    <a:pt x="7802" y="1"/>
                    <a:pt x="6190" y="322"/>
                    <a:pt x="4599" y="1461"/>
                  </a:cubicBezTo>
                  <a:cubicBezTo>
                    <a:pt x="3078" y="2664"/>
                    <a:pt x="1911" y="4256"/>
                    <a:pt x="1274" y="6060"/>
                  </a:cubicBezTo>
                  <a:cubicBezTo>
                    <a:pt x="1097" y="6555"/>
                    <a:pt x="1" y="11437"/>
                    <a:pt x="461" y="11437"/>
                  </a:cubicBezTo>
                  <a:lnTo>
                    <a:pt x="20836" y="11437"/>
                  </a:lnTo>
                  <a:cubicBezTo>
                    <a:pt x="19315" y="7510"/>
                    <a:pt x="17263" y="3831"/>
                    <a:pt x="14716" y="471"/>
                  </a:cubicBezTo>
                  <a:cubicBezTo>
                    <a:pt x="14363" y="435"/>
                    <a:pt x="14009" y="400"/>
                    <a:pt x="13690" y="365"/>
                  </a:cubicBezTo>
                  <a:cubicBezTo>
                    <a:pt x="12227" y="207"/>
                    <a:pt x="10833" y="1"/>
                    <a:pt x="94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8" name="Google Shape;108;p36"/>
          <p:cNvSpPr/>
          <p:nvPr/>
        </p:nvSpPr>
        <p:spPr>
          <a:xfrm>
            <a:off x="8313925" y="1595550"/>
            <a:ext cx="587225" cy="359950"/>
          </a:xfrm>
          <a:custGeom>
            <a:avLst/>
            <a:gdLst/>
            <a:ahLst/>
            <a:cxnLst/>
            <a:rect l="l" t="t" r="r" b="b"/>
            <a:pathLst>
              <a:path w="23489" h="14398" extrusionOk="0">
                <a:moveTo>
                  <a:pt x="0" y="0"/>
                </a:moveTo>
                <a:lnTo>
                  <a:pt x="0" y="0"/>
                </a:lnTo>
                <a:cubicBezTo>
                  <a:pt x="5483" y="7747"/>
                  <a:pt x="14044" y="13336"/>
                  <a:pt x="23488" y="14397"/>
                </a:cubicBezTo>
                <a:cubicBezTo>
                  <a:pt x="19314" y="6297"/>
                  <a:pt x="12806" y="3467"/>
                  <a:pt x="12806" y="3467"/>
                </a:cubicBezTo>
                <a:cubicBezTo>
                  <a:pt x="8773" y="1592"/>
                  <a:pt x="4422" y="425"/>
                  <a:pt x="0" y="0"/>
                </a:cubicBezTo>
                <a:close/>
              </a:path>
            </a:pathLst>
          </a:custGeom>
          <a:solidFill>
            <a:srgbClr val="30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" name="Google Shape;109;p36"/>
          <p:cNvSpPr/>
          <p:nvPr/>
        </p:nvSpPr>
        <p:spPr>
          <a:xfrm>
            <a:off x="8119375" y="285825"/>
            <a:ext cx="1039125" cy="1679150"/>
          </a:xfrm>
          <a:custGeom>
            <a:avLst/>
            <a:gdLst/>
            <a:ahLst/>
            <a:cxnLst/>
            <a:rect l="l" t="t" r="r" b="b"/>
            <a:pathLst>
              <a:path w="41565" h="67166" extrusionOk="0">
                <a:moveTo>
                  <a:pt x="41564" y="1"/>
                </a:moveTo>
                <a:cubicBezTo>
                  <a:pt x="35091" y="1"/>
                  <a:pt x="28264" y="107"/>
                  <a:pt x="21967" y="1982"/>
                </a:cubicBezTo>
                <a:cubicBezTo>
                  <a:pt x="22356" y="4104"/>
                  <a:pt x="22427" y="6262"/>
                  <a:pt x="22109" y="8384"/>
                </a:cubicBezTo>
                <a:cubicBezTo>
                  <a:pt x="21401" y="13124"/>
                  <a:pt x="18394" y="19067"/>
                  <a:pt x="13973" y="21367"/>
                </a:cubicBezTo>
                <a:lnTo>
                  <a:pt x="13937" y="21367"/>
                </a:lnTo>
                <a:cubicBezTo>
                  <a:pt x="12310" y="22216"/>
                  <a:pt x="10435" y="22463"/>
                  <a:pt x="8631" y="22675"/>
                </a:cubicBezTo>
                <a:lnTo>
                  <a:pt x="2087" y="23418"/>
                </a:lnTo>
                <a:cubicBezTo>
                  <a:pt x="2016" y="23843"/>
                  <a:pt x="1910" y="24232"/>
                  <a:pt x="1804" y="24621"/>
                </a:cubicBezTo>
                <a:cubicBezTo>
                  <a:pt x="0" y="33111"/>
                  <a:pt x="1769" y="42414"/>
                  <a:pt x="6155" y="49842"/>
                </a:cubicBezTo>
                <a:cubicBezTo>
                  <a:pt x="6650" y="50691"/>
                  <a:pt x="7216" y="51540"/>
                  <a:pt x="7782" y="52389"/>
                </a:cubicBezTo>
                <a:cubicBezTo>
                  <a:pt x="12204" y="52814"/>
                  <a:pt x="16555" y="53981"/>
                  <a:pt x="20623" y="55821"/>
                </a:cubicBezTo>
                <a:cubicBezTo>
                  <a:pt x="20623" y="55821"/>
                  <a:pt x="27096" y="58686"/>
                  <a:pt x="31270" y="66786"/>
                </a:cubicBezTo>
                <a:cubicBezTo>
                  <a:pt x="31553" y="66822"/>
                  <a:pt x="31801" y="66857"/>
                  <a:pt x="32049" y="66857"/>
                </a:cubicBezTo>
                <a:cubicBezTo>
                  <a:pt x="32770" y="66911"/>
                  <a:pt x="37826" y="67166"/>
                  <a:pt x="40260" y="67166"/>
                </a:cubicBezTo>
                <a:cubicBezTo>
                  <a:pt x="41050" y="67166"/>
                  <a:pt x="41564" y="67139"/>
                  <a:pt x="41564" y="67069"/>
                </a:cubicBezTo>
                <a:lnTo>
                  <a:pt x="41564" y="1"/>
                </a:ln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p36"/>
          <p:cNvSpPr/>
          <p:nvPr/>
        </p:nvSpPr>
        <p:spPr>
          <a:xfrm>
            <a:off x="7689575" y="0"/>
            <a:ext cx="979000" cy="893650"/>
          </a:xfrm>
          <a:custGeom>
            <a:avLst/>
            <a:gdLst/>
            <a:ahLst/>
            <a:cxnLst/>
            <a:rect l="l" t="t" r="r" b="b"/>
            <a:pathLst>
              <a:path w="39160" h="35746" extrusionOk="0">
                <a:moveTo>
                  <a:pt x="23251" y="0"/>
                </a:moveTo>
                <a:cubicBezTo>
                  <a:pt x="18548" y="0"/>
                  <a:pt x="13890" y="1974"/>
                  <a:pt x="10188" y="4960"/>
                </a:cubicBezTo>
                <a:cubicBezTo>
                  <a:pt x="5483" y="8781"/>
                  <a:pt x="2193" y="14051"/>
                  <a:pt x="814" y="19959"/>
                </a:cubicBezTo>
                <a:cubicBezTo>
                  <a:pt x="177" y="22753"/>
                  <a:pt x="0" y="25725"/>
                  <a:pt x="779" y="28484"/>
                </a:cubicBezTo>
                <a:cubicBezTo>
                  <a:pt x="1592" y="31278"/>
                  <a:pt x="3467" y="33790"/>
                  <a:pt x="6120" y="34957"/>
                </a:cubicBezTo>
                <a:cubicBezTo>
                  <a:pt x="7511" y="35551"/>
                  <a:pt x="8980" y="35746"/>
                  <a:pt x="10471" y="35746"/>
                </a:cubicBezTo>
                <a:cubicBezTo>
                  <a:pt x="11823" y="35746"/>
                  <a:pt x="13193" y="35585"/>
                  <a:pt x="14539" y="35417"/>
                </a:cubicBezTo>
                <a:lnTo>
                  <a:pt x="19279" y="34887"/>
                </a:lnTo>
                <a:cubicBezTo>
                  <a:pt x="21225" y="27210"/>
                  <a:pt x="25894" y="19994"/>
                  <a:pt x="32863" y="16068"/>
                </a:cubicBezTo>
                <a:cubicBezTo>
                  <a:pt x="34844" y="14936"/>
                  <a:pt x="36966" y="14051"/>
                  <a:pt x="39159" y="13415"/>
                </a:cubicBezTo>
                <a:cubicBezTo>
                  <a:pt x="38629" y="10549"/>
                  <a:pt x="37355" y="7861"/>
                  <a:pt x="35480" y="5633"/>
                </a:cubicBezTo>
                <a:cubicBezTo>
                  <a:pt x="32827" y="2590"/>
                  <a:pt x="29184" y="609"/>
                  <a:pt x="25186" y="114"/>
                </a:cubicBezTo>
                <a:cubicBezTo>
                  <a:pt x="24542" y="37"/>
                  <a:pt x="23896" y="0"/>
                  <a:pt x="23251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36"/>
          <p:cNvSpPr/>
          <p:nvPr/>
        </p:nvSpPr>
        <p:spPr>
          <a:xfrm>
            <a:off x="8171550" y="336250"/>
            <a:ext cx="508525" cy="535925"/>
          </a:xfrm>
          <a:custGeom>
            <a:avLst/>
            <a:gdLst/>
            <a:ahLst/>
            <a:cxnLst/>
            <a:rect l="l" t="t" r="r" b="b"/>
            <a:pathLst>
              <a:path w="20341" h="21437" extrusionOk="0">
                <a:moveTo>
                  <a:pt x="19880" y="0"/>
                </a:moveTo>
                <a:cubicBezTo>
                  <a:pt x="17687" y="637"/>
                  <a:pt x="15565" y="1521"/>
                  <a:pt x="13584" y="2653"/>
                </a:cubicBezTo>
                <a:cubicBezTo>
                  <a:pt x="6615" y="6580"/>
                  <a:pt x="1946" y="13796"/>
                  <a:pt x="0" y="21437"/>
                </a:cubicBezTo>
                <a:lnTo>
                  <a:pt x="6544" y="20694"/>
                </a:lnTo>
                <a:cubicBezTo>
                  <a:pt x="8348" y="20446"/>
                  <a:pt x="10223" y="20234"/>
                  <a:pt x="11850" y="19385"/>
                </a:cubicBezTo>
                <a:lnTo>
                  <a:pt x="11886" y="19385"/>
                </a:lnTo>
                <a:cubicBezTo>
                  <a:pt x="16307" y="17086"/>
                  <a:pt x="19314" y="11143"/>
                  <a:pt x="20022" y="6403"/>
                </a:cubicBezTo>
                <a:cubicBezTo>
                  <a:pt x="20340" y="4280"/>
                  <a:pt x="20269" y="2087"/>
                  <a:pt x="19880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jpe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716250" y="543200"/>
            <a:ext cx="77115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 panose="020B0004020203020204"/>
              <a:buNone/>
              <a:defRPr sz="3000" b="0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type="body" idx="1"/>
          </p:nvPr>
        </p:nvSpPr>
        <p:spPr>
          <a:xfrm>
            <a:off x="716250" y="1701675"/>
            <a:ext cx="7711500" cy="2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Char char="●"/>
              <a:defRPr sz="18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 sz="14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pic>
        <p:nvPicPr>
          <p:cNvPr id="8" name="Google Shape;8;p23"/>
          <p:cNvPicPr preferRelativeResize="0"/>
          <p:nvPr/>
        </p:nvPicPr>
        <p:blipFill rotWithShape="1">
          <a:blip r:embed="rId14">
            <a:alphaModFix amt="52999"/>
          </a:blip>
          <a:srcRect/>
          <a:stretch>
            <a:fillRect/>
          </a:stretch>
        </p:blipFill>
        <p:spPr>
          <a:xfrm>
            <a:off x="3907102" y="4955846"/>
            <a:ext cx="1329777" cy="1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3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1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ee436fdd6_0_0"/>
          <p:cNvSpPr txBox="1"/>
          <p:nvPr/>
        </p:nvSpPr>
        <p:spPr>
          <a:xfrm>
            <a:off x="2221200" y="1248000"/>
            <a:ext cx="4701600" cy="2647500"/>
          </a:xfrm>
          <a:prstGeom prst="rect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rgbClr val="0000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CLASSROOM RULES</a:t>
            </a:r>
            <a:endParaRPr sz="3000" b="1" i="0" u="none" strike="noStrike" cap="none">
              <a:solidFill>
                <a:srgbClr val="000000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Lato" panose="020F0502020204030203"/>
              <a:buAutoNum type="arabicPeriod"/>
            </a:pPr>
            <a:r>
              <a:rPr lang="en-GB" sz="2500" b="1" i="0" u="none" strike="noStrike" cap="none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Be on time</a:t>
            </a:r>
            <a:endParaRPr sz="2500" b="1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Lato" panose="020F0502020204030203"/>
              <a:buAutoNum type="arabicPeriod"/>
            </a:pPr>
            <a:r>
              <a:rPr lang="en-GB" sz="2500" b="1" i="0" u="none" strike="noStrike" cap="none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Be interactive</a:t>
            </a:r>
            <a:endParaRPr sz="2500" b="1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Lato" panose="020F0502020204030203"/>
              <a:buAutoNum type="arabicPeriod"/>
            </a:pPr>
            <a:r>
              <a:rPr lang="en-GB" sz="2500" b="1" i="0" u="none" strike="noStrike" cap="none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100% or nothing</a:t>
            </a:r>
            <a:endParaRPr sz="2500" b="1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Lato" panose="020F0502020204030203"/>
              <a:buAutoNum type="arabicPeriod"/>
            </a:pPr>
            <a:r>
              <a:rPr lang="en-GB" sz="2500" b="1" i="0" u="none" strike="noStrike" cap="none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Do all daily challenges</a:t>
            </a:r>
            <a:endParaRPr sz="1900" b="1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 txBox="1"/>
          <p:nvPr>
            <p:ph type="ctrTitle"/>
          </p:nvPr>
        </p:nvSpPr>
        <p:spPr>
          <a:xfrm flipH="1">
            <a:off x="1098975" y="1393575"/>
            <a:ext cx="3820200" cy="19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5100"/>
              <a:t>Lesson 18:</a:t>
            </a:r>
            <a:br>
              <a:rPr lang="en-GB" sz="5100"/>
            </a:br>
            <a:r>
              <a:rPr lang="en-GB" sz="5100"/>
              <a:t>SENTENCES</a:t>
            </a:r>
            <a:endParaRPr sz="5100"/>
          </a:p>
        </p:txBody>
      </p:sp>
      <p:sp>
        <p:nvSpPr>
          <p:cNvPr id="122" name="Google Shape;122;p1"/>
          <p:cNvSpPr txBox="1"/>
          <p:nvPr>
            <p:ph type="subTitle" idx="1"/>
          </p:nvPr>
        </p:nvSpPr>
        <p:spPr>
          <a:xfrm>
            <a:off x="1098950" y="3273479"/>
            <a:ext cx="22749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Brought to you by LangGo</a:t>
            </a:r>
            <a:endParaRPr lang="en-GB"/>
          </a:p>
        </p:txBody>
      </p:sp>
      <p:pic>
        <p:nvPicPr>
          <p:cNvPr id="123" name="Google Shape;123;p1"/>
          <p:cNvPicPr preferRelativeResize="0"/>
          <p:nvPr/>
        </p:nvPicPr>
        <p:blipFill rotWithShape="1">
          <a:blip r:embed="rId1"/>
          <a:srcRect l="8036" t="10491" r="4766" b="4761"/>
          <a:stretch>
            <a:fillRect/>
          </a:stretch>
        </p:blipFill>
        <p:spPr>
          <a:xfrm>
            <a:off x="5107225" y="902921"/>
            <a:ext cx="3950400" cy="3839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7"/>
          <p:cNvSpPr txBox="1"/>
          <p:nvPr>
            <p:ph type="title"/>
          </p:nvPr>
        </p:nvSpPr>
        <p:spPr>
          <a:xfrm>
            <a:off x="788400" y="2297400"/>
            <a:ext cx="7567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b="1"/>
              <a:t>REVIEW:  GRAMMAR + VOCABULARY</a:t>
            </a:r>
            <a:endParaRPr lang="en-GB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0946f21759_0_0"/>
          <p:cNvSpPr txBox="1"/>
          <p:nvPr>
            <p:ph type="title"/>
          </p:nvPr>
        </p:nvSpPr>
        <p:spPr>
          <a:xfrm>
            <a:off x="662350" y="205225"/>
            <a:ext cx="3859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b="1"/>
              <a:t>REVIEW: LISTENING</a:t>
            </a:r>
            <a:endParaRPr lang="en-GB" b="1"/>
          </a:p>
        </p:txBody>
      </p:sp>
      <p:sp>
        <p:nvSpPr>
          <p:cNvPr id="134" name="Google Shape;134;g10946f21759_0_0"/>
          <p:cNvSpPr txBox="1"/>
          <p:nvPr>
            <p:ph type="subTitle" idx="1"/>
          </p:nvPr>
        </p:nvSpPr>
        <p:spPr>
          <a:xfrm>
            <a:off x="549925" y="1013600"/>
            <a:ext cx="8282400" cy="36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2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How do you like where you’re living?</a:t>
            </a:r>
            <a:endParaRPr sz="2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2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What’s your city like?</a:t>
            </a:r>
            <a:endParaRPr sz="2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2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good thing is there are a lot of things to do here. </a:t>
            </a:r>
            <a:endParaRPr sz="2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2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trouble is it’s getting very polluted.</a:t>
            </a:r>
            <a:endParaRPr sz="2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2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city has a very nice climate. It’s never too hot or too cold.</a:t>
            </a:r>
            <a:endParaRPr sz="2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2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It's very noisy and crowded. </a:t>
            </a:r>
            <a:endParaRPr sz="2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2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air is fresh and the people are very friendly.</a:t>
            </a:r>
            <a:endParaRPr sz="2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094413b512_0_1"/>
          <p:cNvSpPr txBox="1"/>
          <p:nvPr>
            <p:ph type="title"/>
          </p:nvPr>
        </p:nvSpPr>
        <p:spPr>
          <a:xfrm>
            <a:off x="716250" y="216025"/>
            <a:ext cx="3960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b="1"/>
              <a:t>REVIEW: LISTENING</a:t>
            </a:r>
            <a:endParaRPr lang="en-GB" b="1"/>
          </a:p>
        </p:txBody>
      </p:sp>
      <p:sp>
        <p:nvSpPr>
          <p:cNvPr id="140" name="Google Shape;140;g1094413b512_0_1"/>
          <p:cNvSpPr txBox="1"/>
          <p:nvPr>
            <p:ph type="subTitle" idx="1"/>
          </p:nvPr>
        </p:nvSpPr>
        <p:spPr>
          <a:xfrm>
            <a:off x="528375" y="916575"/>
            <a:ext cx="8312400" cy="3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8. It's close to the sea, so it’s great in the summer.</a:t>
            </a:r>
            <a:endParaRPr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9. The subway system is pretty good, too, but it’s very old and not very clean.</a:t>
            </a:r>
            <a:endParaRPr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10. One thing I do like is that there’s very little noise.</a:t>
            </a:r>
            <a:endParaRPr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11. It's awfully crowded and the air is so dirty.</a:t>
            </a:r>
            <a:endParaRPr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12. It's really a great city, but you have to pay a fortune for everything.</a:t>
            </a:r>
            <a:endParaRPr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13. It’s pretty and quiet and it isn’t dangerous at all.</a:t>
            </a:r>
            <a:endParaRPr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14. It has a lot of lovely old buildings and great restaurants</a:t>
            </a:r>
            <a:endParaRPr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15. It’s easy to get around and everything is very clean.</a:t>
            </a:r>
            <a:endParaRPr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946f21759_0_5"/>
          <p:cNvSpPr txBox="1"/>
          <p:nvPr>
            <p:ph type="title"/>
          </p:nvPr>
        </p:nvSpPr>
        <p:spPr>
          <a:xfrm>
            <a:off x="716250" y="420900"/>
            <a:ext cx="3960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b="1"/>
              <a:t>REVIEW: SPEAKING</a:t>
            </a:r>
            <a:endParaRPr lang="en-GB" b="1"/>
          </a:p>
        </p:txBody>
      </p:sp>
      <p:sp>
        <p:nvSpPr>
          <p:cNvPr id="146" name="Google Shape;146;g10946f21759_0_5"/>
          <p:cNvSpPr txBox="1"/>
          <p:nvPr>
            <p:ph type="subTitle" idx="1"/>
          </p:nvPr>
        </p:nvSpPr>
        <p:spPr>
          <a:xfrm>
            <a:off x="521700" y="1491565"/>
            <a:ext cx="8319000" cy="3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Where do you come from?</a:t>
            </a:r>
            <a:endParaRPr sz="26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What do you like about your hometown?</a:t>
            </a:r>
            <a:endParaRPr sz="26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Is there anything you dislike about your hometown?</a:t>
            </a:r>
            <a:endParaRPr lang="en-GB" sz="26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600">
                <a:latin typeface="Times New Roman" panose="02020603050405020304" charset="0"/>
                <a:ea typeface="Nunito"/>
                <a:cs typeface="Times New Roman" panose="02020603050405020304" charset="0"/>
                <a:sym typeface="Nunito"/>
              </a:rPr>
              <a:t>4. Are there any lakes or rivers/woods or forests/hills or mountains in your hometown? </a:t>
            </a:r>
            <a:endParaRPr sz="260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60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"/>
          <p:cNvPicPr preferRelativeResize="0"/>
          <p:nvPr/>
        </p:nvPicPr>
        <p:blipFill rotWithShape="1">
          <a:blip r:embed="rId1"/>
          <a:srcRect l="11513" t="3899" r="5353" b="9451"/>
          <a:stretch>
            <a:fillRect/>
          </a:stretch>
        </p:blipFill>
        <p:spPr>
          <a:xfrm>
            <a:off x="6297161" y="1560599"/>
            <a:ext cx="2481286" cy="258629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"/>
          <p:cNvSpPr txBox="1"/>
          <p:nvPr>
            <p:ph type="title"/>
          </p:nvPr>
        </p:nvSpPr>
        <p:spPr>
          <a:xfrm>
            <a:off x="2412150" y="376846"/>
            <a:ext cx="4319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4100" b="1"/>
              <a:t>Objectives</a:t>
            </a:r>
            <a:endParaRPr sz="4100" b="1"/>
          </a:p>
        </p:txBody>
      </p:sp>
      <p:sp>
        <p:nvSpPr>
          <p:cNvPr id="153" name="Google Shape;153;p2"/>
          <p:cNvSpPr txBox="1"/>
          <p:nvPr>
            <p:ph type="subTitle" idx="1"/>
          </p:nvPr>
        </p:nvSpPr>
        <p:spPr>
          <a:xfrm>
            <a:off x="1097248" y="1496110"/>
            <a:ext cx="5199902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 sz="2200"/>
              <a:t>Identify the components and their function of common sentences</a:t>
            </a:r>
            <a:endParaRPr sz="1600"/>
          </a:p>
        </p:txBody>
      </p:sp>
      <p:sp>
        <p:nvSpPr>
          <p:cNvPr id="154" name="Google Shape;154;p2"/>
          <p:cNvSpPr txBox="1"/>
          <p:nvPr>
            <p:ph type="subTitle" idx="5"/>
          </p:nvPr>
        </p:nvSpPr>
        <p:spPr>
          <a:xfrm>
            <a:off x="1079311" y="3619918"/>
            <a:ext cx="52359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 sz="2200"/>
              <a:t>Practice: Asking and answering Speaking questions</a:t>
            </a:r>
            <a:endParaRPr sz="2200"/>
          </a:p>
        </p:txBody>
      </p:sp>
      <p:sp>
        <p:nvSpPr>
          <p:cNvPr id="155" name="Google Shape;155;p2"/>
          <p:cNvSpPr txBox="1"/>
          <p:nvPr>
            <p:ph type="title" idx="9"/>
          </p:nvPr>
        </p:nvSpPr>
        <p:spPr>
          <a:xfrm>
            <a:off x="554355" y="1481455"/>
            <a:ext cx="628015" cy="47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156" name="Google Shape;156;p2"/>
          <p:cNvSpPr txBox="1"/>
          <p:nvPr>
            <p:ph type="title" idx="14"/>
          </p:nvPr>
        </p:nvSpPr>
        <p:spPr>
          <a:xfrm>
            <a:off x="497840" y="3620135"/>
            <a:ext cx="684530" cy="47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157" name="Google Shape;157;p2"/>
          <p:cNvSpPr txBox="1"/>
          <p:nvPr/>
        </p:nvSpPr>
        <p:spPr>
          <a:xfrm>
            <a:off x="1097248" y="2499149"/>
            <a:ext cx="5199902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2200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Make basic compound sentences with coordinating conjunctions</a:t>
            </a:r>
            <a:endParaRPr sz="2200">
              <a:solidFill>
                <a:schemeClr val="dk1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layfair Display"/>
              <a:buNone/>
            </a:pPr>
            <a:endParaRPr sz="2200">
              <a:solidFill>
                <a:schemeClr val="dk1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97840" y="2469515"/>
            <a:ext cx="684530" cy="47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 panose="020B0004020203020204"/>
              <a:buNone/>
            </a:pPr>
            <a:r>
              <a:rPr lang="en-GB" sz="3000" b="0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02</a:t>
            </a:r>
            <a:endParaRPr lang="en-GB" sz="3000" b="0" i="0" u="none" strike="noStrike" cap="none">
              <a:solidFill>
                <a:schemeClr val="dk1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3"/>
          <p:cNvGrpSpPr/>
          <p:nvPr/>
        </p:nvGrpSpPr>
        <p:grpSpPr>
          <a:xfrm rot="5400000">
            <a:off x="4328060" y="902122"/>
            <a:ext cx="808790" cy="1081915"/>
            <a:chOff x="5700725" y="2096750"/>
            <a:chExt cx="1468925" cy="1964975"/>
          </a:xfrm>
        </p:grpSpPr>
        <p:sp>
          <p:nvSpPr>
            <p:cNvPr id="164" name="Google Shape;164;p3"/>
            <p:cNvSpPr/>
            <p:nvPr/>
          </p:nvSpPr>
          <p:spPr>
            <a:xfrm>
              <a:off x="6325075" y="3692300"/>
              <a:ext cx="587225" cy="359950"/>
            </a:xfrm>
            <a:custGeom>
              <a:avLst/>
              <a:gdLst/>
              <a:ahLst/>
              <a:cxnLst/>
              <a:rect l="l" t="t" r="r" b="b"/>
              <a:pathLst>
                <a:path w="23489" h="14398" extrusionOk="0">
                  <a:moveTo>
                    <a:pt x="0" y="0"/>
                  </a:moveTo>
                  <a:lnTo>
                    <a:pt x="0" y="0"/>
                  </a:lnTo>
                  <a:cubicBezTo>
                    <a:pt x="5483" y="7747"/>
                    <a:pt x="14044" y="13336"/>
                    <a:pt x="23488" y="14397"/>
                  </a:cubicBezTo>
                  <a:cubicBezTo>
                    <a:pt x="19314" y="6297"/>
                    <a:pt x="12806" y="3467"/>
                    <a:pt x="12806" y="3467"/>
                  </a:cubicBezTo>
                  <a:cubicBezTo>
                    <a:pt x="8773" y="1592"/>
                    <a:pt x="4422" y="425"/>
                    <a:pt x="0" y="0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6130525" y="2382575"/>
              <a:ext cx="1039125" cy="1679150"/>
            </a:xfrm>
            <a:custGeom>
              <a:avLst/>
              <a:gdLst/>
              <a:ahLst/>
              <a:cxnLst/>
              <a:rect l="l" t="t" r="r" b="b"/>
              <a:pathLst>
                <a:path w="41565" h="67166" extrusionOk="0">
                  <a:moveTo>
                    <a:pt x="41564" y="1"/>
                  </a:moveTo>
                  <a:cubicBezTo>
                    <a:pt x="35091" y="1"/>
                    <a:pt x="28264" y="107"/>
                    <a:pt x="21967" y="1982"/>
                  </a:cubicBezTo>
                  <a:cubicBezTo>
                    <a:pt x="22356" y="4104"/>
                    <a:pt x="22427" y="6262"/>
                    <a:pt x="22109" y="8384"/>
                  </a:cubicBezTo>
                  <a:cubicBezTo>
                    <a:pt x="21401" y="13124"/>
                    <a:pt x="18394" y="19067"/>
                    <a:pt x="13973" y="21367"/>
                  </a:cubicBezTo>
                  <a:lnTo>
                    <a:pt x="13937" y="21367"/>
                  </a:lnTo>
                  <a:cubicBezTo>
                    <a:pt x="12310" y="22216"/>
                    <a:pt x="10435" y="22463"/>
                    <a:pt x="8631" y="22675"/>
                  </a:cubicBezTo>
                  <a:lnTo>
                    <a:pt x="2087" y="23418"/>
                  </a:lnTo>
                  <a:cubicBezTo>
                    <a:pt x="2016" y="23843"/>
                    <a:pt x="1910" y="24232"/>
                    <a:pt x="1804" y="24621"/>
                  </a:cubicBezTo>
                  <a:cubicBezTo>
                    <a:pt x="0" y="33111"/>
                    <a:pt x="1769" y="42414"/>
                    <a:pt x="6155" y="49842"/>
                  </a:cubicBezTo>
                  <a:cubicBezTo>
                    <a:pt x="6650" y="50691"/>
                    <a:pt x="7216" y="51540"/>
                    <a:pt x="7782" y="52389"/>
                  </a:cubicBezTo>
                  <a:cubicBezTo>
                    <a:pt x="12204" y="52814"/>
                    <a:pt x="16555" y="53981"/>
                    <a:pt x="20623" y="55821"/>
                  </a:cubicBezTo>
                  <a:cubicBezTo>
                    <a:pt x="20623" y="55821"/>
                    <a:pt x="27096" y="58686"/>
                    <a:pt x="31270" y="66786"/>
                  </a:cubicBezTo>
                  <a:cubicBezTo>
                    <a:pt x="31553" y="66822"/>
                    <a:pt x="31801" y="66857"/>
                    <a:pt x="32049" y="66857"/>
                  </a:cubicBezTo>
                  <a:cubicBezTo>
                    <a:pt x="32770" y="66911"/>
                    <a:pt x="37826" y="67166"/>
                    <a:pt x="40260" y="67166"/>
                  </a:cubicBezTo>
                  <a:cubicBezTo>
                    <a:pt x="41050" y="67166"/>
                    <a:pt x="41564" y="67139"/>
                    <a:pt x="41564" y="67069"/>
                  </a:cubicBezTo>
                  <a:lnTo>
                    <a:pt x="41564" y="1"/>
                  </a:lnTo>
                  <a:close/>
                </a:path>
              </a:pathLst>
            </a:custGeom>
            <a:solidFill>
              <a:srgbClr val="FFA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700725" y="2096750"/>
              <a:ext cx="979000" cy="893650"/>
            </a:xfrm>
            <a:custGeom>
              <a:avLst/>
              <a:gdLst/>
              <a:ahLst/>
              <a:cxnLst/>
              <a:rect l="l" t="t" r="r" b="b"/>
              <a:pathLst>
                <a:path w="39160" h="35746" extrusionOk="0">
                  <a:moveTo>
                    <a:pt x="23251" y="0"/>
                  </a:moveTo>
                  <a:cubicBezTo>
                    <a:pt x="18548" y="0"/>
                    <a:pt x="13890" y="1974"/>
                    <a:pt x="10188" y="4960"/>
                  </a:cubicBezTo>
                  <a:cubicBezTo>
                    <a:pt x="5483" y="8781"/>
                    <a:pt x="2193" y="14051"/>
                    <a:pt x="814" y="19959"/>
                  </a:cubicBezTo>
                  <a:cubicBezTo>
                    <a:pt x="177" y="22753"/>
                    <a:pt x="0" y="25725"/>
                    <a:pt x="779" y="28484"/>
                  </a:cubicBezTo>
                  <a:cubicBezTo>
                    <a:pt x="1592" y="31278"/>
                    <a:pt x="3467" y="33790"/>
                    <a:pt x="6120" y="34957"/>
                  </a:cubicBezTo>
                  <a:cubicBezTo>
                    <a:pt x="7511" y="35551"/>
                    <a:pt x="8980" y="35746"/>
                    <a:pt x="10471" y="35746"/>
                  </a:cubicBezTo>
                  <a:cubicBezTo>
                    <a:pt x="11823" y="35746"/>
                    <a:pt x="13193" y="35585"/>
                    <a:pt x="14539" y="35417"/>
                  </a:cubicBezTo>
                  <a:lnTo>
                    <a:pt x="19279" y="34887"/>
                  </a:lnTo>
                  <a:cubicBezTo>
                    <a:pt x="21225" y="27210"/>
                    <a:pt x="25894" y="19994"/>
                    <a:pt x="32863" y="16068"/>
                  </a:cubicBezTo>
                  <a:cubicBezTo>
                    <a:pt x="34844" y="14936"/>
                    <a:pt x="36966" y="14051"/>
                    <a:pt x="39159" y="13415"/>
                  </a:cubicBezTo>
                  <a:cubicBezTo>
                    <a:pt x="38629" y="10549"/>
                    <a:pt x="37355" y="7861"/>
                    <a:pt x="35480" y="5633"/>
                  </a:cubicBezTo>
                  <a:cubicBezTo>
                    <a:pt x="32827" y="2590"/>
                    <a:pt x="29184" y="609"/>
                    <a:pt x="25186" y="114"/>
                  </a:cubicBezTo>
                  <a:cubicBezTo>
                    <a:pt x="24542" y="37"/>
                    <a:pt x="23896" y="0"/>
                    <a:pt x="23251" y="0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6182700" y="2433000"/>
              <a:ext cx="508525" cy="535925"/>
            </a:xfrm>
            <a:custGeom>
              <a:avLst/>
              <a:gdLst/>
              <a:ahLst/>
              <a:cxnLst/>
              <a:rect l="l" t="t" r="r" b="b"/>
              <a:pathLst>
                <a:path w="20341" h="21437" extrusionOk="0">
                  <a:moveTo>
                    <a:pt x="19880" y="0"/>
                  </a:moveTo>
                  <a:cubicBezTo>
                    <a:pt x="17687" y="637"/>
                    <a:pt x="15565" y="1521"/>
                    <a:pt x="13584" y="2653"/>
                  </a:cubicBezTo>
                  <a:cubicBezTo>
                    <a:pt x="6615" y="6580"/>
                    <a:pt x="1946" y="13796"/>
                    <a:pt x="0" y="21437"/>
                  </a:cubicBezTo>
                  <a:lnTo>
                    <a:pt x="6544" y="20694"/>
                  </a:lnTo>
                  <a:cubicBezTo>
                    <a:pt x="8348" y="20446"/>
                    <a:pt x="10223" y="20234"/>
                    <a:pt x="11850" y="19385"/>
                  </a:cubicBezTo>
                  <a:lnTo>
                    <a:pt x="11886" y="19385"/>
                  </a:lnTo>
                  <a:cubicBezTo>
                    <a:pt x="16307" y="17086"/>
                    <a:pt x="19314" y="11143"/>
                    <a:pt x="20022" y="6403"/>
                  </a:cubicBezTo>
                  <a:cubicBezTo>
                    <a:pt x="20340" y="4280"/>
                    <a:pt x="20269" y="2087"/>
                    <a:pt x="19880" y="0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aphicFrame>
        <p:nvGraphicFramePr>
          <p:cNvPr id="168" name="Google Shape;168;p3"/>
          <p:cNvGraphicFramePr/>
          <p:nvPr/>
        </p:nvGraphicFramePr>
        <p:xfrm>
          <a:off x="937067" y="818994"/>
          <a:ext cx="7269875" cy="3000000"/>
        </p:xfrm>
        <a:graphic>
          <a:graphicData uri="http://schemas.openxmlformats.org/drawingml/2006/table">
            <a:tbl>
              <a:tblPr>
                <a:noFill/>
                <a:tableStyleId>{FF627D3B-4820-4A80-AD5A-C263FAB0540F}</a:tableStyleId>
              </a:tblPr>
              <a:tblGrid>
                <a:gridCol w="2563375"/>
                <a:gridCol w="2353250"/>
                <a:gridCol w="2353250"/>
              </a:tblGrid>
              <a:tr h="478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i="0" u="none" strike="noStrike" cap="none">
                          <a:solidFill>
                            <a:schemeClr val="accent3"/>
                          </a:solidFill>
                          <a:latin typeface="Palanquin" panose="020B0004020203020204"/>
                          <a:ea typeface="Palanquin" panose="020B0004020203020204"/>
                          <a:cs typeface="Palanquin" panose="020B0004020203020204"/>
                          <a:sym typeface="Palanquin" panose="020B0004020203020204"/>
                        </a:rPr>
                        <a:t>SUBJECT</a:t>
                      </a:r>
                      <a:endParaRPr sz="1400" b="1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i="0" u="none" strike="noStrike" cap="none">
                          <a:solidFill>
                            <a:schemeClr val="accent3"/>
                          </a:solidFill>
                          <a:latin typeface="Palanquin" panose="020B0004020203020204"/>
                          <a:ea typeface="Palanquin" panose="020B0004020203020204"/>
                          <a:cs typeface="Palanquin" panose="020B0004020203020204"/>
                          <a:sym typeface="Palanquin" panose="020B0004020203020204"/>
                        </a:rPr>
                        <a:t>VERB</a:t>
                      </a:r>
                      <a:endParaRPr sz="1400" b="1" u="none" strike="noStrike" cap="none"/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i="0" u="none" strike="noStrike" cap="none">
                          <a:solidFill>
                            <a:schemeClr val="accent3"/>
                          </a:solidFill>
                          <a:latin typeface="Palanquin" panose="020B0004020203020204"/>
                          <a:ea typeface="Palanquin" panose="020B0004020203020204"/>
                          <a:cs typeface="Palanquin" panose="020B0004020203020204"/>
                          <a:sym typeface="Palanquin" panose="020B0004020203020204"/>
                        </a:rPr>
                        <a:t>OBJECT</a:t>
                      </a:r>
                      <a:endParaRPr sz="1400" b="1" u="none" strike="noStrike" cap="none"/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478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>
                          <a:solidFill>
                            <a:schemeClr val="accent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Listen.</a:t>
                      </a: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478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>
                          <a:solidFill>
                            <a:schemeClr val="accent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Open</a:t>
                      </a: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>
                          <a:solidFill>
                            <a:schemeClr val="accent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the book.</a:t>
                      </a: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478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solidFill>
                            <a:schemeClr val="accent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Maggie</a:t>
                      </a: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solidFill>
                            <a:schemeClr val="accent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is reading</a:t>
                      </a: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solidFill>
                            <a:schemeClr val="accent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a book.</a:t>
                      </a: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478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solidFill>
                            <a:schemeClr val="accent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It</a:t>
                      </a: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solidFill>
                            <a:schemeClr val="accent3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is raining.</a:t>
                      </a: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>
                        <a:solidFill>
                          <a:schemeClr val="accent3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9" name="Google Shape;169;p3"/>
          <p:cNvSpPr txBox="1"/>
          <p:nvPr>
            <p:ph type="title"/>
          </p:nvPr>
        </p:nvSpPr>
        <p:spPr>
          <a:xfrm>
            <a:off x="2336697" y="-8"/>
            <a:ext cx="4470600" cy="8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b="1"/>
              <a:t>DEFINITION</a:t>
            </a:r>
            <a:endParaRPr lang="en-GB" b="1"/>
          </a:p>
        </p:txBody>
      </p:sp>
      <p:sp>
        <p:nvSpPr>
          <p:cNvPr id="170" name="Google Shape;170;p3"/>
          <p:cNvSpPr txBox="1"/>
          <p:nvPr/>
        </p:nvSpPr>
        <p:spPr>
          <a:xfrm>
            <a:off x="452875" y="3310375"/>
            <a:ext cx="79731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GB" sz="1700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Câu diễn đạt 1 ý hoàn chỉnh.</a:t>
            </a:r>
            <a:endParaRPr sz="1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GB" sz="1700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Câu bắt buộc phải có chủ ngữ và động từ (hoặc chỉ có động từ - câu mệnh lệnh), tân ngữ có thể có hoặc không.</a:t>
            </a:r>
            <a:endParaRPr sz="1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GB" sz="1700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Luôn viết hoa chữ cái đầu tiên của câu, và kết thúc câu bằng dấu “.”.</a:t>
            </a:r>
            <a:endParaRPr sz="1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/>
          <p:nvPr/>
        </p:nvSpPr>
        <p:spPr>
          <a:xfrm>
            <a:off x="4687524" y="3112488"/>
            <a:ext cx="2362710" cy="49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 panose="020B0004020203020204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She teaches children.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6" name="Google Shape;176;p4" descr="Teaching concept illustration Free Vector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611879" y="718550"/>
            <a:ext cx="2393938" cy="239393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"/>
          <p:cNvSpPr txBox="1"/>
          <p:nvPr/>
        </p:nvSpPr>
        <p:spPr>
          <a:xfrm>
            <a:off x="1652949" y="3117598"/>
            <a:ext cx="2362710" cy="49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 panose="020B0004020203020204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They watch the news.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8" name="Google Shape;178;p4" descr="People watching the news concept illustration Free Vector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48429" y="568776"/>
            <a:ext cx="25717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 txBox="1"/>
          <p:nvPr>
            <p:ph type="title"/>
          </p:nvPr>
        </p:nvSpPr>
        <p:spPr>
          <a:xfrm>
            <a:off x="614625" y="3820000"/>
            <a:ext cx="8410800" cy="8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1800" b="1"/>
              <a:t>Subject</a:t>
            </a:r>
            <a:r>
              <a:rPr lang="en-GB" sz="1800"/>
              <a:t>: Ai/cái gì làm? (Người thực hiện)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1800" b="1"/>
              <a:t>Object:</a:t>
            </a:r>
            <a:r>
              <a:rPr lang="en-GB" sz="1800"/>
              <a:t> Ai/cái gì bị tác động bởi hành động đó? (Người/vật nhận tác động)</a:t>
            </a:r>
            <a:endParaRPr sz="1800"/>
          </a:p>
        </p:txBody>
      </p:sp>
      <p:grpSp>
        <p:nvGrpSpPr>
          <p:cNvPr id="180" name="Google Shape;180;p4"/>
          <p:cNvGrpSpPr/>
          <p:nvPr/>
        </p:nvGrpSpPr>
        <p:grpSpPr>
          <a:xfrm>
            <a:off x="7831611" y="245888"/>
            <a:ext cx="894975" cy="644925"/>
            <a:chOff x="5436025" y="766150"/>
            <a:chExt cx="894975" cy="644925"/>
          </a:xfrm>
        </p:grpSpPr>
        <p:sp>
          <p:nvSpPr>
            <p:cNvPr id="181" name="Google Shape;181;p4"/>
            <p:cNvSpPr/>
            <p:nvPr/>
          </p:nvSpPr>
          <p:spPr>
            <a:xfrm>
              <a:off x="5436025" y="766150"/>
              <a:ext cx="657100" cy="644925"/>
            </a:xfrm>
            <a:custGeom>
              <a:avLst/>
              <a:gdLst/>
              <a:ahLst/>
              <a:cxnLst/>
              <a:rect l="l" t="t" r="r" b="b"/>
              <a:pathLst>
                <a:path w="26284" h="25797" extrusionOk="0">
                  <a:moveTo>
                    <a:pt x="16555" y="0"/>
                  </a:moveTo>
                  <a:cubicBezTo>
                    <a:pt x="14261" y="0"/>
                    <a:pt x="11956" y="260"/>
                    <a:pt x="9728" y="802"/>
                  </a:cubicBezTo>
                  <a:cubicBezTo>
                    <a:pt x="6863" y="1510"/>
                    <a:pt x="4811" y="3349"/>
                    <a:pt x="3219" y="5861"/>
                  </a:cubicBezTo>
                  <a:cubicBezTo>
                    <a:pt x="2618" y="6851"/>
                    <a:pt x="2088" y="7948"/>
                    <a:pt x="1698" y="9080"/>
                  </a:cubicBezTo>
                  <a:cubicBezTo>
                    <a:pt x="0" y="14067"/>
                    <a:pt x="1026" y="20965"/>
                    <a:pt x="5837" y="24007"/>
                  </a:cubicBezTo>
                  <a:cubicBezTo>
                    <a:pt x="7927" y="25325"/>
                    <a:pt x="10601" y="25796"/>
                    <a:pt x="13221" y="25796"/>
                  </a:cubicBezTo>
                  <a:cubicBezTo>
                    <a:pt x="14681" y="25796"/>
                    <a:pt x="16124" y="25650"/>
                    <a:pt x="17440" y="25422"/>
                  </a:cubicBezTo>
                  <a:cubicBezTo>
                    <a:pt x="18253" y="25281"/>
                    <a:pt x="19102" y="25104"/>
                    <a:pt x="19881" y="24856"/>
                  </a:cubicBezTo>
                  <a:cubicBezTo>
                    <a:pt x="19668" y="18772"/>
                    <a:pt x="20871" y="12723"/>
                    <a:pt x="23383" y="7170"/>
                  </a:cubicBezTo>
                  <a:cubicBezTo>
                    <a:pt x="24196" y="5365"/>
                    <a:pt x="25151" y="3632"/>
                    <a:pt x="26283" y="2005"/>
                  </a:cubicBezTo>
                  <a:cubicBezTo>
                    <a:pt x="24798" y="1333"/>
                    <a:pt x="23241" y="838"/>
                    <a:pt x="21649" y="519"/>
                  </a:cubicBezTo>
                  <a:cubicBezTo>
                    <a:pt x="20376" y="236"/>
                    <a:pt x="19067" y="95"/>
                    <a:pt x="17758" y="24"/>
                  </a:cubicBezTo>
                  <a:cubicBezTo>
                    <a:pt x="17358" y="8"/>
                    <a:pt x="16957" y="0"/>
                    <a:pt x="16555" y="0"/>
                  </a:cubicBezTo>
                  <a:close/>
                </a:path>
              </a:pathLst>
            </a:custGeom>
            <a:solidFill>
              <a:srgbClr val="FFA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5927725" y="815375"/>
              <a:ext cx="403275" cy="571300"/>
            </a:xfrm>
            <a:custGeom>
              <a:avLst/>
              <a:gdLst/>
              <a:ahLst/>
              <a:cxnLst/>
              <a:rect l="l" t="t" r="r" b="b"/>
              <a:pathLst>
                <a:path w="16131" h="22852" extrusionOk="0">
                  <a:moveTo>
                    <a:pt x="6615" y="1"/>
                  </a:moveTo>
                  <a:cubicBezTo>
                    <a:pt x="5483" y="1628"/>
                    <a:pt x="4528" y="3361"/>
                    <a:pt x="3715" y="5165"/>
                  </a:cubicBezTo>
                  <a:cubicBezTo>
                    <a:pt x="1203" y="10719"/>
                    <a:pt x="0" y="16768"/>
                    <a:pt x="213" y="22852"/>
                  </a:cubicBezTo>
                  <a:cubicBezTo>
                    <a:pt x="3325" y="21968"/>
                    <a:pt x="6155" y="20447"/>
                    <a:pt x="8632" y="18395"/>
                  </a:cubicBezTo>
                  <a:cubicBezTo>
                    <a:pt x="12169" y="15424"/>
                    <a:pt x="16131" y="8596"/>
                    <a:pt x="12452" y="4316"/>
                  </a:cubicBezTo>
                  <a:cubicBezTo>
                    <a:pt x="10825" y="2477"/>
                    <a:pt x="8844" y="1026"/>
                    <a:pt x="66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cxnSp>
        <p:nvCxnSpPr>
          <p:cNvPr id="183" name="Google Shape;183;p4"/>
          <p:cNvCxnSpPr/>
          <p:nvPr/>
        </p:nvCxnSpPr>
        <p:spPr>
          <a:xfrm>
            <a:off x="1794934" y="3443563"/>
            <a:ext cx="389466" cy="0"/>
          </a:xfrm>
          <a:prstGeom prst="straightConnector1">
            <a:avLst/>
          </a:prstGeom>
          <a:noFill/>
          <a:ln w="38100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" name="Google Shape;184;p4"/>
          <p:cNvSpPr txBox="1"/>
          <p:nvPr/>
        </p:nvSpPr>
        <p:spPr>
          <a:xfrm>
            <a:off x="1820390" y="3450675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00F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5" name="Google Shape;185;p4"/>
          <p:cNvCxnSpPr/>
          <p:nvPr/>
        </p:nvCxnSpPr>
        <p:spPr>
          <a:xfrm>
            <a:off x="4781408" y="3443563"/>
            <a:ext cx="389466" cy="0"/>
          </a:xfrm>
          <a:prstGeom prst="straightConnector1">
            <a:avLst/>
          </a:prstGeom>
          <a:noFill/>
          <a:ln w="38100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4"/>
          <p:cNvSpPr txBox="1"/>
          <p:nvPr/>
        </p:nvSpPr>
        <p:spPr>
          <a:xfrm>
            <a:off x="4806864" y="3450675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00F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7" name="Google Shape;187;p4"/>
          <p:cNvCxnSpPr/>
          <p:nvPr/>
        </p:nvCxnSpPr>
        <p:spPr>
          <a:xfrm>
            <a:off x="2946400" y="3443563"/>
            <a:ext cx="971550" cy="0"/>
          </a:xfrm>
          <a:prstGeom prst="straightConnector1">
            <a:avLst/>
          </a:prstGeom>
          <a:noFill/>
          <a:ln w="38100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4"/>
          <p:cNvSpPr txBox="1"/>
          <p:nvPr/>
        </p:nvSpPr>
        <p:spPr>
          <a:xfrm>
            <a:off x="3289506" y="3469535"/>
            <a:ext cx="3642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00F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9" name="Google Shape;189;p4"/>
          <p:cNvCxnSpPr/>
          <p:nvPr/>
        </p:nvCxnSpPr>
        <p:spPr>
          <a:xfrm>
            <a:off x="6105167" y="3443563"/>
            <a:ext cx="820919" cy="0"/>
          </a:xfrm>
          <a:prstGeom prst="straightConnector1">
            <a:avLst/>
          </a:prstGeom>
          <a:noFill/>
          <a:ln w="38100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4"/>
          <p:cNvSpPr txBox="1"/>
          <p:nvPr/>
        </p:nvSpPr>
        <p:spPr>
          <a:xfrm>
            <a:off x="6333525" y="3430229"/>
            <a:ext cx="3642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00F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2336697" y="134442"/>
            <a:ext cx="4470605" cy="81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 panose="020B0004020203020204"/>
              <a:buNone/>
            </a:pPr>
            <a:r>
              <a:rPr lang="en-GB" sz="3000" b="1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SUBJECT - OBJECT</a:t>
            </a:r>
            <a:endParaRPr sz="3000" b="0" i="0" u="none" strike="noStrike" cap="none">
              <a:solidFill>
                <a:schemeClr val="dk1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499578" y="698715"/>
            <a:ext cx="4144839" cy="2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"/>
          <p:cNvSpPr txBox="1"/>
          <p:nvPr>
            <p:ph type="title"/>
          </p:nvPr>
        </p:nvSpPr>
        <p:spPr>
          <a:xfrm>
            <a:off x="0" y="3695700"/>
            <a:ext cx="90255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-GB" sz="1800" b="1"/>
              <a:t>Direct object</a:t>
            </a:r>
            <a:r>
              <a:rPr lang="en-GB" sz="1800"/>
              <a:t>: trực tiếp nhận hành động, trả lời câu hỏi “Cái gì?”</a:t>
            </a:r>
            <a:endParaRPr sz="1800"/>
          </a:p>
          <a:p>
            <a:pPr marL="4572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-GB" sz="1800" b="1"/>
              <a:t>Indirect object</a:t>
            </a:r>
            <a:r>
              <a:rPr lang="en-GB" sz="1800"/>
              <a:t>: người/ vật nhận kết quả của hành động, trả lời câu hỏi “Cho ai?”, </a:t>
            </a:r>
            <a:endParaRPr sz="18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“Cho cái gì"</a:t>
            </a:r>
            <a:endParaRPr sz="1800"/>
          </a:p>
        </p:txBody>
      </p:sp>
      <p:grpSp>
        <p:nvGrpSpPr>
          <p:cNvPr id="198" name="Google Shape;198;p5"/>
          <p:cNvGrpSpPr/>
          <p:nvPr/>
        </p:nvGrpSpPr>
        <p:grpSpPr>
          <a:xfrm>
            <a:off x="7831611" y="245888"/>
            <a:ext cx="894975" cy="644925"/>
            <a:chOff x="5436025" y="766150"/>
            <a:chExt cx="894975" cy="644925"/>
          </a:xfrm>
        </p:grpSpPr>
        <p:sp>
          <p:nvSpPr>
            <p:cNvPr id="199" name="Google Shape;199;p5"/>
            <p:cNvSpPr/>
            <p:nvPr/>
          </p:nvSpPr>
          <p:spPr>
            <a:xfrm>
              <a:off x="5436025" y="766150"/>
              <a:ext cx="657100" cy="644925"/>
            </a:xfrm>
            <a:custGeom>
              <a:avLst/>
              <a:gdLst/>
              <a:ahLst/>
              <a:cxnLst/>
              <a:rect l="l" t="t" r="r" b="b"/>
              <a:pathLst>
                <a:path w="26284" h="25797" extrusionOk="0">
                  <a:moveTo>
                    <a:pt x="16555" y="0"/>
                  </a:moveTo>
                  <a:cubicBezTo>
                    <a:pt x="14261" y="0"/>
                    <a:pt x="11956" y="260"/>
                    <a:pt x="9728" y="802"/>
                  </a:cubicBezTo>
                  <a:cubicBezTo>
                    <a:pt x="6863" y="1510"/>
                    <a:pt x="4811" y="3349"/>
                    <a:pt x="3219" y="5861"/>
                  </a:cubicBezTo>
                  <a:cubicBezTo>
                    <a:pt x="2618" y="6851"/>
                    <a:pt x="2088" y="7948"/>
                    <a:pt x="1698" y="9080"/>
                  </a:cubicBezTo>
                  <a:cubicBezTo>
                    <a:pt x="0" y="14067"/>
                    <a:pt x="1026" y="20965"/>
                    <a:pt x="5837" y="24007"/>
                  </a:cubicBezTo>
                  <a:cubicBezTo>
                    <a:pt x="7927" y="25325"/>
                    <a:pt x="10601" y="25796"/>
                    <a:pt x="13221" y="25796"/>
                  </a:cubicBezTo>
                  <a:cubicBezTo>
                    <a:pt x="14681" y="25796"/>
                    <a:pt x="16124" y="25650"/>
                    <a:pt x="17440" y="25422"/>
                  </a:cubicBezTo>
                  <a:cubicBezTo>
                    <a:pt x="18253" y="25281"/>
                    <a:pt x="19102" y="25104"/>
                    <a:pt x="19881" y="24856"/>
                  </a:cubicBezTo>
                  <a:cubicBezTo>
                    <a:pt x="19668" y="18772"/>
                    <a:pt x="20871" y="12723"/>
                    <a:pt x="23383" y="7170"/>
                  </a:cubicBezTo>
                  <a:cubicBezTo>
                    <a:pt x="24196" y="5365"/>
                    <a:pt x="25151" y="3632"/>
                    <a:pt x="26283" y="2005"/>
                  </a:cubicBezTo>
                  <a:cubicBezTo>
                    <a:pt x="24798" y="1333"/>
                    <a:pt x="23241" y="838"/>
                    <a:pt x="21649" y="519"/>
                  </a:cubicBezTo>
                  <a:cubicBezTo>
                    <a:pt x="20376" y="236"/>
                    <a:pt x="19067" y="95"/>
                    <a:pt x="17758" y="24"/>
                  </a:cubicBezTo>
                  <a:cubicBezTo>
                    <a:pt x="17358" y="8"/>
                    <a:pt x="16957" y="0"/>
                    <a:pt x="16555" y="0"/>
                  </a:cubicBezTo>
                  <a:close/>
                </a:path>
              </a:pathLst>
            </a:custGeom>
            <a:solidFill>
              <a:srgbClr val="FFA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5927725" y="815375"/>
              <a:ext cx="403275" cy="571300"/>
            </a:xfrm>
            <a:custGeom>
              <a:avLst/>
              <a:gdLst/>
              <a:ahLst/>
              <a:cxnLst/>
              <a:rect l="l" t="t" r="r" b="b"/>
              <a:pathLst>
                <a:path w="16131" h="22852" extrusionOk="0">
                  <a:moveTo>
                    <a:pt x="6615" y="1"/>
                  </a:moveTo>
                  <a:cubicBezTo>
                    <a:pt x="5483" y="1628"/>
                    <a:pt x="4528" y="3361"/>
                    <a:pt x="3715" y="5165"/>
                  </a:cubicBezTo>
                  <a:cubicBezTo>
                    <a:pt x="1203" y="10719"/>
                    <a:pt x="0" y="16768"/>
                    <a:pt x="213" y="22852"/>
                  </a:cubicBezTo>
                  <a:cubicBezTo>
                    <a:pt x="3325" y="21968"/>
                    <a:pt x="6155" y="20447"/>
                    <a:pt x="8632" y="18395"/>
                  </a:cubicBezTo>
                  <a:cubicBezTo>
                    <a:pt x="12169" y="15424"/>
                    <a:pt x="16131" y="8596"/>
                    <a:pt x="12452" y="4316"/>
                  </a:cubicBezTo>
                  <a:cubicBezTo>
                    <a:pt x="10825" y="2477"/>
                    <a:pt x="8844" y="1026"/>
                    <a:pt x="66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01" name="Google Shape;201;p5"/>
          <p:cNvSpPr txBox="1"/>
          <p:nvPr/>
        </p:nvSpPr>
        <p:spPr>
          <a:xfrm>
            <a:off x="1762439" y="119917"/>
            <a:ext cx="5619120" cy="81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 panose="020B0004020203020204"/>
              <a:buNone/>
            </a:pPr>
            <a:r>
              <a:rPr lang="en-GB" sz="3000" b="1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DIRECT &amp; INDIRECT OBJECTS</a:t>
            </a:r>
            <a:endParaRPr sz="3000" b="0" i="0" u="none" strike="noStrike" cap="none">
              <a:solidFill>
                <a:schemeClr val="dk1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2595524" y="3131501"/>
            <a:ext cx="3952948" cy="81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 panose="020B0004020203020204"/>
              <a:buNone/>
            </a:pPr>
            <a:r>
              <a:rPr lang="en-GB" sz="2000" b="1" i="1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Ethan gave </a:t>
            </a:r>
            <a:r>
              <a:rPr lang="en-GB" sz="2000" b="1" i="1" u="sng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John</a:t>
            </a:r>
            <a:r>
              <a:rPr lang="en-GB" sz="2000" b="1" i="1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 </a:t>
            </a:r>
            <a:r>
              <a:rPr lang="en-GB" sz="2000" b="1" i="1" u="sng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a present.</a:t>
            </a:r>
            <a:endParaRPr sz="1400" b="1" i="1" u="sng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260951" y="1613647"/>
            <a:ext cx="1656677" cy="37651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131" y="60214"/>
                </a:moveTo>
                <a:lnTo>
                  <a:pt x="-61584" y="93857"/>
                </a:lnTo>
              </a:path>
            </a:pathLst>
          </a:custGeom>
          <a:solidFill>
            <a:schemeClr val="lt1"/>
          </a:solidFill>
          <a:ln w="9525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indirect object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4" name="Google Shape;204;p5"/>
          <p:cNvSpPr/>
          <p:nvPr/>
        </p:nvSpPr>
        <p:spPr>
          <a:xfrm flipH="1">
            <a:off x="925158" y="1457387"/>
            <a:ext cx="1455213" cy="35751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23" y="62219"/>
                </a:moveTo>
                <a:lnTo>
                  <a:pt x="-48364" y="-71380"/>
                </a:lnTo>
                <a:lnTo>
                  <a:pt x="-165091" y="-78592"/>
                </a:lnTo>
                <a:lnTo>
                  <a:pt x="-164909" y="66952"/>
                </a:lnTo>
              </a:path>
            </a:pathLst>
          </a:custGeom>
          <a:solidFill>
            <a:schemeClr val="lt1"/>
          </a:solidFill>
          <a:ln w="9525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direct object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g2c9abc6a261_0_51"/>
          <p:cNvGrpSpPr/>
          <p:nvPr/>
        </p:nvGrpSpPr>
        <p:grpSpPr>
          <a:xfrm>
            <a:off x="7839711" y="751388"/>
            <a:ext cx="894975" cy="644925"/>
            <a:chOff x="5436025" y="766150"/>
            <a:chExt cx="894975" cy="644925"/>
          </a:xfrm>
        </p:grpSpPr>
        <p:sp>
          <p:nvSpPr>
            <p:cNvPr id="210" name="Google Shape;210;g2c9abc6a261_0_51"/>
            <p:cNvSpPr/>
            <p:nvPr/>
          </p:nvSpPr>
          <p:spPr>
            <a:xfrm>
              <a:off x="5436025" y="766150"/>
              <a:ext cx="657100" cy="644925"/>
            </a:xfrm>
            <a:custGeom>
              <a:avLst/>
              <a:gdLst/>
              <a:ahLst/>
              <a:cxnLst/>
              <a:rect l="l" t="t" r="r" b="b"/>
              <a:pathLst>
                <a:path w="26284" h="25797" extrusionOk="0">
                  <a:moveTo>
                    <a:pt x="16555" y="0"/>
                  </a:moveTo>
                  <a:cubicBezTo>
                    <a:pt x="14261" y="0"/>
                    <a:pt x="11956" y="260"/>
                    <a:pt x="9728" y="802"/>
                  </a:cubicBezTo>
                  <a:cubicBezTo>
                    <a:pt x="6863" y="1510"/>
                    <a:pt x="4811" y="3349"/>
                    <a:pt x="3219" y="5861"/>
                  </a:cubicBezTo>
                  <a:cubicBezTo>
                    <a:pt x="2618" y="6851"/>
                    <a:pt x="2088" y="7948"/>
                    <a:pt x="1698" y="9080"/>
                  </a:cubicBezTo>
                  <a:cubicBezTo>
                    <a:pt x="0" y="14067"/>
                    <a:pt x="1026" y="20965"/>
                    <a:pt x="5837" y="24007"/>
                  </a:cubicBezTo>
                  <a:cubicBezTo>
                    <a:pt x="7927" y="25325"/>
                    <a:pt x="10601" y="25796"/>
                    <a:pt x="13221" y="25796"/>
                  </a:cubicBezTo>
                  <a:cubicBezTo>
                    <a:pt x="14681" y="25796"/>
                    <a:pt x="16124" y="25650"/>
                    <a:pt x="17440" y="25422"/>
                  </a:cubicBezTo>
                  <a:cubicBezTo>
                    <a:pt x="18253" y="25281"/>
                    <a:pt x="19102" y="25104"/>
                    <a:pt x="19881" y="24856"/>
                  </a:cubicBezTo>
                  <a:cubicBezTo>
                    <a:pt x="19668" y="18772"/>
                    <a:pt x="20871" y="12723"/>
                    <a:pt x="23383" y="7170"/>
                  </a:cubicBezTo>
                  <a:cubicBezTo>
                    <a:pt x="24196" y="5365"/>
                    <a:pt x="25151" y="3632"/>
                    <a:pt x="26283" y="2005"/>
                  </a:cubicBezTo>
                  <a:cubicBezTo>
                    <a:pt x="24798" y="1333"/>
                    <a:pt x="23241" y="838"/>
                    <a:pt x="21649" y="519"/>
                  </a:cubicBezTo>
                  <a:cubicBezTo>
                    <a:pt x="20376" y="236"/>
                    <a:pt x="19067" y="95"/>
                    <a:pt x="17758" y="24"/>
                  </a:cubicBezTo>
                  <a:cubicBezTo>
                    <a:pt x="17358" y="8"/>
                    <a:pt x="16957" y="0"/>
                    <a:pt x="16555" y="0"/>
                  </a:cubicBezTo>
                  <a:close/>
                </a:path>
              </a:pathLst>
            </a:custGeom>
            <a:solidFill>
              <a:srgbClr val="FFA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" name="Google Shape;211;g2c9abc6a261_0_51"/>
            <p:cNvSpPr/>
            <p:nvPr/>
          </p:nvSpPr>
          <p:spPr>
            <a:xfrm>
              <a:off x="5927725" y="815375"/>
              <a:ext cx="403275" cy="571300"/>
            </a:xfrm>
            <a:custGeom>
              <a:avLst/>
              <a:gdLst/>
              <a:ahLst/>
              <a:cxnLst/>
              <a:rect l="l" t="t" r="r" b="b"/>
              <a:pathLst>
                <a:path w="16131" h="22852" extrusionOk="0">
                  <a:moveTo>
                    <a:pt x="6615" y="1"/>
                  </a:moveTo>
                  <a:cubicBezTo>
                    <a:pt x="5483" y="1628"/>
                    <a:pt x="4528" y="3361"/>
                    <a:pt x="3715" y="5165"/>
                  </a:cubicBezTo>
                  <a:cubicBezTo>
                    <a:pt x="1203" y="10719"/>
                    <a:pt x="0" y="16768"/>
                    <a:pt x="213" y="22852"/>
                  </a:cubicBezTo>
                  <a:cubicBezTo>
                    <a:pt x="3325" y="21968"/>
                    <a:pt x="6155" y="20447"/>
                    <a:pt x="8632" y="18395"/>
                  </a:cubicBezTo>
                  <a:cubicBezTo>
                    <a:pt x="12169" y="15424"/>
                    <a:pt x="16131" y="8596"/>
                    <a:pt x="12452" y="4316"/>
                  </a:cubicBezTo>
                  <a:cubicBezTo>
                    <a:pt x="10825" y="2477"/>
                    <a:pt x="8844" y="1026"/>
                    <a:pt x="66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12" name="Google Shape;212;g2c9abc6a261_0_51"/>
          <p:cNvSpPr txBox="1"/>
          <p:nvPr/>
        </p:nvSpPr>
        <p:spPr>
          <a:xfrm>
            <a:off x="322649" y="437125"/>
            <a:ext cx="8655000" cy="8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/>
              <a:buNone/>
            </a:pPr>
            <a:r>
              <a:rPr lang="en-GB" sz="2300" b="1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Underline the direct object and circle around the indirect object in these sentences.</a:t>
            </a:r>
            <a:endParaRPr sz="2300" b="1" i="0" u="none" strike="noStrike" cap="none">
              <a:solidFill>
                <a:schemeClr val="dk1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  <p:sp>
        <p:nvSpPr>
          <p:cNvPr id="213" name="Google Shape;213;g2c9abc6a261_0_51"/>
          <p:cNvSpPr txBox="1"/>
          <p:nvPr/>
        </p:nvSpPr>
        <p:spPr>
          <a:xfrm>
            <a:off x="627450" y="1794775"/>
            <a:ext cx="40941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r>
              <a:rPr lang="en-GB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He buys some cough medicine for me.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r>
              <a:rPr lang="en-GB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We wear warm clothes. 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r>
              <a:rPr lang="en-GB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Will buys healthy food for his dog. 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r>
              <a:rPr lang="en-GB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This medicine makes me feel sleepy. </a:t>
            </a:r>
            <a:endParaRPr sz="1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4" name="Google Shape;214;g2c9abc6a261_0_51"/>
          <p:cNvSpPr txBox="1"/>
          <p:nvPr/>
        </p:nvSpPr>
        <p:spPr>
          <a:xfrm>
            <a:off x="4493100" y="1782350"/>
            <a:ext cx="46509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</a:t>
            </a:r>
            <a:r>
              <a:rPr lang="en-GB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doctor gives Anne some aspirin.  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</a:t>
            </a:r>
            <a:r>
              <a:rPr lang="en-GB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She eats some fruits for dessert.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</a:t>
            </a:r>
            <a:r>
              <a:rPr lang="en-GB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She cooks some healthy food for her friend. 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</a:t>
            </a:r>
            <a:r>
              <a:rPr lang="en-GB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My sister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became a doctor.</a:t>
            </a:r>
            <a:endParaRPr sz="1400" b="1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g2c9abc6a261_0_51"/>
          <p:cNvCxnSpPr/>
          <p:nvPr/>
        </p:nvCxnSpPr>
        <p:spPr>
          <a:xfrm>
            <a:off x="1619765" y="2499755"/>
            <a:ext cx="1818640" cy="0"/>
          </a:xfrm>
          <a:prstGeom prst="straightConnector1">
            <a:avLst/>
          </a:prstGeom>
          <a:noFill/>
          <a:ln w="28575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g2c9abc6a261_0_51"/>
          <p:cNvCxnSpPr/>
          <p:nvPr/>
        </p:nvCxnSpPr>
        <p:spPr>
          <a:xfrm>
            <a:off x="1619735" y="3147995"/>
            <a:ext cx="1314600" cy="0"/>
          </a:xfrm>
          <a:prstGeom prst="straightConnector1">
            <a:avLst/>
          </a:prstGeom>
          <a:noFill/>
          <a:ln w="28575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Google Shape;217;g2c9abc6a261_0_51"/>
          <p:cNvCxnSpPr/>
          <p:nvPr/>
        </p:nvCxnSpPr>
        <p:spPr>
          <a:xfrm>
            <a:off x="1619915" y="3744165"/>
            <a:ext cx="1197600" cy="6900"/>
          </a:xfrm>
          <a:prstGeom prst="straightConnector1">
            <a:avLst/>
          </a:prstGeom>
          <a:noFill/>
          <a:ln w="28575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g2c9abc6a261_0_51"/>
          <p:cNvCxnSpPr/>
          <p:nvPr/>
        </p:nvCxnSpPr>
        <p:spPr>
          <a:xfrm rot="10800000">
            <a:off x="2736935" y="4444390"/>
            <a:ext cx="414300" cy="9300"/>
          </a:xfrm>
          <a:prstGeom prst="straightConnector1">
            <a:avLst/>
          </a:prstGeom>
          <a:noFill/>
          <a:ln w="28575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9" name="Google Shape;219;g2c9abc6a261_0_51"/>
          <p:cNvCxnSpPr/>
          <p:nvPr/>
        </p:nvCxnSpPr>
        <p:spPr>
          <a:xfrm>
            <a:off x="6713515" y="2499990"/>
            <a:ext cx="1126200" cy="3900"/>
          </a:xfrm>
          <a:prstGeom prst="straightConnector1">
            <a:avLst/>
          </a:prstGeom>
          <a:noFill/>
          <a:ln w="28575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g2c9abc6a261_0_51"/>
          <p:cNvCxnSpPr/>
          <p:nvPr/>
        </p:nvCxnSpPr>
        <p:spPr>
          <a:xfrm>
            <a:off x="5580430" y="3136370"/>
            <a:ext cx="847200" cy="11700"/>
          </a:xfrm>
          <a:prstGeom prst="straightConnector1">
            <a:avLst/>
          </a:prstGeom>
          <a:noFill/>
          <a:ln w="28575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g2c9abc6a261_0_51"/>
          <p:cNvCxnSpPr/>
          <p:nvPr/>
        </p:nvCxnSpPr>
        <p:spPr>
          <a:xfrm>
            <a:off x="5652415" y="3724495"/>
            <a:ext cx="1658620" cy="23495"/>
          </a:xfrm>
          <a:prstGeom prst="straightConnector1">
            <a:avLst/>
          </a:prstGeom>
          <a:noFill/>
          <a:ln w="28575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g2c9abc6a261_0_51"/>
          <p:cNvSpPr/>
          <p:nvPr/>
        </p:nvSpPr>
        <p:spPr>
          <a:xfrm>
            <a:off x="3830350" y="2173890"/>
            <a:ext cx="429600" cy="3576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3" name="Google Shape;223;g2c9abc6a261_0_51"/>
          <p:cNvSpPr/>
          <p:nvPr/>
        </p:nvSpPr>
        <p:spPr>
          <a:xfrm>
            <a:off x="3131550" y="3364205"/>
            <a:ext cx="759300" cy="5121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4" name="Google Shape;224;g2c9abc6a261_0_51"/>
          <p:cNvSpPr/>
          <p:nvPr/>
        </p:nvSpPr>
        <p:spPr>
          <a:xfrm>
            <a:off x="6205090" y="2140265"/>
            <a:ext cx="636600" cy="4449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5" name="Google Shape;225;g2c9abc6a261_0_51"/>
          <p:cNvSpPr/>
          <p:nvPr/>
        </p:nvSpPr>
        <p:spPr>
          <a:xfrm>
            <a:off x="7590850" y="3364150"/>
            <a:ext cx="1089900" cy="4449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6" name="Google Shape;226;g2c9abc6a261_0_51"/>
          <p:cNvSpPr txBox="1"/>
          <p:nvPr/>
        </p:nvSpPr>
        <p:spPr>
          <a:xfrm>
            <a:off x="4644305" y="4276495"/>
            <a:ext cx="36015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=&gt; “a doctor" không nhận hành động từ “became" =&gt; không phải tân ngữ</a:t>
            </a:r>
            <a:endParaRPr sz="1300"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/>
      <p:bldP spid="226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2174b517a_0_0"/>
          <p:cNvSpPr txBox="1"/>
          <p:nvPr>
            <p:ph type="title"/>
          </p:nvPr>
        </p:nvSpPr>
        <p:spPr>
          <a:xfrm>
            <a:off x="334275" y="174250"/>
            <a:ext cx="42531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Complement</a:t>
            </a:r>
            <a:endParaRPr b="1"/>
          </a:p>
        </p:txBody>
      </p:sp>
      <p:sp>
        <p:nvSpPr>
          <p:cNvPr id="232" name="Google Shape;232;g372174b517a_0_0"/>
          <p:cNvSpPr txBox="1"/>
          <p:nvPr/>
        </p:nvSpPr>
        <p:spPr>
          <a:xfrm>
            <a:off x="334275" y="873425"/>
            <a:ext cx="8410800" cy="372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700" b="1"/>
              <a:t>Complement (Bổ ngữ)</a:t>
            </a:r>
            <a:r>
              <a:rPr lang="en-GB" sz="1700"/>
              <a:t> là từ/cụm từ </a:t>
            </a:r>
            <a:r>
              <a:rPr lang="en-GB" sz="1700" i="1"/>
              <a:t>mô tả hoặc định danh</a:t>
            </a:r>
            <a:r>
              <a:rPr lang="en-GB" sz="1700"/>
              <a:t> cho một thứ khác trong câu, không phải nhận hành động.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700"/>
              <a:buAutoNum type="arabicPeriod"/>
            </a:pPr>
            <a:r>
              <a:rPr lang="en-GB" sz="1700" b="1"/>
              <a:t>Subject Complement (S + V + C):</a:t>
            </a:r>
            <a:r>
              <a:rPr lang="en-GB" sz="1700"/>
              <a:t> Đứng sau động từ "to be" hoặc động từ nối (feel, look, seem...), nó </a:t>
            </a:r>
            <a:r>
              <a:rPr lang="en-GB" sz="1700" i="1"/>
              <a:t>mô tả Chủ ngữ</a:t>
            </a:r>
            <a:r>
              <a:rPr lang="en-GB" sz="1700"/>
              <a:t>.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b="1"/>
              <a:t>Ex:</a:t>
            </a:r>
            <a:r>
              <a:rPr lang="en-GB" sz="1700"/>
              <a:t> </a:t>
            </a:r>
            <a:r>
              <a:rPr lang="en-GB" sz="1700" i="1"/>
              <a:t>She is happy.</a:t>
            </a:r>
            <a:r>
              <a:rPr lang="en-GB" sz="1700"/>
              <a:t> ("happy" mô tả "She")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b="1"/>
              <a:t>Ex:</a:t>
            </a:r>
            <a:r>
              <a:rPr lang="en-GB" sz="1700"/>
              <a:t> </a:t>
            </a:r>
            <a:r>
              <a:rPr lang="en-GB" sz="1700" i="1"/>
              <a:t>He became a </a:t>
            </a:r>
            <a:r>
              <a:rPr lang="en-GB" sz="1700" i="1"/>
              <a:t>teacher</a:t>
            </a:r>
            <a:r>
              <a:rPr lang="en-GB" sz="1700" i="1"/>
              <a:t>.</a:t>
            </a:r>
            <a:r>
              <a:rPr lang="en-GB" sz="1700"/>
              <a:t> ("a </a:t>
            </a:r>
            <a:r>
              <a:rPr lang="en-GB" sz="1700"/>
              <a:t>teacher</a:t>
            </a:r>
            <a:r>
              <a:rPr lang="en-GB" sz="1700"/>
              <a:t>" định danh "He")</a:t>
            </a:r>
            <a:endParaRPr sz="1700"/>
          </a:p>
          <a:p>
            <a:pPr marL="9144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700"/>
          </a:p>
          <a:p>
            <a:pPr marL="12065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altLang="en-GB" sz="1700" b="1"/>
              <a:t>2. </a:t>
            </a:r>
            <a:r>
              <a:rPr lang="en-GB" sz="1700" b="1"/>
              <a:t>Object Complement (S + V + O + C):</a:t>
            </a:r>
            <a:r>
              <a:rPr lang="en-GB" sz="1700"/>
              <a:t> Đứng sau Tân ngữ, nó </a:t>
            </a:r>
            <a:r>
              <a:rPr lang="en-GB" sz="1700" i="1"/>
              <a:t>mô tả Tân ngữ</a:t>
            </a:r>
            <a:r>
              <a:rPr lang="en-GB" sz="1700"/>
              <a:t>.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b="1"/>
              <a:t>Ex:</a:t>
            </a:r>
            <a:r>
              <a:rPr lang="en-GB" sz="1700"/>
              <a:t> </a:t>
            </a:r>
            <a:r>
              <a:rPr lang="en-GB" sz="1700" i="1"/>
              <a:t>They made me angry.</a:t>
            </a:r>
            <a:r>
              <a:rPr lang="en-GB" sz="1700"/>
              <a:t> ("angry" mô tả "me")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b="1"/>
              <a:t>Ex:</a:t>
            </a:r>
            <a:r>
              <a:rPr lang="en-GB" sz="1700"/>
              <a:t> </a:t>
            </a:r>
            <a:r>
              <a:rPr lang="en-GB" sz="1700" i="1"/>
              <a:t>We called him John.</a:t>
            </a:r>
            <a:r>
              <a:rPr lang="en-GB" sz="1700"/>
              <a:t> ("John" định danh "him")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1"/>
          <p:cNvPicPr preferRelativeResize="0"/>
          <p:nvPr/>
        </p:nvPicPr>
        <p:blipFill rotWithShape="1">
          <a:blip r:embed="rId1"/>
          <a:srcRect l="10276" t="13417" r="13257" b="16774"/>
          <a:stretch>
            <a:fillRect/>
          </a:stretch>
        </p:blipFill>
        <p:spPr>
          <a:xfrm>
            <a:off x="474314" y="890825"/>
            <a:ext cx="3269400" cy="29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 txBox="1"/>
          <p:nvPr>
            <p:ph type="title"/>
          </p:nvPr>
        </p:nvSpPr>
        <p:spPr>
          <a:xfrm>
            <a:off x="3743724" y="1380803"/>
            <a:ext cx="5174628" cy="1190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1"/>
              <a:t>WH- question:</a:t>
            </a:r>
            <a:br>
              <a:rPr lang="en-GB"/>
            </a:br>
            <a:r>
              <a:rPr lang="en-GB" sz="2400">
                <a:solidFill>
                  <a:srgbClr val="D00F00"/>
                </a:solidFill>
              </a:rPr>
              <a:t>Structure: WH (+ Aux V) + S + V (+O)?</a:t>
            </a:r>
            <a:br>
              <a:rPr lang="en-GB" sz="2400"/>
            </a:br>
            <a:r>
              <a:rPr lang="en-GB" sz="2000"/>
              <a:t>Example: Who are they?</a:t>
            </a:r>
            <a:br>
              <a:rPr lang="en-GB" sz="2400"/>
            </a:br>
            <a:endParaRPr lang="en-GB" sz="2400"/>
          </a:p>
        </p:txBody>
      </p:sp>
      <p:sp>
        <p:nvSpPr>
          <p:cNvPr id="239" name="Google Shape;239;p11"/>
          <p:cNvSpPr txBox="1"/>
          <p:nvPr/>
        </p:nvSpPr>
        <p:spPr>
          <a:xfrm>
            <a:off x="0" y="215650"/>
            <a:ext cx="91440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" panose="020B0004020203020204"/>
              <a:buNone/>
            </a:pPr>
            <a:r>
              <a:rPr lang="en-GB" sz="2400" b="1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INTERROGATIVE SENTENCE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3743724" y="2873352"/>
            <a:ext cx="5174628" cy="1190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" panose="020B0004020203020204"/>
              <a:buNone/>
            </a:pPr>
            <a:r>
              <a:rPr lang="en-GB" sz="3800" b="1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Yes/No question:</a:t>
            </a:r>
            <a:br>
              <a:rPr lang="en-GB" sz="3800" b="0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</a:br>
            <a:r>
              <a:rPr lang="en-GB" sz="2400" b="0" i="0" u="none" strike="noStrike" cap="none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Structure: Aux V  +  S  +  V  (+  0)? </a:t>
            </a:r>
            <a:r>
              <a:rPr lang="en-GB" sz="2000" b="0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Example: Are they students?</a:t>
            </a:r>
            <a:br>
              <a:rPr lang="en-GB" sz="2400" b="0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</a:br>
            <a:endParaRPr sz="3800" b="0" i="0" u="none" strike="noStrike" cap="none">
              <a:solidFill>
                <a:schemeClr val="dk1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0" y="4108324"/>
            <a:ext cx="91440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alanquin" panose="020B0004020203020204"/>
              <a:buChar char="⇒"/>
            </a:pPr>
            <a:r>
              <a:rPr lang="en-GB" sz="1800"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Trợ động từ (be, have, do) đảo lên trước Chủ ngữ trong câu hỏi</a:t>
            </a:r>
            <a:endParaRPr sz="1800"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  <a:p>
            <a: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alanquin" panose="020B0004020203020204"/>
              <a:buChar char="⇒"/>
            </a:pPr>
            <a:r>
              <a:rPr lang="en-GB" sz="1800"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Chia trợ động từ theo đúng thì và chủ ngữ trong câu.</a:t>
            </a:r>
            <a:endParaRPr sz="1800"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2174b517a_0_10"/>
          <p:cNvSpPr txBox="1"/>
          <p:nvPr>
            <p:ph type="title"/>
          </p:nvPr>
        </p:nvSpPr>
        <p:spPr>
          <a:xfrm>
            <a:off x="716350" y="156822"/>
            <a:ext cx="79371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800" b="1"/>
              <a:t>INTERROGATIVE SENTENCES</a:t>
            </a:r>
            <a:endParaRPr b="1"/>
          </a:p>
        </p:txBody>
      </p:sp>
      <p:sp>
        <p:nvSpPr>
          <p:cNvPr id="247" name="Google Shape;247;g372174b517a_0_10"/>
          <p:cNvSpPr/>
          <p:nvPr/>
        </p:nvSpPr>
        <p:spPr>
          <a:xfrm flipH="1">
            <a:off x="8653460" y="4744996"/>
            <a:ext cx="490552" cy="377379"/>
          </a:xfrm>
          <a:custGeom>
            <a:avLst/>
            <a:gdLst/>
            <a:ahLst/>
            <a:cxnLst/>
            <a:rect l="l" t="t" r="r" b="b"/>
            <a:pathLst>
              <a:path w="73795" h="56770" extrusionOk="0">
                <a:moveTo>
                  <a:pt x="29956" y="0"/>
                </a:moveTo>
                <a:cubicBezTo>
                  <a:pt x="23283" y="0"/>
                  <a:pt x="16241" y="1492"/>
                  <a:pt x="9169" y="5295"/>
                </a:cubicBezTo>
                <a:cubicBezTo>
                  <a:pt x="1" y="10219"/>
                  <a:pt x="1200" y="20947"/>
                  <a:pt x="9063" y="23951"/>
                </a:cubicBezTo>
                <a:cubicBezTo>
                  <a:pt x="21373" y="28652"/>
                  <a:pt x="26265" y="32461"/>
                  <a:pt x="31953" y="40133"/>
                </a:cubicBezTo>
                <a:cubicBezTo>
                  <a:pt x="38861" y="49451"/>
                  <a:pt x="42076" y="56327"/>
                  <a:pt x="52592" y="56762"/>
                </a:cubicBezTo>
                <a:cubicBezTo>
                  <a:pt x="52717" y="56767"/>
                  <a:pt x="52843" y="56770"/>
                  <a:pt x="52969" y="56770"/>
                </a:cubicBezTo>
                <a:cubicBezTo>
                  <a:pt x="61326" y="56770"/>
                  <a:pt x="73795" y="45763"/>
                  <a:pt x="68903" y="28609"/>
                </a:cubicBezTo>
                <a:cubicBezTo>
                  <a:pt x="64467" y="13020"/>
                  <a:pt x="51446" y="3820"/>
                  <a:pt x="41270" y="1379"/>
                </a:cubicBezTo>
                <a:cubicBezTo>
                  <a:pt x="37672" y="515"/>
                  <a:pt x="33878" y="0"/>
                  <a:pt x="299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48" name="Google Shape;248;g372174b517a_0_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72174b517a_0_10"/>
          <p:cNvSpPr txBox="1"/>
          <p:nvPr/>
        </p:nvSpPr>
        <p:spPr>
          <a:xfrm>
            <a:off x="809000" y="957150"/>
            <a:ext cx="7937100" cy="28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</a:t>
            </a: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/ you/ like/ about/ your hometown?</a:t>
            </a:r>
            <a:endParaRPr sz="180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</a:t>
            </a: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time/ your mother/ get up?</a:t>
            </a:r>
            <a:endParaRPr sz="180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</a:t>
            </a: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kinds of clothes/ your father/ often/ wear?</a:t>
            </a:r>
            <a:endParaRPr sz="180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When</a:t>
            </a: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/ you/ go? (</a:t>
            </a:r>
            <a:r>
              <a:rPr lang="en-GB" sz="1800" i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talking about your last trip)</a:t>
            </a:r>
            <a:endParaRPr sz="1800" i="1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Where</a:t>
            </a: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/ you/ prefer/ watch movies?</a:t>
            </a:r>
            <a:endParaRPr sz="180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Which</a:t>
            </a: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room/ you/ spend/ most of your time/ in?</a:t>
            </a:r>
            <a:endParaRPr sz="180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Why</a:t>
            </a: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/ you/ enjoy/ playing sports?</a:t>
            </a:r>
            <a:endParaRPr sz="180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How</a:t>
            </a: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often/ you/ eat out?</a:t>
            </a:r>
            <a:endParaRPr sz="180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How</a:t>
            </a: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/ your father/ go to work?</a:t>
            </a:r>
            <a:endParaRPr sz="180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 txBox="1"/>
          <p:nvPr>
            <p:ph type="title"/>
          </p:nvPr>
        </p:nvSpPr>
        <p:spPr>
          <a:xfrm>
            <a:off x="716250" y="140547"/>
            <a:ext cx="79371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800" b="1"/>
              <a:t>INTERROGATIVE SENTENCES</a:t>
            </a:r>
            <a:endParaRPr b="1"/>
          </a:p>
        </p:txBody>
      </p:sp>
      <p:sp>
        <p:nvSpPr>
          <p:cNvPr id="255" name="Google Shape;255;p12"/>
          <p:cNvSpPr/>
          <p:nvPr/>
        </p:nvSpPr>
        <p:spPr>
          <a:xfrm flipH="1">
            <a:off x="8653460" y="4744996"/>
            <a:ext cx="490552" cy="377379"/>
          </a:xfrm>
          <a:custGeom>
            <a:avLst/>
            <a:gdLst/>
            <a:ahLst/>
            <a:cxnLst/>
            <a:rect l="l" t="t" r="r" b="b"/>
            <a:pathLst>
              <a:path w="73795" h="56770" extrusionOk="0">
                <a:moveTo>
                  <a:pt x="29956" y="0"/>
                </a:moveTo>
                <a:cubicBezTo>
                  <a:pt x="23283" y="0"/>
                  <a:pt x="16241" y="1492"/>
                  <a:pt x="9169" y="5295"/>
                </a:cubicBezTo>
                <a:cubicBezTo>
                  <a:pt x="1" y="10219"/>
                  <a:pt x="1200" y="20947"/>
                  <a:pt x="9063" y="23951"/>
                </a:cubicBezTo>
                <a:cubicBezTo>
                  <a:pt x="21373" y="28652"/>
                  <a:pt x="26265" y="32461"/>
                  <a:pt x="31953" y="40133"/>
                </a:cubicBezTo>
                <a:cubicBezTo>
                  <a:pt x="38861" y="49451"/>
                  <a:pt x="42076" y="56327"/>
                  <a:pt x="52592" y="56762"/>
                </a:cubicBezTo>
                <a:cubicBezTo>
                  <a:pt x="52717" y="56767"/>
                  <a:pt x="52843" y="56770"/>
                  <a:pt x="52969" y="56770"/>
                </a:cubicBezTo>
                <a:cubicBezTo>
                  <a:pt x="61326" y="56770"/>
                  <a:pt x="73795" y="45763"/>
                  <a:pt x="68903" y="28609"/>
                </a:cubicBezTo>
                <a:cubicBezTo>
                  <a:pt x="64467" y="13020"/>
                  <a:pt x="51446" y="3820"/>
                  <a:pt x="41270" y="1379"/>
                </a:cubicBezTo>
                <a:cubicBezTo>
                  <a:pt x="37672" y="515"/>
                  <a:pt x="33878" y="0"/>
                  <a:pt x="299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716250" y="3964000"/>
            <a:ext cx="8427750" cy="117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If the WH- question word is the </a:t>
            </a:r>
            <a:r>
              <a:rPr lang="en-GB" sz="1800" b="0" i="0" u="sng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subject</a:t>
            </a:r>
            <a:r>
              <a:rPr lang="en-GB" sz="18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of the question, it comes before the verb.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	</a:t>
            </a:r>
            <a:r>
              <a:rPr lang="en-GB" sz="1800" b="0" i="1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Who </a:t>
            </a:r>
            <a:r>
              <a:rPr lang="en-GB" sz="1800" b="1" i="1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told</a:t>
            </a:r>
            <a:r>
              <a:rPr lang="en-GB" sz="1800" b="0" i="1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you that?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None/>
            </a:pPr>
            <a:r>
              <a:rPr lang="en-GB" sz="1800" b="0" i="1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	 What </a:t>
            </a:r>
            <a:r>
              <a:rPr lang="en-GB" sz="1800" b="1" i="1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makes</a:t>
            </a:r>
            <a:r>
              <a:rPr lang="en-GB" sz="1800" b="0" i="1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you change your mind?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57" name="Google Shape;257;p1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 txBox="1"/>
          <p:nvPr/>
        </p:nvSpPr>
        <p:spPr>
          <a:xfrm>
            <a:off x="819775" y="903225"/>
            <a:ext cx="7937100" cy="28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do you like about your hometown?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time does your mother get up?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kinds of clothes does your father often wear?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When did you go? (talking about your last trip)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Where do you prefer to watch movies?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Which room do you spend most of your time in?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Why do you enjoy playing sports?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How often do you eat out?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How does your father go to work?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/>
          <p:nvPr>
            <p:ph type="title"/>
          </p:nvPr>
        </p:nvSpPr>
        <p:spPr>
          <a:xfrm>
            <a:off x="1102013" y="240512"/>
            <a:ext cx="7454326" cy="1202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1"/>
              <a:t>COMPOUND SENTENCES</a:t>
            </a:r>
            <a:endParaRPr lang="en-GB" b="1"/>
          </a:p>
        </p:txBody>
      </p:sp>
      <p:sp>
        <p:nvSpPr>
          <p:cNvPr id="264" name="Google Shape;264;p17"/>
          <p:cNvSpPr txBox="1"/>
          <p:nvPr/>
        </p:nvSpPr>
        <p:spPr>
          <a:xfrm>
            <a:off x="571736" y="1270396"/>
            <a:ext cx="8000400" cy="11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" panose="020B0004020203020204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I want the sporty red car, but I will buy the blue one.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5" name="Google Shape;265;p17"/>
          <p:cNvCxnSpPr/>
          <p:nvPr/>
        </p:nvCxnSpPr>
        <p:spPr>
          <a:xfrm>
            <a:off x="1102013" y="1984079"/>
            <a:ext cx="140100" cy="0"/>
          </a:xfrm>
          <a:prstGeom prst="straightConnector1">
            <a:avLst/>
          </a:prstGeom>
          <a:noFill/>
          <a:ln w="25400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686"/>
              </a:srgbClr>
            </a:outerShdw>
          </a:effectLst>
        </p:spPr>
      </p:cxnSp>
      <p:cxnSp>
        <p:nvCxnSpPr>
          <p:cNvPr id="266" name="Google Shape;266;p17"/>
          <p:cNvCxnSpPr/>
          <p:nvPr/>
        </p:nvCxnSpPr>
        <p:spPr>
          <a:xfrm>
            <a:off x="1316759" y="1984079"/>
            <a:ext cx="636600" cy="0"/>
          </a:xfrm>
          <a:prstGeom prst="straightConnector1">
            <a:avLst/>
          </a:prstGeom>
          <a:noFill/>
          <a:ln w="25400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686"/>
              </a:srgbClr>
            </a:outerShdw>
          </a:effectLst>
        </p:spPr>
      </p:cxnSp>
      <p:cxnSp>
        <p:nvCxnSpPr>
          <p:cNvPr id="267" name="Google Shape;267;p17"/>
          <p:cNvCxnSpPr/>
          <p:nvPr/>
        </p:nvCxnSpPr>
        <p:spPr>
          <a:xfrm>
            <a:off x="2009487" y="1984079"/>
            <a:ext cx="2320200" cy="0"/>
          </a:xfrm>
          <a:prstGeom prst="straightConnector1">
            <a:avLst/>
          </a:prstGeom>
          <a:noFill/>
          <a:ln w="25400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686"/>
              </a:srgbClr>
            </a:outerShdw>
          </a:effectLst>
        </p:spPr>
      </p:cxnSp>
      <p:cxnSp>
        <p:nvCxnSpPr>
          <p:cNvPr id="268" name="Google Shape;268;p17"/>
          <p:cNvCxnSpPr/>
          <p:nvPr/>
        </p:nvCxnSpPr>
        <p:spPr>
          <a:xfrm>
            <a:off x="6317673" y="1984079"/>
            <a:ext cx="1662600" cy="0"/>
          </a:xfrm>
          <a:prstGeom prst="straightConnector1">
            <a:avLst/>
          </a:prstGeom>
          <a:noFill/>
          <a:ln w="25400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686"/>
              </a:srgbClr>
            </a:outerShdw>
          </a:effectLst>
        </p:spPr>
      </p:cxnSp>
      <p:cxnSp>
        <p:nvCxnSpPr>
          <p:cNvPr id="269" name="Google Shape;269;p17"/>
          <p:cNvCxnSpPr/>
          <p:nvPr/>
        </p:nvCxnSpPr>
        <p:spPr>
          <a:xfrm>
            <a:off x="5015922" y="1972446"/>
            <a:ext cx="140100" cy="0"/>
          </a:xfrm>
          <a:prstGeom prst="straightConnector1">
            <a:avLst/>
          </a:prstGeom>
          <a:noFill/>
          <a:ln w="25400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686"/>
              </a:srgbClr>
            </a:outerShdw>
          </a:effectLst>
        </p:spPr>
      </p:cxnSp>
      <p:cxnSp>
        <p:nvCxnSpPr>
          <p:cNvPr id="270" name="Google Shape;270;p17"/>
          <p:cNvCxnSpPr/>
          <p:nvPr/>
        </p:nvCxnSpPr>
        <p:spPr>
          <a:xfrm>
            <a:off x="5230668" y="1972446"/>
            <a:ext cx="990000" cy="11700"/>
          </a:xfrm>
          <a:prstGeom prst="straightConnector1">
            <a:avLst/>
          </a:prstGeom>
          <a:noFill/>
          <a:ln w="25400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686"/>
              </a:srgbClr>
            </a:outerShdw>
          </a:effectLst>
        </p:spPr>
      </p:cxnSp>
      <p:sp>
        <p:nvSpPr>
          <p:cNvPr id="271" name="Google Shape;271;p17"/>
          <p:cNvSpPr txBox="1"/>
          <p:nvPr/>
        </p:nvSpPr>
        <p:spPr>
          <a:xfrm>
            <a:off x="963053" y="1972446"/>
            <a:ext cx="4269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" panose="020B0004020203020204"/>
              <a:buNone/>
            </a:pPr>
            <a:r>
              <a:rPr lang="en-GB" sz="2000" b="1" i="0" u="none" strike="noStrike" cap="none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S</a:t>
            </a:r>
            <a:r>
              <a:rPr lang="en-GB" sz="1800" b="1" i="0" u="none" strike="noStrike" cap="none" baseline="-25000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1</a:t>
            </a:r>
            <a:endParaRPr sz="2000" b="0" i="0" u="none" strike="noStrike" cap="none" baseline="-25000">
              <a:solidFill>
                <a:srgbClr val="D00F00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1389240" y="1979548"/>
            <a:ext cx="4269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" panose="020B0004020203020204"/>
              <a:buNone/>
            </a:pPr>
            <a:r>
              <a:rPr lang="en-GB" sz="2000" b="1" i="0" u="none" strike="noStrike" cap="none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V</a:t>
            </a:r>
            <a:r>
              <a:rPr lang="en-GB" sz="2000" b="1" i="0" u="none" strike="noStrike" cap="none" baseline="-25000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1</a:t>
            </a:r>
            <a:endParaRPr sz="2000" b="0" i="0" u="none" strike="noStrike" cap="none" baseline="-25000">
              <a:solidFill>
                <a:srgbClr val="D00F00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2956974" y="1979548"/>
            <a:ext cx="4959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" panose="020B0004020203020204"/>
              <a:buNone/>
            </a:pPr>
            <a:r>
              <a:rPr lang="en-GB" sz="2000" b="1" i="0" u="none" strike="noStrike" cap="none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O</a:t>
            </a:r>
            <a:r>
              <a:rPr lang="en-GB" sz="2000" b="1" i="0" u="none" strike="noStrike" cap="none" baseline="-25000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1</a:t>
            </a:r>
            <a:endParaRPr sz="2000" b="0" i="0" u="none" strike="noStrike" cap="none" baseline="-25000">
              <a:solidFill>
                <a:srgbClr val="D00F00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4827710" y="1979548"/>
            <a:ext cx="5187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" panose="020B0004020203020204"/>
              <a:buNone/>
            </a:pPr>
            <a:r>
              <a:rPr lang="en-GB" sz="2000" b="1" i="0" u="none" strike="noStrike" cap="none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S</a:t>
            </a:r>
            <a:r>
              <a:rPr lang="en-GB" sz="2000" b="1" i="0" u="none" strike="noStrike" cap="none" baseline="-25000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2</a:t>
            </a:r>
            <a:endParaRPr sz="2000" b="0" i="0" u="none" strike="noStrike" cap="none" baseline="-25000">
              <a:solidFill>
                <a:srgbClr val="D00F00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5487922" y="1979548"/>
            <a:ext cx="5187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" panose="020B0004020203020204"/>
              <a:buNone/>
            </a:pPr>
            <a:r>
              <a:rPr lang="en-GB" sz="2000" b="1" i="0" u="none" strike="noStrike" cap="none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V</a:t>
            </a:r>
            <a:r>
              <a:rPr lang="en-GB" sz="2000" b="1" i="0" u="none" strike="noStrike" cap="none" baseline="-25000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2</a:t>
            </a:r>
            <a:endParaRPr sz="2000" b="0" i="0" u="none" strike="noStrike" cap="none" baseline="-25000">
              <a:solidFill>
                <a:srgbClr val="D00F00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6934130" y="1979548"/>
            <a:ext cx="4296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" panose="020B0004020203020204"/>
              <a:buNone/>
            </a:pPr>
            <a:r>
              <a:rPr lang="en-GB" sz="2000" b="1" i="0" u="none" strike="noStrike" cap="none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S</a:t>
            </a:r>
            <a:r>
              <a:rPr lang="en-GB" sz="2000" b="1" i="0" u="none" strike="noStrike" cap="none" baseline="-25000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2</a:t>
            </a:r>
            <a:endParaRPr sz="2000" b="0" i="0" u="none" strike="noStrike" cap="none" baseline="-25000">
              <a:solidFill>
                <a:srgbClr val="D00F00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4464462" y="1589040"/>
            <a:ext cx="544800" cy="477300"/>
          </a:xfrm>
          <a:prstGeom prst="ellipse">
            <a:avLst/>
          </a:prstGeom>
          <a:noFill/>
          <a:ln w="19050" cap="flat" cmpd="sng">
            <a:solidFill>
              <a:srgbClr val="D0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accent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78" name="Google Shape;278;p17"/>
          <p:cNvCxnSpPr>
            <a:stCxn id="277" idx="4"/>
          </p:cNvCxnSpPr>
          <p:nvPr/>
        </p:nvCxnSpPr>
        <p:spPr>
          <a:xfrm flipH="1">
            <a:off x="4732662" y="2066340"/>
            <a:ext cx="4200" cy="544500"/>
          </a:xfrm>
          <a:prstGeom prst="straightConnector1">
            <a:avLst/>
          </a:prstGeom>
          <a:noFill/>
          <a:ln w="25400" cap="flat" cmpd="sng">
            <a:solidFill>
              <a:srgbClr val="D00F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686"/>
              </a:srgbClr>
            </a:outerShdw>
          </a:effectLst>
        </p:spPr>
      </p:cxnSp>
      <p:sp>
        <p:nvSpPr>
          <p:cNvPr id="279" name="Google Shape;279;p17"/>
          <p:cNvSpPr txBox="1"/>
          <p:nvPr/>
        </p:nvSpPr>
        <p:spPr>
          <a:xfrm>
            <a:off x="3757333" y="2638688"/>
            <a:ext cx="19503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" panose="020B0004020203020204"/>
              <a:buNone/>
            </a:pPr>
            <a:r>
              <a:rPr lang="en-GB" sz="1600" b="0" i="0" u="none" strike="noStrike" cap="none">
                <a:solidFill>
                  <a:srgbClr val="D00F00"/>
                </a:solidFill>
                <a:latin typeface="Palanquin" panose="020B0004020203020204"/>
                <a:ea typeface="Palanquin" panose="020B0004020203020204"/>
                <a:cs typeface="Palanquin" panose="020B0004020203020204"/>
                <a:sym typeface="Palanquin" panose="020B0004020203020204"/>
              </a:rPr>
              <a:t>Coordinating conjunction</a:t>
            </a:r>
            <a:endParaRPr sz="1600" b="0" i="0" u="none" strike="noStrike" cap="none" baseline="-25000">
              <a:solidFill>
                <a:srgbClr val="D00F00"/>
              </a:solidFill>
              <a:latin typeface="Palanquin" panose="020B0004020203020204"/>
              <a:ea typeface="Palanquin" panose="020B0004020203020204"/>
              <a:cs typeface="Palanquin" panose="020B0004020203020204"/>
              <a:sym typeface="Palanquin" panose="020B0004020203020204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0" y="3310923"/>
            <a:ext cx="9041585" cy="1832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 panose="020F0502020204030203"/>
              <a:buChar char="●"/>
            </a:pP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Câu ghép gồm ít nhất 2 mệnh đề (mỗi mệnh đề có thể đứng riêng thành 1 câu đơn).</a:t>
            </a:r>
            <a:endParaRPr sz="1600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 panose="020F0502020204030203"/>
              <a:buChar char="●"/>
            </a:pP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Các mệnh đề trong câu ghép được liên kết với nhau bằng các</a:t>
            </a:r>
            <a:r>
              <a:rPr lang="en-GB" sz="180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GB" sz="1800" i="0" u="none" strike="noStrike" cap="none">
                <a:solidFill>
                  <a:srgbClr val="D00F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coordinating conjunction</a:t>
            </a:r>
            <a:r>
              <a:rPr lang="en-GB" sz="1800">
                <a:solidFill>
                  <a:srgbClr val="D00F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</a:t>
            </a:r>
            <a:r>
              <a:rPr lang="en-GB" sz="1800" i="0" u="none" strike="noStrike" cap="none">
                <a:solidFill>
                  <a:srgbClr val="D00F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GB" sz="180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(</a:t>
            </a:r>
            <a:r>
              <a:rPr lang="en-GB" sz="18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FANBOYS</a:t>
            </a:r>
            <a:r>
              <a:rPr lang="en-GB"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: </a:t>
            </a:r>
            <a:r>
              <a:rPr lang="en-GB" sz="180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for, and, nor, but, or, yet, so).</a:t>
            </a:r>
            <a:endParaRPr sz="1600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2174b517a_0_19"/>
          <p:cNvSpPr txBox="1"/>
          <p:nvPr/>
        </p:nvSpPr>
        <p:spPr>
          <a:xfrm>
            <a:off x="258800" y="474450"/>
            <a:ext cx="8631900" cy="47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 panose="020F0502020204030203"/>
              <a:buAutoNum type="arabicPeriod"/>
            </a:pPr>
            <a:r>
              <a:rPr lang="en-GB" sz="18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do you like about your hometown?</a:t>
            </a:r>
            <a:endParaRPr sz="18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 like the food here, </a:t>
            </a:r>
            <a:r>
              <a:rPr lang="en-GB" sz="1800" b="1" i="1">
                <a:solidFill>
                  <a:srgbClr val="C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and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the people are nice.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 panose="020F0502020204030203"/>
              <a:buAutoNum type="arabicPeriod"/>
            </a:pPr>
            <a:r>
              <a:rPr lang="en-GB" sz="18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time does your mother get up?</a:t>
            </a:r>
            <a:endParaRPr sz="18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My mother gets up early, </a:t>
            </a:r>
            <a:r>
              <a:rPr lang="en-GB" sz="1800" b="1" i="1">
                <a:solidFill>
                  <a:srgbClr val="C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for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she needs time to make breakfast.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 panose="020F0502020204030203"/>
              <a:buAutoNum type="arabicPeriod"/>
            </a:pPr>
            <a:r>
              <a:rPr lang="en-GB" sz="18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kinds of clothes does your father often wear?</a:t>
            </a:r>
            <a:endParaRPr sz="18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My father often wears shirts and pants, </a:t>
            </a:r>
            <a:r>
              <a:rPr lang="en-GB" sz="1800" b="1" i="1">
                <a:solidFill>
                  <a:srgbClr val="C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but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sometimes he wears shorts at home.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 panose="020F0502020204030203"/>
              <a:buAutoNum type="arabicPeriod"/>
            </a:pPr>
            <a:r>
              <a:rPr lang="en-GB" sz="18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When did you go? </a:t>
            </a:r>
            <a:endParaRPr sz="18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 went on my last trip in summer, </a:t>
            </a:r>
            <a:r>
              <a:rPr lang="en-GB" sz="1800" b="1" i="1">
                <a:solidFill>
                  <a:srgbClr val="C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so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it was very hot.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 panose="020F0502020204030203"/>
              <a:buAutoNum type="arabicPeriod"/>
            </a:pPr>
            <a:r>
              <a:rPr lang="en-GB" sz="18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Where do you prefer to watch movies?</a:t>
            </a:r>
            <a:endParaRPr sz="18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 like to watch movies at home, </a:t>
            </a:r>
            <a:r>
              <a:rPr lang="en-GB" sz="1800" b="1" i="1">
                <a:solidFill>
                  <a:srgbClr val="C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for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 can eat snacks, and I can be comfortable.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2174b517a_0_27"/>
          <p:cNvSpPr txBox="1"/>
          <p:nvPr/>
        </p:nvSpPr>
        <p:spPr>
          <a:xfrm>
            <a:off x="256050" y="693900"/>
            <a:ext cx="8631900" cy="3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6. </a:t>
            </a:r>
            <a:r>
              <a:rPr lang="en-GB" sz="18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Which room do you spend most of your time in?</a:t>
            </a:r>
            <a:endParaRPr sz="18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 spend most time in my bedroom, </a:t>
            </a:r>
            <a:r>
              <a:rPr lang="en-GB" sz="1800" b="1" i="1">
                <a:solidFill>
                  <a:srgbClr val="C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and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 often read books there, </a:t>
            </a:r>
            <a:r>
              <a:rPr lang="en-GB" sz="1800" b="1" i="1">
                <a:solidFill>
                  <a:srgbClr val="C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yet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sometimes I play games in the living room.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7. Why do you enjoy playing sports?</a:t>
            </a:r>
            <a:endParaRPr sz="18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 enjoy sports because it keeps me healthy, </a:t>
            </a:r>
            <a:r>
              <a:rPr lang="en-GB" sz="1800" b="1" i="1">
                <a:solidFill>
                  <a:srgbClr val="C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and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it's fun with friends.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8. How often do you eat out?</a:t>
            </a:r>
            <a:endParaRPr sz="18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 eat out once a month, </a:t>
            </a:r>
            <a:r>
              <a:rPr lang="en-GB" sz="1800" b="1" i="1">
                <a:solidFill>
                  <a:srgbClr val="C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but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 prefer to cook at home.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9. How does your father go to work?</a:t>
            </a:r>
            <a:endParaRPr sz="18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My father goes to work by motorbike, </a:t>
            </a:r>
            <a:r>
              <a:rPr lang="en-GB" sz="1800" b="1" i="1">
                <a:solidFill>
                  <a:srgbClr val="C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for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it's fast, and it's easy to park.</a:t>
            </a:r>
            <a:endParaRPr sz="25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2174b517a_0_31"/>
          <p:cNvSpPr txBox="1"/>
          <p:nvPr>
            <p:ph type="title"/>
          </p:nvPr>
        </p:nvSpPr>
        <p:spPr>
          <a:xfrm>
            <a:off x="0" y="140350"/>
            <a:ext cx="91440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1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PRACTICE: Hỏi đáp phản xạ và sử dụng câu ghép trong tất cả các câu trả lời</a:t>
            </a:r>
            <a:endParaRPr sz="23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96" name="Google Shape;296;g372174b517a_0_31"/>
          <p:cNvSpPr/>
          <p:nvPr/>
        </p:nvSpPr>
        <p:spPr>
          <a:xfrm flipH="1">
            <a:off x="8653460" y="4744996"/>
            <a:ext cx="490552" cy="377379"/>
          </a:xfrm>
          <a:custGeom>
            <a:avLst/>
            <a:gdLst/>
            <a:ahLst/>
            <a:cxnLst/>
            <a:rect l="l" t="t" r="r" b="b"/>
            <a:pathLst>
              <a:path w="73795" h="56770" extrusionOk="0">
                <a:moveTo>
                  <a:pt x="29956" y="0"/>
                </a:moveTo>
                <a:cubicBezTo>
                  <a:pt x="23283" y="0"/>
                  <a:pt x="16241" y="1492"/>
                  <a:pt x="9169" y="5295"/>
                </a:cubicBezTo>
                <a:cubicBezTo>
                  <a:pt x="1" y="10219"/>
                  <a:pt x="1200" y="20947"/>
                  <a:pt x="9063" y="23951"/>
                </a:cubicBezTo>
                <a:cubicBezTo>
                  <a:pt x="21373" y="28652"/>
                  <a:pt x="26265" y="32461"/>
                  <a:pt x="31953" y="40133"/>
                </a:cubicBezTo>
                <a:cubicBezTo>
                  <a:pt x="38861" y="49451"/>
                  <a:pt x="42076" y="56327"/>
                  <a:pt x="52592" y="56762"/>
                </a:cubicBezTo>
                <a:cubicBezTo>
                  <a:pt x="52717" y="56767"/>
                  <a:pt x="52843" y="56770"/>
                  <a:pt x="52969" y="56770"/>
                </a:cubicBezTo>
                <a:cubicBezTo>
                  <a:pt x="61326" y="56770"/>
                  <a:pt x="73795" y="45763"/>
                  <a:pt x="68903" y="28609"/>
                </a:cubicBezTo>
                <a:cubicBezTo>
                  <a:pt x="64467" y="13020"/>
                  <a:pt x="51446" y="3820"/>
                  <a:pt x="41270" y="1379"/>
                </a:cubicBezTo>
                <a:cubicBezTo>
                  <a:pt x="37672" y="515"/>
                  <a:pt x="33878" y="0"/>
                  <a:pt x="299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97" name="Google Shape;297;g372174b517a_0_3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72174b517a_0_31"/>
          <p:cNvSpPr txBox="1"/>
          <p:nvPr/>
        </p:nvSpPr>
        <p:spPr>
          <a:xfrm>
            <a:off x="442100" y="903225"/>
            <a:ext cx="8637300" cy="28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do you like 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and dislike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about your hometown?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time does your mother get up?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kinds of clothes does your father often wear?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When did you go? 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Where do you prefer to watch movies/ 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read books/ hang out with your friends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Which room do you spend most of your time in?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Why do you enjoy playing sports/ 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listening to music</a:t>
            </a: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How often do you eat out?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AutoNum type="arabicPeriod"/>
            </a:pPr>
            <a:r>
              <a:rPr lang="en-GB" sz="18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How does your father go to work?</a:t>
            </a:r>
            <a:endParaRPr sz="18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2"/>
          <p:cNvPicPr preferRelativeResize="0"/>
          <p:nvPr/>
        </p:nvPicPr>
        <p:blipFill rotWithShape="1">
          <a:blip r:embed="rId1"/>
          <a:srcRect l="3817" t="13430" r="2845" b="2464"/>
          <a:stretch>
            <a:fillRect/>
          </a:stretch>
        </p:blipFill>
        <p:spPr>
          <a:xfrm>
            <a:off x="767325" y="866325"/>
            <a:ext cx="3896100" cy="3511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04" name="Google Shape;304;p22"/>
          <p:cNvSpPr txBox="1"/>
          <p:nvPr>
            <p:ph type="ctrTitle"/>
          </p:nvPr>
        </p:nvSpPr>
        <p:spPr>
          <a:xfrm flipH="1">
            <a:off x="4825787" y="1060400"/>
            <a:ext cx="3708000" cy="15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5100"/>
              <a:t>Thanks!</a:t>
            </a:r>
            <a:br>
              <a:rPr lang="en-GB" sz="5100"/>
            </a:br>
            <a:r>
              <a:rPr lang="en-GB" sz="4000"/>
              <a:t>See you later!</a:t>
            </a:r>
            <a:endParaRPr sz="5100"/>
          </a:p>
        </p:txBody>
      </p:sp>
      <p:pic>
        <p:nvPicPr>
          <p:cNvPr id="305" name="Google Shape;305;p22"/>
          <p:cNvPicPr preferRelativeResize="0"/>
          <p:nvPr/>
        </p:nvPicPr>
        <p:blipFill rotWithShape="1">
          <a:blip r:embed="rId2"/>
          <a:srcRect l="15734" t="22395" r="14270" b="11127"/>
          <a:stretch>
            <a:fillRect/>
          </a:stretch>
        </p:blipFill>
        <p:spPr>
          <a:xfrm>
            <a:off x="4900313" y="2757800"/>
            <a:ext cx="1193420" cy="132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vestment Fund Company Profile by Slidesgo">
  <a:themeElements>
    <a:clrScheme name="Simple Light">
      <a:dk1>
        <a:srgbClr val="2A2828"/>
      </a:dk1>
      <a:lt1>
        <a:srgbClr val="FFFFFF"/>
      </a:lt1>
      <a:dk2>
        <a:srgbClr val="FFA8A1"/>
      </a:dk2>
      <a:lt2>
        <a:srgbClr val="FEF4EA"/>
      </a:lt2>
      <a:accent1>
        <a:srgbClr val="FFD8B1"/>
      </a:accent1>
      <a:accent2>
        <a:srgbClr val="CAD5D7"/>
      </a:accent2>
      <a:accent3>
        <a:srgbClr val="212121"/>
      </a:accent3>
      <a:accent4>
        <a:srgbClr val="FFD8B1"/>
      </a:accent4>
      <a:accent5>
        <a:srgbClr val="FFA8A1"/>
      </a:accent5>
      <a:accent6>
        <a:srgbClr val="FEF4EA"/>
      </a:accent6>
      <a:hlink>
        <a:srgbClr val="30343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5896</Words>
  <Application>WPS Presentation</Application>
  <PresentationFormat/>
  <Paragraphs>235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SimSun</vt:lpstr>
      <vt:lpstr>Wingdings</vt:lpstr>
      <vt:lpstr>Arial</vt:lpstr>
      <vt:lpstr>Palanquin</vt:lpstr>
      <vt:lpstr>Lato</vt:lpstr>
      <vt:lpstr>Playfair Display</vt:lpstr>
      <vt:lpstr>Segoe Print</vt:lpstr>
      <vt:lpstr>Times New Roman</vt:lpstr>
      <vt:lpstr>Microsoft YaHei</vt:lpstr>
      <vt:lpstr>Arial Unicode MS</vt:lpstr>
      <vt:lpstr>Lexend</vt:lpstr>
      <vt:lpstr>Nunito</vt:lpstr>
      <vt:lpstr>Times New Roman</vt:lpstr>
      <vt:lpstr>Investment Fund Company Profile by Slidesgo</vt:lpstr>
      <vt:lpstr>PowerPoint 演示文稿</vt:lpstr>
      <vt:lpstr>Lesson 18: SENTENCES</vt:lpstr>
      <vt:lpstr>REVIEW:  GRAMMAR + VOCABULARY</vt:lpstr>
      <vt:lpstr>REVIEW: LISTENING</vt:lpstr>
      <vt:lpstr>REVIEW: LISTENING</vt:lpstr>
      <vt:lpstr>REVIEW: SPEAKING</vt:lpstr>
      <vt:lpstr>03</vt:lpstr>
      <vt:lpstr>DEFINITION</vt:lpstr>
      <vt:lpstr>Object: Ai/cái gì bị tác động bởi hành động đó? (Người/vật nhận tác động)</vt:lpstr>
      <vt:lpstr>“Cho cái gì"</vt:lpstr>
      <vt:lpstr>PowerPoint 演示文稿</vt:lpstr>
      <vt:lpstr>Complement</vt:lpstr>
      <vt:lpstr>WH- question: Structure: WH (+ Aux V) + S + V (+O)? Example: Who are they? </vt:lpstr>
      <vt:lpstr>INTERROGATIVE SENTENCES</vt:lpstr>
      <vt:lpstr>INTERROGATIVE SENTENCES</vt:lpstr>
      <vt:lpstr>COMPOUND SENTENCES</vt:lpstr>
      <vt:lpstr>PowerPoint 演示文稿</vt:lpstr>
      <vt:lpstr>PowerPoint 演示文稿</vt:lpstr>
      <vt:lpstr>PRACTICE: Hỏi đáp phản xạ và sử dụng câu ghép trong tất cả các câu trả lời</vt:lpstr>
      <vt:lpstr>Thanks! See you later!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</cp:lastModifiedBy>
  <cp:revision>1</cp:revision>
  <dcterms:created xsi:type="dcterms:W3CDTF">2026-07-22T14:26:20Z</dcterms:created>
  <dcterms:modified xsi:type="dcterms:W3CDTF">2026-07-22T14:26:20Z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811EF2B9A7284027BF103C31B8DBF50C_12</vt:lpwstr>
  </property>
</Properties>
</file>